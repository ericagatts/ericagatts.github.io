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3.xml" ContentType="application/vnd.openxmlformats-officedocument.theme+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theme/theme4.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03" r:id="rId5"/>
    <p:sldMasterId id="2147483764" r:id="rId6"/>
    <p:sldMasterId id="2147483799" r:id="rId7"/>
    <p:sldMasterId id="2147483805" r:id="rId8"/>
  </p:sldMasterIdLst>
  <p:notesMasterIdLst>
    <p:notesMasterId r:id="rId27"/>
  </p:notesMasterIdLst>
  <p:sldIdLst>
    <p:sldId id="310" r:id="rId9"/>
    <p:sldId id="292" r:id="rId10"/>
    <p:sldId id="293" r:id="rId11"/>
    <p:sldId id="313" r:id="rId12"/>
    <p:sldId id="301" r:id="rId13"/>
    <p:sldId id="308" r:id="rId14"/>
    <p:sldId id="320" r:id="rId15"/>
    <p:sldId id="285" r:id="rId16"/>
    <p:sldId id="286" r:id="rId17"/>
    <p:sldId id="297" r:id="rId18"/>
    <p:sldId id="283" r:id="rId19"/>
    <p:sldId id="299" r:id="rId20"/>
    <p:sldId id="322" r:id="rId21"/>
    <p:sldId id="323" r:id="rId22"/>
    <p:sldId id="330" r:id="rId23"/>
    <p:sldId id="332" r:id="rId24"/>
    <p:sldId id="335" r:id="rId25"/>
    <p:sldId id="334" r:id="rId26"/>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nzo, Erin L" initials="MEL" lastIdx="1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EDC"/>
    <a:srgbClr val="00A4E4"/>
    <a:srgbClr val="8DC63F"/>
    <a:srgbClr val="C7DFA6"/>
    <a:srgbClr val="D9D9D9"/>
    <a:srgbClr val="50C8E6"/>
    <a:srgbClr val="D5E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95" autoAdjust="0"/>
    <p:restoredTop sz="94131" autoAdjust="0"/>
  </p:normalViewPr>
  <p:slideViewPr>
    <p:cSldViewPr snapToGrid="0">
      <p:cViewPr varScale="1">
        <p:scale>
          <a:sx n="109" d="100"/>
          <a:sy n="109" d="100"/>
        </p:scale>
        <p:origin x="744" y="1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commentAuthors" Target="commentAuthor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notesMaster" Target="notesMasters/notesMaster1.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ln w="9525"/>
          </c:spPr>
          <c:explosion val="1"/>
          <c:dPt>
            <c:idx val="0"/>
            <c:bubble3D val="0"/>
            <c:spPr>
              <a:solidFill>
                <a:srgbClr val="8DC63F"/>
              </a:solidFill>
              <a:ln w="9525">
                <a:solidFill>
                  <a:schemeClr val="bg1">
                    <a:lumMod val="40000"/>
                    <a:lumOff val="60000"/>
                  </a:schemeClr>
                </a:solidFill>
              </a:ln>
              <a:effectLst/>
            </c:spPr>
            <c:extLst>
              <c:ext xmlns:c16="http://schemas.microsoft.com/office/drawing/2014/chart" uri="{C3380CC4-5D6E-409C-BE32-E72D297353CC}">
                <c16:uniqueId val="{00000001-5F07-0446-96C4-ADBF065D7444}"/>
              </c:ext>
            </c:extLst>
          </c:dPt>
          <c:dPt>
            <c:idx val="1"/>
            <c:bubble3D val="0"/>
            <c:spPr>
              <a:solidFill>
                <a:schemeClr val="tx1">
                  <a:lumMod val="85000"/>
                </a:schemeClr>
              </a:solidFill>
              <a:ln w="9525">
                <a:solidFill>
                  <a:schemeClr val="bg1">
                    <a:lumMod val="40000"/>
                    <a:lumOff val="60000"/>
                  </a:schemeClr>
                </a:solidFill>
              </a:ln>
              <a:effectLst/>
            </c:spPr>
            <c:extLst>
              <c:ext xmlns:c16="http://schemas.microsoft.com/office/drawing/2014/chart" uri="{C3380CC4-5D6E-409C-BE32-E72D297353CC}">
                <c16:uniqueId val="{00000003-5F07-0446-96C4-ADBF065D7444}"/>
              </c:ext>
            </c:extLst>
          </c:dPt>
          <c:dPt>
            <c:idx val="2"/>
            <c:bubble3D val="0"/>
            <c:spPr>
              <a:solidFill>
                <a:schemeClr val="accent3"/>
              </a:solidFill>
              <a:ln w="9525">
                <a:solidFill>
                  <a:schemeClr val="lt1"/>
                </a:solidFill>
              </a:ln>
              <a:effectLst/>
            </c:spPr>
            <c:extLst>
              <c:ext xmlns:c16="http://schemas.microsoft.com/office/drawing/2014/chart" uri="{C3380CC4-5D6E-409C-BE32-E72D297353CC}">
                <c16:uniqueId val="{00000005-5F07-0446-96C4-ADBF065D7444}"/>
              </c:ext>
            </c:extLst>
          </c:dPt>
          <c:dPt>
            <c:idx val="3"/>
            <c:bubble3D val="0"/>
            <c:spPr>
              <a:solidFill>
                <a:schemeClr val="accent4"/>
              </a:solidFill>
              <a:ln w="9525">
                <a:solidFill>
                  <a:schemeClr val="bg1">
                    <a:lumMod val="20000"/>
                    <a:lumOff val="80000"/>
                  </a:schemeClr>
                </a:solidFill>
              </a:ln>
              <a:effectLst/>
            </c:spPr>
            <c:extLst>
              <c:ext xmlns:c16="http://schemas.microsoft.com/office/drawing/2014/chart" uri="{C3380CC4-5D6E-409C-BE32-E72D297353CC}">
                <c16:uniqueId val="{00000007-5F07-0446-96C4-ADBF065D7444}"/>
              </c:ext>
            </c:extLst>
          </c:dPt>
          <c:cat>
            <c:strRef>
              <c:f>Sheet1!$A$2:$A$5</c:f>
              <c:strCache>
                <c:ptCount val="2"/>
                <c:pt idx="0">
                  <c:v>1st Qtr</c:v>
                </c:pt>
                <c:pt idx="1">
                  <c:v>2nd Qtr</c:v>
                </c:pt>
              </c:strCache>
            </c:strRef>
          </c:cat>
          <c:val>
            <c:numRef>
              <c:f>Sheet1!$B$2:$B$5</c:f>
              <c:numCache>
                <c:formatCode>General</c:formatCode>
                <c:ptCount val="4"/>
                <c:pt idx="0">
                  <c:v>60</c:v>
                </c:pt>
                <c:pt idx="1">
                  <c:v>40</c:v>
                </c:pt>
                <c:pt idx="2">
                  <c:v>0</c:v>
                </c:pt>
                <c:pt idx="3">
                  <c:v>0</c:v>
                </c:pt>
              </c:numCache>
            </c:numRef>
          </c:val>
          <c:extLst>
            <c:ext xmlns:c16="http://schemas.microsoft.com/office/drawing/2014/chart" uri="{C3380CC4-5D6E-409C-BE32-E72D297353CC}">
              <c16:uniqueId val="{00000008-5F07-0446-96C4-ADBF065D7444}"/>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ln w="9525">
              <a:solidFill>
                <a:schemeClr val="bg1">
                  <a:lumMod val="40000"/>
                  <a:lumOff val="60000"/>
                </a:schemeClr>
              </a:solidFill>
            </a:ln>
          </c:spPr>
          <c:explosion val="1"/>
          <c:dPt>
            <c:idx val="0"/>
            <c:bubble3D val="0"/>
            <c:spPr>
              <a:solidFill>
                <a:srgbClr val="8DC63F"/>
              </a:solidFill>
              <a:ln w="9525">
                <a:solidFill>
                  <a:schemeClr val="bg1">
                    <a:lumMod val="40000"/>
                    <a:lumOff val="60000"/>
                  </a:schemeClr>
                </a:solidFill>
              </a:ln>
              <a:effectLst/>
            </c:spPr>
            <c:extLst>
              <c:ext xmlns:c16="http://schemas.microsoft.com/office/drawing/2014/chart" uri="{C3380CC4-5D6E-409C-BE32-E72D297353CC}">
                <c16:uniqueId val="{00000001-A474-B54B-B35C-AC4C5893ADAF}"/>
              </c:ext>
            </c:extLst>
          </c:dPt>
          <c:dPt>
            <c:idx val="1"/>
            <c:bubble3D val="0"/>
            <c:spPr>
              <a:solidFill>
                <a:schemeClr val="tx1">
                  <a:lumMod val="85000"/>
                </a:schemeClr>
              </a:solidFill>
              <a:ln w="9525">
                <a:solidFill>
                  <a:schemeClr val="bg1">
                    <a:lumMod val="40000"/>
                    <a:lumOff val="60000"/>
                  </a:schemeClr>
                </a:solidFill>
              </a:ln>
              <a:effectLst/>
            </c:spPr>
            <c:extLst>
              <c:ext xmlns:c16="http://schemas.microsoft.com/office/drawing/2014/chart" uri="{C3380CC4-5D6E-409C-BE32-E72D297353CC}">
                <c16:uniqueId val="{00000003-A474-B54B-B35C-AC4C5893ADAF}"/>
              </c:ext>
            </c:extLst>
          </c:dPt>
          <c:dPt>
            <c:idx val="2"/>
            <c:bubble3D val="0"/>
            <c:spPr>
              <a:solidFill>
                <a:schemeClr val="accent3"/>
              </a:solidFill>
              <a:ln w="9525">
                <a:solidFill>
                  <a:schemeClr val="bg1">
                    <a:lumMod val="40000"/>
                    <a:lumOff val="60000"/>
                  </a:schemeClr>
                </a:solidFill>
              </a:ln>
              <a:effectLst/>
            </c:spPr>
            <c:extLst>
              <c:ext xmlns:c16="http://schemas.microsoft.com/office/drawing/2014/chart" uri="{C3380CC4-5D6E-409C-BE32-E72D297353CC}">
                <c16:uniqueId val="{00000005-A474-B54B-B35C-AC4C5893ADAF}"/>
              </c:ext>
            </c:extLst>
          </c:dPt>
          <c:dPt>
            <c:idx val="3"/>
            <c:bubble3D val="0"/>
            <c:spPr>
              <a:solidFill>
                <a:schemeClr val="accent4"/>
              </a:solidFill>
              <a:ln w="9525">
                <a:solidFill>
                  <a:schemeClr val="bg1">
                    <a:lumMod val="40000"/>
                    <a:lumOff val="60000"/>
                  </a:schemeClr>
                </a:solidFill>
              </a:ln>
              <a:effectLst/>
            </c:spPr>
            <c:extLst>
              <c:ext xmlns:c16="http://schemas.microsoft.com/office/drawing/2014/chart" uri="{C3380CC4-5D6E-409C-BE32-E72D297353CC}">
                <c16:uniqueId val="{00000007-A474-B54B-B35C-AC4C5893ADAF}"/>
              </c:ext>
            </c:extLst>
          </c:dPt>
          <c:cat>
            <c:strRef>
              <c:f>Sheet1!$A$2:$A$5</c:f>
              <c:strCache>
                <c:ptCount val="2"/>
                <c:pt idx="0">
                  <c:v>1st Qtr</c:v>
                </c:pt>
                <c:pt idx="1">
                  <c:v>2nd Qtr</c:v>
                </c:pt>
              </c:strCache>
            </c:strRef>
          </c:cat>
          <c:val>
            <c:numRef>
              <c:f>Sheet1!$B$2:$B$5</c:f>
              <c:numCache>
                <c:formatCode>General</c:formatCode>
                <c:ptCount val="4"/>
                <c:pt idx="0">
                  <c:v>50</c:v>
                </c:pt>
                <c:pt idx="1">
                  <c:v>50</c:v>
                </c:pt>
                <c:pt idx="2">
                  <c:v>0</c:v>
                </c:pt>
                <c:pt idx="3">
                  <c:v>0</c:v>
                </c:pt>
              </c:numCache>
            </c:numRef>
          </c:val>
          <c:extLst>
            <c:ext xmlns:c16="http://schemas.microsoft.com/office/drawing/2014/chart" uri="{C3380CC4-5D6E-409C-BE32-E72D297353CC}">
              <c16:uniqueId val="{00000008-A474-B54B-B35C-AC4C5893ADAF}"/>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Stress</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lt1"/>
                    </a:solidFill>
                    <a:latin typeface="Arial Narrow" panose="020B0606020202030204" pitchFamily="34" charset="0"/>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Sheet1!$A$2:$A$6</c:f>
              <c:strCache>
                <c:ptCount val="5"/>
                <c:pt idx="0">
                  <c:v>Millenials</c:v>
                </c:pt>
                <c:pt idx="1">
                  <c:v>Gen Z</c:v>
                </c:pt>
                <c:pt idx="2">
                  <c:v>Gen X</c:v>
                </c:pt>
                <c:pt idx="3">
                  <c:v>Boomers</c:v>
                </c:pt>
                <c:pt idx="4">
                  <c:v>Older Adults</c:v>
                </c:pt>
              </c:strCache>
            </c:strRef>
          </c:cat>
          <c:val>
            <c:numRef>
              <c:f>Sheet1!$B$2:$B$6</c:f>
              <c:numCache>
                <c:formatCode>General</c:formatCode>
                <c:ptCount val="5"/>
                <c:pt idx="0">
                  <c:v>5.7</c:v>
                </c:pt>
                <c:pt idx="1">
                  <c:v>5.3</c:v>
                </c:pt>
                <c:pt idx="2">
                  <c:v>5.0999999999999996</c:v>
                </c:pt>
                <c:pt idx="3">
                  <c:v>4.0999999999999996</c:v>
                </c:pt>
                <c:pt idx="4" formatCode="0.0">
                  <c:v>3.3</c:v>
                </c:pt>
              </c:numCache>
            </c:numRef>
          </c:val>
          <c:extLst>
            <c:ext xmlns:c16="http://schemas.microsoft.com/office/drawing/2014/chart" uri="{C3380CC4-5D6E-409C-BE32-E72D297353CC}">
              <c16:uniqueId val="{00000000-DC11-5F45-93FB-FD24314AB1D7}"/>
            </c:ext>
          </c:extLst>
        </c:ser>
        <c:dLbls>
          <c:dLblPos val="inEnd"/>
          <c:showLegendKey val="0"/>
          <c:showVal val="1"/>
          <c:showCatName val="0"/>
          <c:showSerName val="0"/>
          <c:showPercent val="0"/>
          <c:showBubbleSize val="0"/>
        </c:dLbls>
        <c:gapWidth val="41"/>
        <c:axId val="286899912"/>
        <c:axId val="286900304"/>
      </c:barChart>
      <c:catAx>
        <c:axId val="28689991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effectLst/>
                <a:latin typeface="Arial Narrow" panose="020B0606020202030204" pitchFamily="34" charset="0"/>
                <a:ea typeface="+mn-ea"/>
                <a:cs typeface="+mn-cs"/>
              </a:defRPr>
            </a:pPr>
            <a:endParaRPr lang="en-US"/>
          </a:p>
        </c:txPr>
        <c:crossAx val="286900304"/>
        <c:crosses val="autoZero"/>
        <c:auto val="1"/>
        <c:lblAlgn val="ctr"/>
        <c:lblOffset val="100"/>
        <c:noMultiLvlLbl val="0"/>
      </c:catAx>
      <c:valAx>
        <c:axId val="286900304"/>
        <c:scaling>
          <c:orientation val="minMax"/>
        </c:scaling>
        <c:delete val="1"/>
        <c:axPos val="l"/>
        <c:numFmt formatCode="General" sourceLinked="1"/>
        <c:majorTickMark val="none"/>
        <c:minorTickMark val="none"/>
        <c:tickLblPos val="nextTo"/>
        <c:crossAx val="286899912"/>
        <c:crosses val="autoZero"/>
        <c:crossBetween val="between"/>
      </c:valAx>
      <c:spPr>
        <a:noFill/>
        <a:ln>
          <a:noFill/>
        </a:ln>
        <a:effectLst/>
      </c:spPr>
    </c:plotArea>
    <c:plotVisOnly val="1"/>
    <c:dispBlanksAs val="gap"/>
    <c:showDLblsOverMax val="0"/>
  </c:chart>
  <c:spPr>
    <a:no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Percent reporting significant source of stress</c:v>
                </c:pt>
              </c:strCache>
            </c:strRef>
          </c:tx>
          <c:spPr>
            <a:solidFill>
              <a:srgbClr val="009EDC"/>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Arial Narrow" panose="020B0606020202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Hunger</c:v>
                </c:pt>
                <c:pt idx="1">
                  <c:v>Discrimiation</c:v>
                </c:pt>
                <c:pt idx="2">
                  <c:v>Housing Instability</c:v>
                </c:pt>
                <c:pt idx="3">
                  <c:v>Personal Debt</c:v>
                </c:pt>
              </c:strCache>
            </c:strRef>
          </c:cat>
          <c:val>
            <c:numRef>
              <c:f>Sheet1!$B$2:$B$5</c:f>
              <c:numCache>
                <c:formatCode>0%</c:formatCode>
                <c:ptCount val="4"/>
                <c:pt idx="0">
                  <c:v>0.2</c:v>
                </c:pt>
                <c:pt idx="1">
                  <c:v>0.24</c:v>
                </c:pt>
                <c:pt idx="2">
                  <c:v>0.28000000000000003</c:v>
                </c:pt>
                <c:pt idx="3">
                  <c:v>0.42</c:v>
                </c:pt>
              </c:numCache>
            </c:numRef>
          </c:val>
          <c:extLst>
            <c:ext xmlns:c16="http://schemas.microsoft.com/office/drawing/2014/chart" uri="{C3380CC4-5D6E-409C-BE32-E72D297353CC}">
              <c16:uniqueId val="{00000000-A3CF-8E46-B84D-EFD8CFF38A38}"/>
            </c:ext>
          </c:extLst>
        </c:ser>
        <c:ser>
          <c:idx val="1"/>
          <c:order val="1"/>
          <c:tx>
            <c:strRef>
              <c:f>Sheet1!$C$1</c:f>
              <c:strCache>
                <c:ptCount val="1"/>
                <c:pt idx="0">
                  <c:v>Series 2</c:v>
                </c:pt>
              </c:strCache>
            </c:strRef>
          </c:tx>
          <c:spPr>
            <a:solidFill>
              <a:schemeClr val="tx1">
                <a:lumMod val="85000"/>
              </a:schemeClr>
            </a:solidFill>
            <a:ln w="9525" cap="flat" cmpd="sng" algn="ctr">
              <a:noFill/>
              <a:round/>
            </a:ln>
            <a:effectLst/>
          </c:spPr>
          <c:invertIfNegative val="0"/>
          <c:dLbls>
            <c:delete val="1"/>
          </c:dLbls>
          <c:cat>
            <c:strRef>
              <c:f>Sheet1!$A$2:$A$5</c:f>
              <c:strCache>
                <c:ptCount val="4"/>
                <c:pt idx="0">
                  <c:v>Hunger</c:v>
                </c:pt>
                <c:pt idx="1">
                  <c:v>Discrimiation</c:v>
                </c:pt>
                <c:pt idx="2">
                  <c:v>Housing Instability</c:v>
                </c:pt>
                <c:pt idx="3">
                  <c:v>Personal Debt</c:v>
                </c:pt>
              </c:strCache>
            </c:strRef>
          </c:cat>
          <c:val>
            <c:numRef>
              <c:f>Sheet1!$C$2:$C$5</c:f>
              <c:numCache>
                <c:formatCode>0%</c:formatCode>
                <c:ptCount val="4"/>
                <c:pt idx="0">
                  <c:v>0.8</c:v>
                </c:pt>
                <c:pt idx="1">
                  <c:v>0.76</c:v>
                </c:pt>
                <c:pt idx="2">
                  <c:v>0.72</c:v>
                </c:pt>
                <c:pt idx="3">
                  <c:v>0.57999999999999996</c:v>
                </c:pt>
              </c:numCache>
            </c:numRef>
          </c:val>
          <c:extLst>
            <c:ext xmlns:c16="http://schemas.microsoft.com/office/drawing/2014/chart" uri="{C3380CC4-5D6E-409C-BE32-E72D297353CC}">
              <c16:uniqueId val="{00000001-A3CF-8E46-B84D-EFD8CFF38A38}"/>
            </c:ext>
          </c:extLst>
        </c:ser>
        <c:dLbls>
          <c:dLblPos val="ctr"/>
          <c:showLegendKey val="0"/>
          <c:showVal val="1"/>
          <c:showCatName val="0"/>
          <c:showSerName val="0"/>
          <c:showPercent val="0"/>
          <c:showBubbleSize val="0"/>
        </c:dLbls>
        <c:gapWidth val="150"/>
        <c:overlap val="100"/>
        <c:axId val="286901088"/>
        <c:axId val="286901480"/>
      </c:barChart>
      <c:catAx>
        <c:axId val="286901088"/>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none" baseline="0">
                <a:solidFill>
                  <a:schemeClr val="bg1"/>
                </a:solidFill>
                <a:latin typeface="Arial Narrow" panose="020B0606020202030204" pitchFamily="34" charset="0"/>
                <a:ea typeface="+mn-ea"/>
                <a:cs typeface="+mn-cs"/>
              </a:defRPr>
            </a:pPr>
            <a:endParaRPr lang="en-US"/>
          </a:p>
        </c:txPr>
        <c:crossAx val="286901480"/>
        <c:crosses val="autoZero"/>
        <c:auto val="1"/>
        <c:lblAlgn val="ctr"/>
        <c:lblOffset val="100"/>
        <c:noMultiLvlLbl val="0"/>
      </c:catAx>
      <c:valAx>
        <c:axId val="286901480"/>
        <c:scaling>
          <c:orientation val="minMax"/>
        </c:scaling>
        <c:delete val="1"/>
        <c:axPos val="b"/>
        <c:numFmt formatCode="0%" sourceLinked="1"/>
        <c:majorTickMark val="none"/>
        <c:minorTickMark val="none"/>
        <c:tickLblPos val="nextTo"/>
        <c:crossAx val="286901088"/>
        <c:crosses val="autoZero"/>
        <c:crossBetween val="between"/>
      </c:valAx>
      <c:spPr>
        <a:noFill/>
        <a:ln>
          <a:noFill/>
        </a:ln>
        <a:effectLst/>
      </c:spPr>
    </c:plotArea>
    <c:plotVisOnly val="1"/>
    <c:dispBlanksAs val="gap"/>
    <c:showDLblsOverMax val="0"/>
  </c:chart>
  <c:spPr>
    <a:no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330" kern="1200"/>
  </cs:chartArea>
  <cs:dataLabel>
    <cs:lnRef idx="0"/>
    <cs:fillRef idx="0"/>
    <cs:effectRef idx="0"/>
    <cs:fontRef idx="minor">
      <a:schemeClr val="lt1"/>
    </cs:fontRef>
    <cs:spPr/>
    <cs:defRPr sz="133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33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300">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76BCD92A-BCB6-4048-8EFF-EFFE9E932A7D}" type="datetimeFigureOut">
              <a:rPr lang="en-US" smtClean="0"/>
              <a:t>3/23/20</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4F3E6DE6-3493-4868-A37F-E30DC02E0D9C}" type="slidenum">
              <a:rPr lang="en-US" smtClean="0"/>
              <a:t>‹#›</a:t>
            </a:fld>
            <a:endParaRPr lang="en-US"/>
          </a:p>
        </p:txBody>
      </p:sp>
    </p:spTree>
    <p:extLst>
      <p:ext uri="{BB962C8B-B14F-4D97-AF65-F5344CB8AC3E}">
        <p14:creationId xmlns:p14="http://schemas.microsoft.com/office/powerpoint/2010/main" val="4169436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ts val="200"/>
              </a:spcAft>
              <a:buClrTx/>
              <a:buSzTx/>
              <a:buFont typeface="Arial" pitchFamily="34" charset="0"/>
              <a:buNone/>
              <a:tabLst/>
              <a:defRPr/>
            </a:pPr>
            <a:r>
              <a:rPr kumimoji="0" lang="en-US" sz="1400" b="0" i="0" u="none" strike="noStrike" kern="1200" cap="none" spc="0" normalizeH="0" baseline="0" noProof="0" dirty="0">
                <a:ln>
                  <a:noFill/>
                </a:ln>
                <a:solidFill>
                  <a:srgbClr val="00A4E4"/>
                </a:solidFill>
                <a:effectLst/>
                <a:uLnTx/>
                <a:uFillTx/>
                <a:latin typeface="Arial"/>
                <a:ea typeface="MS PGothic" pitchFamily="34" charset="-128"/>
              </a:rPr>
              <a:t>Digital Therapeutic/Cognitive Behavioral Therapy: Startups in this category use evidence-based practices to attack specific mental and behavioral health disorders like addiction, ADHD, anxiety, and more. Recently, the FDA approved some digital therapies like a substance abuse treatment from Pear Therapeutics. </a:t>
            </a:r>
            <a:r>
              <a:rPr kumimoji="0" lang="en-US" sz="1400" b="0" i="0" u="none" strike="noStrike" kern="1200" cap="none" spc="0" normalizeH="0" baseline="0" noProof="0" dirty="0" err="1">
                <a:ln>
                  <a:noFill/>
                </a:ln>
                <a:solidFill>
                  <a:srgbClr val="00A4E4"/>
                </a:solidFill>
                <a:effectLst/>
                <a:uLnTx/>
                <a:uFillTx/>
                <a:latin typeface="Arial"/>
                <a:ea typeface="MS PGothic" pitchFamily="34" charset="-128"/>
              </a:rPr>
              <a:t>Akili</a:t>
            </a:r>
            <a:r>
              <a:rPr kumimoji="0" lang="en-US" sz="1400" b="0" i="0" u="none" strike="noStrike" kern="1200" cap="none" spc="0" normalizeH="0" baseline="0" noProof="0" dirty="0">
                <a:ln>
                  <a:noFill/>
                </a:ln>
                <a:solidFill>
                  <a:srgbClr val="00A4E4"/>
                </a:solidFill>
                <a:effectLst/>
                <a:uLnTx/>
                <a:uFillTx/>
                <a:latin typeface="Arial"/>
                <a:ea typeface="MS PGothic" pitchFamily="34" charset="-128"/>
              </a:rPr>
              <a:t> is seeking similar FDA approval to treat ADHD.</a:t>
            </a:r>
          </a:p>
          <a:p>
            <a:pPr marL="0" marR="0" lvl="0" indent="0" algn="l" defTabSz="914400" rtl="0" eaLnBrk="0" fontAlgn="base" latinLnBrk="0" hangingPunct="0">
              <a:lnSpc>
                <a:spcPct val="100000"/>
              </a:lnSpc>
              <a:spcBef>
                <a:spcPct val="0"/>
              </a:spcBef>
              <a:spcAft>
                <a:spcPts val="200"/>
              </a:spcAft>
              <a:buClrTx/>
              <a:buSzTx/>
              <a:buFont typeface="Arial" pitchFamily="34" charset="0"/>
              <a:buNone/>
              <a:tabLst/>
              <a:defRPr/>
            </a:pPr>
            <a:endParaRPr kumimoji="0" lang="en-US" sz="1400" b="0" i="0" u="none" strike="noStrike" kern="1200" cap="none" spc="0" normalizeH="0" baseline="0" noProof="0" dirty="0">
              <a:ln>
                <a:noFill/>
              </a:ln>
              <a:solidFill>
                <a:srgbClr val="00A4E4"/>
              </a:solidFill>
              <a:effectLst/>
              <a:uLnTx/>
              <a:uFillTx/>
              <a:latin typeface="Arial"/>
              <a:ea typeface="MS PGothic" pitchFamily="34" charset="-128"/>
            </a:endParaRPr>
          </a:p>
          <a:p>
            <a:pPr marL="0" marR="0" lvl="0" indent="0" algn="l" defTabSz="914400" rtl="0" eaLnBrk="0" fontAlgn="base" latinLnBrk="0" hangingPunct="0">
              <a:lnSpc>
                <a:spcPct val="100000"/>
              </a:lnSpc>
              <a:spcBef>
                <a:spcPct val="0"/>
              </a:spcBef>
              <a:spcAft>
                <a:spcPts val="200"/>
              </a:spcAft>
              <a:buClrTx/>
              <a:buSzTx/>
              <a:buFont typeface="Arial" pitchFamily="34" charset="0"/>
              <a:buNone/>
              <a:tabLst/>
              <a:defRPr/>
            </a:pPr>
            <a:r>
              <a:rPr kumimoji="0" lang="en-US" sz="1400" b="0" i="0" u="none" strike="noStrike" kern="1200" cap="none" spc="0" normalizeH="0" baseline="0" noProof="0" dirty="0">
                <a:ln>
                  <a:noFill/>
                </a:ln>
                <a:solidFill>
                  <a:srgbClr val="00A4E4"/>
                </a:solidFill>
                <a:effectLst/>
                <a:uLnTx/>
                <a:uFillTx/>
                <a:latin typeface="Arial"/>
                <a:ea typeface="MS PGothic" pitchFamily="34" charset="-128"/>
              </a:rPr>
              <a:t>Mental Wellness + Brain Training: These companies are less focused on specific disorders and more focused on holistically improving mental well-being. This includes meditation companies (Headspace, Simple Habit), mood trackers (</a:t>
            </a:r>
            <a:r>
              <a:rPr kumimoji="0" lang="en-US" sz="1400" b="0" i="0" u="none" strike="noStrike" kern="1200" cap="none" spc="0" normalizeH="0" baseline="0" noProof="0" dirty="0" err="1">
                <a:ln>
                  <a:noFill/>
                </a:ln>
                <a:solidFill>
                  <a:srgbClr val="00A4E4"/>
                </a:solidFill>
                <a:effectLst/>
                <a:uLnTx/>
                <a:uFillTx/>
                <a:latin typeface="Arial"/>
                <a:ea typeface="MS PGothic" pitchFamily="34" charset="-128"/>
              </a:rPr>
              <a:t>Woebot</a:t>
            </a:r>
            <a:r>
              <a:rPr kumimoji="0" lang="en-US" sz="1400" b="0" i="0" u="none" strike="noStrike" kern="1200" cap="none" spc="0" normalizeH="0" baseline="0" noProof="0" dirty="0">
                <a:ln>
                  <a:noFill/>
                </a:ln>
                <a:solidFill>
                  <a:srgbClr val="00A4E4"/>
                </a:solidFill>
                <a:effectLst/>
                <a:uLnTx/>
                <a:uFillTx/>
                <a:latin typeface="Arial"/>
                <a:ea typeface="MS PGothic" pitchFamily="34" charset="-128"/>
              </a:rPr>
              <a:t>), and games to improve cognitive ability or happiness (</a:t>
            </a:r>
            <a:r>
              <a:rPr kumimoji="0" lang="en-US" sz="1400" b="0" i="0" u="none" strike="noStrike" kern="1200" cap="none" spc="0" normalizeH="0" baseline="0" noProof="0" dirty="0" err="1">
                <a:ln>
                  <a:noFill/>
                </a:ln>
                <a:solidFill>
                  <a:srgbClr val="00A4E4"/>
                </a:solidFill>
                <a:effectLst/>
                <a:uLnTx/>
                <a:uFillTx/>
                <a:latin typeface="Arial"/>
                <a:ea typeface="MS PGothic" pitchFamily="34" charset="-128"/>
              </a:rPr>
              <a:t>Lumosity</a:t>
            </a:r>
            <a:r>
              <a:rPr kumimoji="0" lang="en-US" sz="1400" b="0" i="0" u="none" strike="noStrike" kern="1200" cap="none" spc="0" normalizeH="0" baseline="0" noProof="0" dirty="0">
                <a:ln>
                  <a:noFill/>
                </a:ln>
                <a:solidFill>
                  <a:srgbClr val="00A4E4"/>
                </a:solidFill>
                <a:effectLst/>
                <a:uLnTx/>
                <a:uFillTx/>
                <a:latin typeface="Arial"/>
                <a:ea typeface="MS PGothic" pitchFamily="34" charset="-128"/>
              </a:rPr>
              <a:t>, </a:t>
            </a:r>
            <a:r>
              <a:rPr kumimoji="0" lang="en-US" sz="1400" b="0" i="0" u="none" strike="noStrike" kern="1200" cap="none" spc="0" normalizeH="0" baseline="0" noProof="0" dirty="0" err="1">
                <a:ln>
                  <a:noFill/>
                </a:ln>
                <a:solidFill>
                  <a:srgbClr val="00A4E4"/>
                </a:solidFill>
                <a:effectLst/>
                <a:uLnTx/>
                <a:uFillTx/>
                <a:latin typeface="Arial"/>
                <a:ea typeface="MS PGothic" pitchFamily="34" charset="-128"/>
              </a:rPr>
              <a:t>Happify</a:t>
            </a:r>
            <a:r>
              <a:rPr kumimoji="0" lang="en-US" sz="1400" b="0" i="0" u="none" strike="noStrike" kern="1200" cap="none" spc="0" normalizeH="0" baseline="0" noProof="0" dirty="0">
                <a:ln>
                  <a:noFill/>
                </a:ln>
                <a:solidFill>
                  <a:srgbClr val="00A4E4"/>
                </a:solidFill>
                <a:effectLst/>
                <a:uLnTx/>
                <a:uFillTx/>
                <a:latin typeface="Arial"/>
                <a:ea typeface="MS PGothic" pitchFamily="34" charset="-128"/>
              </a:rPr>
              <a:t>).</a:t>
            </a:r>
          </a:p>
          <a:p>
            <a:pPr marL="0" marR="0" lvl="0" indent="0" algn="l" defTabSz="914400" rtl="0" eaLnBrk="0" fontAlgn="base" latinLnBrk="0" hangingPunct="0">
              <a:lnSpc>
                <a:spcPct val="100000"/>
              </a:lnSpc>
              <a:spcBef>
                <a:spcPct val="0"/>
              </a:spcBef>
              <a:spcAft>
                <a:spcPts val="200"/>
              </a:spcAft>
              <a:buClrTx/>
              <a:buSzTx/>
              <a:buFont typeface="Arial" pitchFamily="34" charset="0"/>
              <a:buNone/>
              <a:tabLst/>
              <a:defRPr/>
            </a:pPr>
            <a:endParaRPr kumimoji="0" lang="en-US" sz="1400" b="0" i="0" u="none" strike="noStrike" kern="1200" cap="none" spc="0" normalizeH="0" baseline="0" noProof="0" dirty="0">
              <a:ln>
                <a:noFill/>
              </a:ln>
              <a:solidFill>
                <a:srgbClr val="00A4E4"/>
              </a:solidFill>
              <a:effectLst/>
              <a:uLnTx/>
              <a:uFillTx/>
              <a:latin typeface="Arial"/>
              <a:ea typeface="MS PGothic" pitchFamily="34" charset="-128"/>
            </a:endParaRPr>
          </a:p>
          <a:p>
            <a:pPr marL="0" marR="0" lvl="0" indent="0" algn="l" defTabSz="914400" rtl="0" eaLnBrk="0" fontAlgn="base" latinLnBrk="0" hangingPunct="0">
              <a:lnSpc>
                <a:spcPct val="100000"/>
              </a:lnSpc>
              <a:spcBef>
                <a:spcPct val="0"/>
              </a:spcBef>
              <a:spcAft>
                <a:spcPts val="200"/>
              </a:spcAft>
              <a:buClrTx/>
              <a:buSzTx/>
              <a:buFont typeface="Arial" pitchFamily="34" charset="0"/>
              <a:buNone/>
              <a:tabLst/>
              <a:defRPr/>
            </a:pPr>
            <a:r>
              <a:rPr kumimoji="0" lang="en-US" sz="1400" b="0" i="0" u="none" strike="noStrike" kern="1200" cap="none" spc="0" normalizeH="0" baseline="0" noProof="0" dirty="0">
                <a:ln>
                  <a:noFill/>
                </a:ln>
                <a:solidFill>
                  <a:srgbClr val="00A4E4"/>
                </a:solidFill>
                <a:effectLst/>
                <a:uLnTx/>
                <a:uFillTx/>
                <a:latin typeface="Arial"/>
                <a:ea typeface="MS PGothic" pitchFamily="34" charset="-128"/>
              </a:rPr>
              <a:t>Provider/Therapist Tools: Companies in this category provide tools to help health professionals run their practices more efficiently and better serve patients with mental health disorders. This space includes EMR/billing tools (Valant), mental &amp; behavioral health disorder detection and risk assessment (</a:t>
            </a:r>
            <a:r>
              <a:rPr kumimoji="0" lang="en-US" sz="1400" b="0" i="0" u="none" strike="noStrike" kern="1200" cap="none" spc="0" normalizeH="0" baseline="0" noProof="0" dirty="0" err="1">
                <a:ln>
                  <a:noFill/>
                </a:ln>
                <a:solidFill>
                  <a:srgbClr val="00A4E4"/>
                </a:solidFill>
                <a:effectLst/>
                <a:uLnTx/>
                <a:uFillTx/>
                <a:latin typeface="Arial"/>
                <a:ea typeface="MS PGothic" pitchFamily="34" charset="-128"/>
              </a:rPr>
              <a:t>Mindstrong</a:t>
            </a:r>
            <a:r>
              <a:rPr kumimoji="0" lang="en-US" sz="1400" b="0" i="0" u="none" strike="noStrike" kern="1200" cap="none" spc="0" normalizeH="0" baseline="0" noProof="0" dirty="0">
                <a:ln>
                  <a:noFill/>
                </a:ln>
                <a:solidFill>
                  <a:srgbClr val="00A4E4"/>
                </a:solidFill>
                <a:effectLst/>
                <a:uLnTx/>
                <a:uFillTx/>
                <a:latin typeface="Arial"/>
                <a:ea typeface="MS PGothic" pitchFamily="34" charset="-128"/>
              </a:rPr>
              <a:t>, Quartet), and care coordination between a patient’s caregivers and doctors (Valera Health).</a:t>
            </a:r>
          </a:p>
          <a:p>
            <a:pPr marL="0" marR="0" lvl="0" indent="0" algn="l" defTabSz="914400" rtl="0" eaLnBrk="0" fontAlgn="base" latinLnBrk="0" hangingPunct="0">
              <a:lnSpc>
                <a:spcPct val="100000"/>
              </a:lnSpc>
              <a:spcBef>
                <a:spcPct val="0"/>
              </a:spcBef>
              <a:spcAft>
                <a:spcPts val="200"/>
              </a:spcAft>
              <a:buClrTx/>
              <a:buSzTx/>
              <a:buFont typeface="Arial" pitchFamily="34" charset="0"/>
              <a:buNone/>
              <a:tabLst/>
              <a:defRPr/>
            </a:pPr>
            <a:endParaRPr kumimoji="0" lang="en-US" sz="1400" b="0" i="0" u="none" strike="noStrike" kern="1200" cap="none" spc="0" normalizeH="0" baseline="0" noProof="0" dirty="0">
              <a:ln>
                <a:noFill/>
              </a:ln>
              <a:solidFill>
                <a:srgbClr val="00A4E4"/>
              </a:solidFill>
              <a:effectLst/>
              <a:uLnTx/>
              <a:uFillTx/>
              <a:latin typeface="Arial"/>
              <a:ea typeface="MS PGothic" pitchFamily="34" charset="-128"/>
            </a:endParaRPr>
          </a:p>
          <a:p>
            <a:pPr marL="0" marR="0" lvl="0" indent="0" algn="l" defTabSz="914400" rtl="0" eaLnBrk="0" fontAlgn="base" latinLnBrk="0" hangingPunct="0">
              <a:lnSpc>
                <a:spcPct val="100000"/>
              </a:lnSpc>
              <a:spcBef>
                <a:spcPct val="0"/>
              </a:spcBef>
              <a:spcAft>
                <a:spcPts val="200"/>
              </a:spcAft>
              <a:buClrTx/>
              <a:buSzTx/>
              <a:buFont typeface="Arial" pitchFamily="34" charset="0"/>
              <a:buNone/>
              <a:tabLst/>
              <a:defRPr/>
            </a:pPr>
            <a:r>
              <a:rPr kumimoji="0" lang="en-US" sz="1400" b="0" i="0" u="none" strike="noStrike" kern="1200" cap="none" spc="0" normalizeH="0" baseline="0" noProof="0" dirty="0">
                <a:ln>
                  <a:noFill/>
                </a:ln>
                <a:solidFill>
                  <a:srgbClr val="00A4E4"/>
                </a:solidFill>
                <a:effectLst/>
                <a:uLnTx/>
                <a:uFillTx/>
                <a:latin typeface="Arial"/>
                <a:ea typeface="MS PGothic" pitchFamily="34" charset="-128"/>
              </a:rPr>
              <a:t>Wearables + Monitoring: This space includes companies that either develop hardware or analyze data to better understand mental health. This category includes neuromodulation startups that aim to improve brain health (</a:t>
            </a:r>
            <a:r>
              <a:rPr kumimoji="0" lang="en-US" sz="1400" b="0" i="0" u="none" strike="noStrike" kern="1200" cap="none" spc="0" normalizeH="0" baseline="0" noProof="0" dirty="0" err="1">
                <a:ln>
                  <a:noFill/>
                </a:ln>
                <a:solidFill>
                  <a:srgbClr val="00A4E4"/>
                </a:solidFill>
                <a:effectLst/>
                <a:uLnTx/>
                <a:uFillTx/>
                <a:latin typeface="Arial"/>
                <a:ea typeface="MS PGothic" pitchFamily="34" charset="-128"/>
              </a:rPr>
              <a:t>Ybrain</a:t>
            </a:r>
            <a:r>
              <a:rPr kumimoji="0" lang="en-US" sz="1400" b="0" i="0" u="none" strike="noStrike" kern="1200" cap="none" spc="0" normalizeH="0" baseline="0" noProof="0" dirty="0">
                <a:ln>
                  <a:noFill/>
                </a:ln>
                <a:solidFill>
                  <a:srgbClr val="00A4E4"/>
                </a:solidFill>
                <a:effectLst/>
                <a:uLnTx/>
                <a:uFillTx/>
                <a:latin typeface="Arial"/>
                <a:ea typeface="MS PGothic" pitchFamily="34" charset="-128"/>
              </a:rPr>
              <a:t>, Flow), as well as startups providing guided meditation (Muse) and patient monitoring (</a:t>
            </a:r>
            <a:r>
              <a:rPr kumimoji="0" lang="en-US" sz="1400" b="0" i="0" u="none" strike="noStrike" kern="1200" cap="none" spc="0" normalizeH="0" baseline="0" noProof="0" dirty="0" err="1">
                <a:ln>
                  <a:noFill/>
                </a:ln>
                <a:solidFill>
                  <a:srgbClr val="00A4E4"/>
                </a:solidFill>
                <a:effectLst/>
                <a:uLnTx/>
                <a:uFillTx/>
                <a:latin typeface="Arial"/>
                <a:ea typeface="MS PGothic" pitchFamily="34" charset="-128"/>
              </a:rPr>
              <a:t>Somatix</a:t>
            </a:r>
            <a:r>
              <a:rPr kumimoji="0" lang="en-US" sz="1400" b="0" i="0" u="none" strike="noStrike" kern="1200" cap="none" spc="0" normalizeH="0" baseline="0" noProof="0" dirty="0">
                <a:ln>
                  <a:noFill/>
                </a:ln>
                <a:solidFill>
                  <a:srgbClr val="00A4E4"/>
                </a:solidFill>
                <a:effectLst/>
                <a:uLnTx/>
                <a:uFillTx/>
                <a:latin typeface="Arial"/>
                <a:ea typeface="MS PGothic" pitchFamily="34" charset="-128"/>
              </a:rPr>
              <a:t>, Feel).</a:t>
            </a:r>
          </a:p>
          <a:p>
            <a:pPr marL="0" marR="0" lvl="0" indent="0" algn="l" defTabSz="914400" rtl="0" eaLnBrk="0" fontAlgn="base" latinLnBrk="0" hangingPunct="0">
              <a:lnSpc>
                <a:spcPct val="100000"/>
              </a:lnSpc>
              <a:spcBef>
                <a:spcPct val="0"/>
              </a:spcBef>
              <a:spcAft>
                <a:spcPts val="200"/>
              </a:spcAft>
              <a:buClrTx/>
              <a:buSzTx/>
              <a:buFont typeface="Arial" pitchFamily="34" charset="0"/>
              <a:buNone/>
              <a:tabLst/>
              <a:defRPr/>
            </a:pPr>
            <a:endParaRPr kumimoji="0" lang="en-US" sz="1400" b="0" i="0" u="none" strike="noStrike" kern="1200" cap="none" spc="0" normalizeH="0" baseline="0" noProof="0" dirty="0">
              <a:ln>
                <a:noFill/>
              </a:ln>
              <a:solidFill>
                <a:srgbClr val="00A4E4"/>
              </a:solidFill>
              <a:effectLst/>
              <a:uLnTx/>
              <a:uFillTx/>
              <a:latin typeface="Arial"/>
              <a:ea typeface="MS PGothic" pitchFamily="34" charset="-128"/>
            </a:endParaRPr>
          </a:p>
          <a:p>
            <a:pPr marL="0" marR="0" lvl="0" indent="0" algn="l" defTabSz="914400" rtl="0" eaLnBrk="0" fontAlgn="base" latinLnBrk="0" hangingPunct="0">
              <a:lnSpc>
                <a:spcPct val="100000"/>
              </a:lnSpc>
              <a:spcBef>
                <a:spcPct val="0"/>
              </a:spcBef>
              <a:spcAft>
                <a:spcPts val="200"/>
              </a:spcAft>
              <a:buClrTx/>
              <a:buSzTx/>
              <a:buFont typeface="Arial" pitchFamily="34" charset="0"/>
              <a:buNone/>
              <a:tabLst/>
              <a:defRPr/>
            </a:pPr>
            <a:r>
              <a:rPr kumimoji="0" lang="en-US" sz="1400" b="0" i="0" u="none" strike="noStrike" kern="1200" cap="none" spc="0" normalizeH="0" baseline="0" noProof="0" dirty="0">
                <a:ln>
                  <a:noFill/>
                </a:ln>
                <a:solidFill>
                  <a:srgbClr val="00A4E4"/>
                </a:solidFill>
                <a:effectLst/>
                <a:uLnTx/>
                <a:uFillTx/>
                <a:latin typeface="Arial"/>
                <a:ea typeface="MS PGothic" pitchFamily="34" charset="-128"/>
              </a:rPr>
              <a:t>Telemedicine: This category includes startups that provide patients with access to therapists or psychiatrists via their mobile phone or desktop. Companies include Lyra Health, which is the most well-funded startup in this category, as well as </a:t>
            </a:r>
            <a:r>
              <a:rPr kumimoji="0" lang="en-US" sz="1400" b="0" i="0" u="none" strike="noStrike" kern="1200" cap="none" spc="0" normalizeH="0" baseline="0" noProof="0" dirty="0" err="1">
                <a:ln>
                  <a:noFill/>
                </a:ln>
                <a:solidFill>
                  <a:srgbClr val="00A4E4"/>
                </a:solidFill>
                <a:effectLst/>
                <a:uLnTx/>
                <a:uFillTx/>
                <a:latin typeface="Arial"/>
                <a:ea typeface="MS PGothic" pitchFamily="34" charset="-128"/>
              </a:rPr>
              <a:t>Talkspace</a:t>
            </a:r>
            <a:r>
              <a:rPr kumimoji="0" lang="en-US" sz="1400" b="0" i="0" u="none" strike="noStrike" kern="1200" cap="none" spc="0" normalizeH="0" baseline="0" noProof="0" dirty="0">
                <a:ln>
                  <a:noFill/>
                </a:ln>
                <a:solidFill>
                  <a:srgbClr val="00A4E4"/>
                </a:solidFill>
                <a:effectLst/>
                <a:uLnTx/>
                <a:uFillTx/>
                <a:latin typeface="Arial"/>
                <a:ea typeface="MS PGothic" pitchFamily="34" charset="-128"/>
              </a:rPr>
              <a:t>.</a:t>
            </a:r>
          </a:p>
          <a:p>
            <a:endParaRPr lang="en-US" dirty="0"/>
          </a:p>
        </p:txBody>
      </p:sp>
      <p:sp>
        <p:nvSpPr>
          <p:cNvPr id="4" name="Slide Number Placeholder 3"/>
          <p:cNvSpPr>
            <a:spLocks noGrp="1"/>
          </p:cNvSpPr>
          <p:nvPr>
            <p:ph type="sldNum" sz="quarter" idx="10"/>
          </p:nvPr>
        </p:nvSpPr>
        <p:spPr/>
        <p:txBody>
          <a:bodyPr/>
          <a:lstStyle/>
          <a:p>
            <a:fld id="{4F3E6DE6-3493-4868-A37F-E30DC02E0D9C}" type="slidenum">
              <a:rPr lang="en-US" smtClean="0"/>
              <a:t>9</a:t>
            </a:fld>
            <a:endParaRPr lang="en-US"/>
          </a:p>
        </p:txBody>
      </p:sp>
    </p:spTree>
    <p:extLst>
      <p:ext uri="{BB962C8B-B14F-4D97-AF65-F5344CB8AC3E}">
        <p14:creationId xmlns:p14="http://schemas.microsoft.com/office/powerpoint/2010/main" val="38916788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111111"/>
                </a:solidFill>
                <a:effectLst/>
                <a:uLnTx/>
                <a:uFillTx/>
                <a:latin typeface="Arial Narrow" panose="020B0606020202030204" pitchFamily="34" charset="0"/>
                <a:ea typeface="+mn-ea"/>
                <a:cs typeface="+mn-cs"/>
              </a:rPr>
              <a:t>"We are continuing to expand and evolve our behavioral health solutions to support the wide and varying mental well-being needs of the people we serve. It's our hope these new digital tools will help empower people to actively engage in their mental health, and make it easier to get support when they need it.“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333333"/>
                </a:solidFill>
                <a:effectLst/>
                <a:uLnTx/>
                <a:uFillTx/>
                <a:latin typeface="Arial Narrow" panose="020B0606020202030204" pitchFamily="34" charset="0"/>
                <a:ea typeface="+mn-ea"/>
                <a:cs typeface="+mn-cs"/>
              </a:rPr>
              <a:t>- Julie McCarter, VP Product Solutions, Cigna </a:t>
            </a:r>
          </a:p>
          <a:p>
            <a:endParaRPr lang="en-US" dirty="0"/>
          </a:p>
        </p:txBody>
      </p:sp>
      <p:sp>
        <p:nvSpPr>
          <p:cNvPr id="4" name="Slide Number Placeholder 3"/>
          <p:cNvSpPr>
            <a:spLocks noGrp="1"/>
          </p:cNvSpPr>
          <p:nvPr>
            <p:ph type="sldNum" sz="quarter" idx="10"/>
          </p:nvPr>
        </p:nvSpPr>
        <p:spPr/>
        <p:txBody>
          <a:bodyPr/>
          <a:lstStyle/>
          <a:p>
            <a:fld id="{4F3E6DE6-3493-4868-A37F-E30DC02E0D9C}" type="slidenum">
              <a:rPr lang="en-US" smtClean="0"/>
              <a:t>11</a:t>
            </a:fld>
            <a:endParaRPr lang="en-US"/>
          </a:p>
        </p:txBody>
      </p:sp>
    </p:spTree>
    <p:extLst>
      <p:ext uri="{BB962C8B-B14F-4D97-AF65-F5344CB8AC3E}">
        <p14:creationId xmlns:p14="http://schemas.microsoft.com/office/powerpoint/2010/main" val="2873765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111111"/>
                </a:solidFill>
                <a:effectLst/>
                <a:uLnTx/>
                <a:uFillTx/>
                <a:latin typeface="Arial Narrow" panose="020B0606020202030204" pitchFamily="34" charset="0"/>
                <a:ea typeface="+mn-ea"/>
                <a:cs typeface="+mn-cs"/>
              </a:rPr>
              <a:t>"We are continuing to expand and evolve our behavioral health solutions to support the wide and varying mental well-being needs of the people we serve. It's our hope these new digital tools will help empower people to actively engage in their mental health, and make it easier to get support when they need it.“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333333"/>
                </a:solidFill>
                <a:effectLst/>
                <a:uLnTx/>
                <a:uFillTx/>
                <a:latin typeface="Arial Narrow" panose="020B0606020202030204" pitchFamily="34" charset="0"/>
                <a:ea typeface="+mn-ea"/>
                <a:cs typeface="+mn-cs"/>
              </a:rPr>
              <a:t>- Julie McCarter, VP Product Solutions, Cigna </a:t>
            </a:r>
          </a:p>
          <a:p>
            <a:endParaRPr lang="en-US" dirty="0"/>
          </a:p>
        </p:txBody>
      </p:sp>
      <p:sp>
        <p:nvSpPr>
          <p:cNvPr id="4" name="Slide Number Placeholder 3"/>
          <p:cNvSpPr>
            <a:spLocks noGrp="1"/>
          </p:cNvSpPr>
          <p:nvPr>
            <p:ph type="sldNum" sz="quarter" idx="10"/>
          </p:nvPr>
        </p:nvSpPr>
        <p:spPr/>
        <p:txBody>
          <a:bodyPr/>
          <a:lstStyle/>
          <a:p>
            <a:fld id="{4F3E6DE6-3493-4868-A37F-E30DC02E0D9C}" type="slidenum">
              <a:rPr lang="en-US" smtClean="0">
                <a:solidFill>
                  <a:prstClr val="black"/>
                </a:solidFill>
              </a:rPr>
              <a:pPr/>
              <a:t>12</a:t>
            </a:fld>
            <a:endParaRPr lang="en-US">
              <a:solidFill>
                <a:prstClr val="black"/>
              </a:solidFill>
            </a:endParaRPr>
          </a:p>
        </p:txBody>
      </p:sp>
    </p:spTree>
    <p:extLst>
      <p:ext uri="{BB962C8B-B14F-4D97-AF65-F5344CB8AC3E}">
        <p14:creationId xmlns:p14="http://schemas.microsoft.com/office/powerpoint/2010/main" val="35047936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7.png"/><Relationship Id="rId2" Type="http://schemas.openxmlformats.org/officeDocument/2006/relationships/tags" Target="../tags/tag2.xml"/><Relationship Id="rId1" Type="http://schemas.openxmlformats.org/officeDocument/2006/relationships/vmlDrawing" Target="../drawings/vmlDrawing2.v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7.png"/><Relationship Id="rId2" Type="http://schemas.openxmlformats.org/officeDocument/2006/relationships/tags" Target="../tags/tag3.xml"/><Relationship Id="rId1" Type="http://schemas.openxmlformats.org/officeDocument/2006/relationships/vmlDrawing" Target="../drawings/vmlDrawing3.v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7.png"/><Relationship Id="rId2" Type="http://schemas.openxmlformats.org/officeDocument/2006/relationships/tags" Target="../tags/tag4.xml"/><Relationship Id="rId1" Type="http://schemas.openxmlformats.org/officeDocument/2006/relationships/vmlDrawing" Target="../drawings/vmlDrawing4.v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8.xml"/><Relationship Id="rId7" Type="http://schemas.openxmlformats.org/officeDocument/2006/relationships/image" Target="../media/image6.png"/><Relationship Id="rId2" Type="http://schemas.openxmlformats.org/officeDocument/2006/relationships/tags" Target="../tags/tag7.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0.xml"/><Relationship Id="rId7" Type="http://schemas.openxmlformats.org/officeDocument/2006/relationships/image" Target="../media/image6.png"/><Relationship Id="rId2" Type="http://schemas.openxmlformats.org/officeDocument/2006/relationships/tags" Target="../tags/tag9.xml"/><Relationship Id="rId1" Type="http://schemas.openxmlformats.org/officeDocument/2006/relationships/vmlDrawing" Target="../drawings/vmlDrawing7.vml"/><Relationship Id="rId6" Type="http://schemas.openxmlformats.org/officeDocument/2006/relationships/image" Target="../media/image1.emf"/><Relationship Id="rId5" Type="http://schemas.openxmlformats.org/officeDocument/2006/relationships/oleObject" Target="../embeddings/oleObject7.bin"/><Relationship Id="rId4"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2.xml"/><Relationship Id="rId7" Type="http://schemas.openxmlformats.org/officeDocument/2006/relationships/image" Target="../media/image6.png"/><Relationship Id="rId2" Type="http://schemas.openxmlformats.org/officeDocument/2006/relationships/tags" Target="../tags/tag11.xml"/><Relationship Id="rId1" Type="http://schemas.openxmlformats.org/officeDocument/2006/relationships/vmlDrawing" Target="../drawings/vmlDrawing8.vml"/><Relationship Id="rId6" Type="http://schemas.openxmlformats.org/officeDocument/2006/relationships/image" Target="../media/image1.emf"/><Relationship Id="rId5" Type="http://schemas.openxmlformats.org/officeDocument/2006/relationships/oleObject" Target="../embeddings/oleObject8.bin"/><Relationship Id="rId4"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4.xml"/><Relationship Id="rId7" Type="http://schemas.openxmlformats.org/officeDocument/2006/relationships/image" Target="../media/image6.png"/><Relationship Id="rId2" Type="http://schemas.openxmlformats.org/officeDocument/2006/relationships/tags" Target="../tags/tag13.xml"/><Relationship Id="rId1" Type="http://schemas.openxmlformats.org/officeDocument/2006/relationships/vmlDrawing" Target="../drawings/vmlDrawing9.vml"/><Relationship Id="rId6" Type="http://schemas.openxmlformats.org/officeDocument/2006/relationships/image" Target="../media/image1.emf"/><Relationship Id="rId5" Type="http://schemas.openxmlformats.org/officeDocument/2006/relationships/oleObject" Target="../embeddings/oleObject9.bin"/><Relationship Id="rId4"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6.xml"/><Relationship Id="rId7" Type="http://schemas.openxmlformats.org/officeDocument/2006/relationships/image" Target="../media/image6.png"/><Relationship Id="rId2" Type="http://schemas.openxmlformats.org/officeDocument/2006/relationships/tags" Target="../tags/tag15.xml"/><Relationship Id="rId1" Type="http://schemas.openxmlformats.org/officeDocument/2006/relationships/vmlDrawing" Target="../drawings/vmlDrawing10.vml"/><Relationship Id="rId6" Type="http://schemas.openxmlformats.org/officeDocument/2006/relationships/image" Target="../media/image1.emf"/><Relationship Id="rId5" Type="http://schemas.openxmlformats.org/officeDocument/2006/relationships/oleObject" Target="../embeddings/oleObject10.bin"/><Relationship Id="rId4"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8.xml"/><Relationship Id="rId7" Type="http://schemas.openxmlformats.org/officeDocument/2006/relationships/image" Target="../media/image6.png"/><Relationship Id="rId2" Type="http://schemas.openxmlformats.org/officeDocument/2006/relationships/tags" Target="../tags/tag17.xml"/><Relationship Id="rId1" Type="http://schemas.openxmlformats.org/officeDocument/2006/relationships/vmlDrawing" Target="../drawings/vmlDrawing11.vml"/><Relationship Id="rId6" Type="http://schemas.openxmlformats.org/officeDocument/2006/relationships/image" Target="../media/image1.emf"/><Relationship Id="rId5" Type="http://schemas.openxmlformats.org/officeDocument/2006/relationships/oleObject" Target="../embeddings/oleObject11.bin"/><Relationship Id="rId4"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20.xml"/><Relationship Id="rId7" Type="http://schemas.openxmlformats.org/officeDocument/2006/relationships/image" Target="../media/image6.png"/><Relationship Id="rId2" Type="http://schemas.openxmlformats.org/officeDocument/2006/relationships/tags" Target="../tags/tag19.xml"/><Relationship Id="rId1" Type="http://schemas.openxmlformats.org/officeDocument/2006/relationships/vmlDrawing" Target="../drawings/vmlDrawing12.vml"/><Relationship Id="rId6" Type="http://schemas.openxmlformats.org/officeDocument/2006/relationships/image" Target="../media/image1.emf"/><Relationship Id="rId5" Type="http://schemas.openxmlformats.org/officeDocument/2006/relationships/oleObject" Target="../embeddings/oleObject12.bin"/><Relationship Id="rId4"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22.xml"/><Relationship Id="rId7" Type="http://schemas.openxmlformats.org/officeDocument/2006/relationships/image" Target="../media/image6.png"/><Relationship Id="rId2" Type="http://schemas.openxmlformats.org/officeDocument/2006/relationships/tags" Target="../tags/tag21.xml"/><Relationship Id="rId1" Type="http://schemas.openxmlformats.org/officeDocument/2006/relationships/vmlDrawing" Target="../drawings/vmlDrawing13.vml"/><Relationship Id="rId6" Type="http://schemas.openxmlformats.org/officeDocument/2006/relationships/image" Target="../media/image1.emf"/><Relationship Id="rId5" Type="http://schemas.openxmlformats.org/officeDocument/2006/relationships/oleObject" Target="../embeddings/oleObject13.bin"/><Relationship Id="rId4"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24.xml"/><Relationship Id="rId7" Type="http://schemas.openxmlformats.org/officeDocument/2006/relationships/image" Target="../media/image6.png"/><Relationship Id="rId2" Type="http://schemas.openxmlformats.org/officeDocument/2006/relationships/tags" Target="../tags/tag23.xml"/><Relationship Id="rId1" Type="http://schemas.openxmlformats.org/officeDocument/2006/relationships/vmlDrawing" Target="../drawings/vmlDrawing14.vml"/><Relationship Id="rId6" Type="http://schemas.openxmlformats.org/officeDocument/2006/relationships/image" Target="../media/image1.emf"/><Relationship Id="rId5" Type="http://schemas.openxmlformats.org/officeDocument/2006/relationships/oleObject" Target="../embeddings/oleObject14.bin"/><Relationship Id="rId4"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Master" Target="../slideMasters/slideMaster3.xml"/><Relationship Id="rId4" Type="http://schemas.openxmlformats.org/officeDocument/2006/relationships/image" Target="../media/image13.pn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Master" Target="../slideMasters/slideMaster3.xml"/><Relationship Id="rId4" Type="http://schemas.openxmlformats.org/officeDocument/2006/relationships/image" Target="../media/image13.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4.xml"/><Relationship Id="rId7" Type="http://schemas.openxmlformats.org/officeDocument/2006/relationships/image" Target="../media/image19.png"/><Relationship Id="rId2" Type="http://schemas.openxmlformats.org/officeDocument/2006/relationships/tags" Target="../tags/tag45.xml"/><Relationship Id="rId1" Type="http://schemas.openxmlformats.org/officeDocument/2006/relationships/vmlDrawing" Target="../drawings/vmlDrawing16.vml"/><Relationship Id="rId6" Type="http://schemas.openxmlformats.org/officeDocument/2006/relationships/image" Target="../media/image18.jpeg"/><Relationship Id="rId5" Type="http://schemas.openxmlformats.org/officeDocument/2006/relationships/image" Target="../media/image17.emf"/><Relationship Id="rId4" Type="http://schemas.openxmlformats.org/officeDocument/2006/relationships/oleObject" Target="../embeddings/oleObject16.bin"/></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0.jpeg"/><Relationship Id="rId1" Type="http://schemas.openxmlformats.org/officeDocument/2006/relationships/slideMaster" Target="../slideMasters/slideMaster5.xml"/><Relationship Id="rId4" Type="http://schemas.openxmlformats.org/officeDocument/2006/relationships/image" Target="../media/image2.png"/></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jpeg"/><Relationship Id="rId1" Type="http://schemas.openxmlformats.org/officeDocument/2006/relationships/slideMaster" Target="../slideMasters/slideMaster5.xml"/><Relationship Id="rId4" Type="http://schemas.openxmlformats.org/officeDocument/2006/relationships/image" Target="../media/image2.png"/></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2.jpeg"/><Relationship Id="rId1" Type="http://schemas.openxmlformats.org/officeDocument/2006/relationships/slideMaster" Target="../slideMasters/slideMaster5.xml"/><Relationship Id="rId5" Type="http://schemas.openxmlformats.org/officeDocument/2006/relationships/image" Target="../media/image2.png"/><Relationship Id="rId4" Type="http://schemas.openxmlformats.org/officeDocument/2006/relationships/image" Target="../media/image13.png"/></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jpeg"/><Relationship Id="rId1" Type="http://schemas.openxmlformats.org/officeDocument/2006/relationships/slideMaster" Target="../slideMasters/slideMaster5.xml"/><Relationship Id="rId5" Type="http://schemas.openxmlformats.org/officeDocument/2006/relationships/image" Target="../media/image2.png"/><Relationship Id="rId4" Type="http://schemas.openxmlformats.org/officeDocument/2006/relationships/image" Target="../media/image13.png"/></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 Id="rId4" Type="http://schemas.openxmlformats.org/officeDocument/2006/relationships/image" Target="../media/image8.png"/></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jpeg"/><Relationship Id="rId1" Type="http://schemas.openxmlformats.org/officeDocument/2006/relationships/slideMaster" Target="../slideMasters/slideMaster5.xml"/><Relationship Id="rId4" Type="http://schemas.openxmlformats.org/officeDocument/2006/relationships/image" Target="../media/image2.png"/></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jpeg"/><Relationship Id="rId1" Type="http://schemas.openxmlformats.org/officeDocument/2006/relationships/slideMaster" Target="../slideMasters/slideMaster5.xml"/><Relationship Id="rId5" Type="http://schemas.openxmlformats.org/officeDocument/2006/relationships/image" Target="../media/image2.png"/><Relationship Id="rId4" Type="http://schemas.openxmlformats.org/officeDocument/2006/relationships/image" Target="../media/image13.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1_ImageReady">
    <p:bg>
      <p:bgPr>
        <a:gradFill flip="none" rotWithShape="1">
          <a:gsLst>
            <a:gs pos="29000">
              <a:schemeClr val="tx2"/>
            </a:gs>
            <a:gs pos="63000">
              <a:schemeClr val="bg2"/>
            </a:gs>
          </a:gsLst>
          <a:path path="circle">
            <a:fillToRect l="100000" t="100000"/>
          </a:path>
          <a:tileRect r="-100000" b="-100000"/>
        </a:grad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1_Mask300.png"/>
          <p:cNvPicPr>
            <a:picLocks noChangeAspect="1" noChangeArrowheads="1"/>
          </p:cNvPicPr>
          <p:nvPr/>
        </p:nvPicPr>
        <p:blipFill>
          <a:blip r:embed="rId2" cstate="print"/>
          <a:srcRect/>
          <a:stretch>
            <a:fillRect/>
          </a:stretch>
        </p:blipFill>
        <p:spPr bwMode="auto">
          <a:xfrm>
            <a:off x="0" y="5619750"/>
            <a:ext cx="12192000" cy="1238250"/>
          </a:xfrm>
          <a:prstGeom prst="rect">
            <a:avLst/>
          </a:prstGeom>
          <a:noFill/>
          <a:ln w="9525">
            <a:noFill/>
            <a:miter lim="800000"/>
            <a:headEnd/>
            <a:tailEnd/>
          </a:ln>
        </p:spPr>
      </p:pic>
      <p:pic>
        <p:nvPicPr>
          <p:cNvPr id="5" name="Picture 7" descr="Highmark_2c.png"/>
          <p:cNvPicPr>
            <a:picLocks noChangeAspect="1"/>
          </p:cNvPicPr>
          <p:nvPr/>
        </p:nvPicPr>
        <p:blipFill>
          <a:blip r:embed="rId3" cstate="print"/>
          <a:srcRect l="-23283" t="-2" r="-2" b="-124632"/>
          <a:stretch>
            <a:fillRect/>
          </a:stretch>
        </p:blipFill>
        <p:spPr bwMode="auto">
          <a:xfrm>
            <a:off x="2" y="6248400"/>
            <a:ext cx="2343151" cy="609600"/>
          </a:xfrm>
          <a:prstGeom prst="rect">
            <a:avLst/>
          </a:prstGeom>
          <a:noFill/>
          <a:ln w="9525">
            <a:noFill/>
            <a:miter lim="800000"/>
            <a:headEnd/>
            <a:tailEnd/>
          </a:ln>
        </p:spPr>
      </p:pic>
      <p:sp>
        <p:nvSpPr>
          <p:cNvPr id="2" name="Title 1"/>
          <p:cNvSpPr>
            <a:spLocks noGrp="1"/>
          </p:cNvSpPr>
          <p:nvPr>
            <p:ph type="ctrTitle"/>
          </p:nvPr>
        </p:nvSpPr>
        <p:spPr>
          <a:xfrm>
            <a:off x="457200" y="286461"/>
            <a:ext cx="11279717" cy="1181096"/>
          </a:xfrm>
        </p:spPr>
        <p:txBody>
          <a:bodyPr/>
          <a:lstStyle>
            <a:lvl1pPr>
              <a:defRPr>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1570113"/>
            <a:ext cx="8434917"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Footer Placeholder 7"/>
          <p:cNvSpPr>
            <a:spLocks noGrp="1"/>
          </p:cNvSpPr>
          <p:nvPr>
            <p:ph type="ftr" sz="quarter" idx="10"/>
          </p:nvPr>
        </p:nvSpPr>
        <p:spPr>
          <a:xfrm>
            <a:off x="9010653" y="6194428"/>
            <a:ext cx="2738967" cy="365125"/>
          </a:xfrm>
        </p:spPr>
        <p:txBody>
          <a:bodyPr/>
          <a:lstStyle>
            <a:lvl1pPr algn="r">
              <a:defRPr sz="1700"/>
            </a:lvl1pPr>
          </a:lstStyle>
          <a:p>
            <a:r>
              <a:rPr lang="en-US" dirty="0">
                <a:solidFill>
                  <a:srgbClr val="333333"/>
                </a:solidFill>
              </a:rPr>
              <a:t>HIGHMARK.COM</a:t>
            </a:r>
          </a:p>
        </p:txBody>
      </p:sp>
    </p:spTree>
    <p:extLst>
      <p:ext uri="{BB962C8B-B14F-4D97-AF65-F5344CB8AC3E}">
        <p14:creationId xmlns:p14="http://schemas.microsoft.com/office/powerpoint/2010/main" val="431328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1_NoImage">
    <p:bg>
      <p:bgPr>
        <a:gradFill flip="none" rotWithShape="1">
          <a:gsLst>
            <a:gs pos="0">
              <a:schemeClr val="tx2"/>
            </a:gs>
            <a:gs pos="100000">
              <a:schemeClr val="bg2"/>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2_Mask300.png"/>
          <p:cNvPicPr>
            <a:picLocks noChangeAspect="1" noChangeArrowheads="1"/>
          </p:cNvPicPr>
          <p:nvPr/>
        </p:nvPicPr>
        <p:blipFill>
          <a:blip r:embed="rId2" cstate="print"/>
          <a:srcRect/>
          <a:stretch>
            <a:fillRect/>
          </a:stretch>
        </p:blipFill>
        <p:spPr bwMode="auto">
          <a:xfrm>
            <a:off x="0" y="5538788"/>
            <a:ext cx="12192000" cy="1319212"/>
          </a:xfrm>
          <a:prstGeom prst="rect">
            <a:avLst/>
          </a:prstGeom>
          <a:noFill/>
          <a:ln w="9525">
            <a:noFill/>
            <a:miter lim="800000"/>
            <a:headEnd/>
            <a:tailEnd/>
          </a:ln>
        </p:spPr>
      </p:pic>
      <p:pic>
        <p:nvPicPr>
          <p:cNvPr id="5" name="Picture 7" descr="Highmark_2c.png"/>
          <p:cNvPicPr>
            <a:picLocks noChangeAspect="1"/>
          </p:cNvPicPr>
          <p:nvPr/>
        </p:nvPicPr>
        <p:blipFill>
          <a:blip r:embed="rId3" cstate="print"/>
          <a:srcRect l="-23283" t="-2" r="-2" b="-124632"/>
          <a:stretch>
            <a:fillRect/>
          </a:stretch>
        </p:blipFill>
        <p:spPr bwMode="auto">
          <a:xfrm>
            <a:off x="2" y="6248400"/>
            <a:ext cx="2343151" cy="609600"/>
          </a:xfrm>
          <a:prstGeom prst="rect">
            <a:avLst/>
          </a:prstGeom>
          <a:noFill/>
          <a:ln w="9525">
            <a:noFill/>
            <a:miter lim="800000"/>
            <a:headEnd/>
            <a:tailEnd/>
          </a:ln>
        </p:spPr>
      </p:pic>
      <p:sp>
        <p:nvSpPr>
          <p:cNvPr id="2" name="Title 1"/>
          <p:cNvSpPr>
            <a:spLocks noGrp="1"/>
          </p:cNvSpPr>
          <p:nvPr>
            <p:ph type="ctrTitle"/>
          </p:nvPr>
        </p:nvSpPr>
        <p:spPr>
          <a:xfrm>
            <a:off x="457200" y="286461"/>
            <a:ext cx="11279717" cy="1181096"/>
          </a:xfrm>
        </p:spPr>
        <p:txBody>
          <a:bodyPr/>
          <a:lstStyle>
            <a:lvl1pPr>
              <a:defRPr>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1570113"/>
            <a:ext cx="8434917"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Footer Placeholder 7"/>
          <p:cNvSpPr>
            <a:spLocks noGrp="1"/>
          </p:cNvSpPr>
          <p:nvPr>
            <p:ph type="ftr" sz="quarter" idx="10"/>
          </p:nvPr>
        </p:nvSpPr>
        <p:spPr>
          <a:xfrm>
            <a:off x="9010653" y="6194428"/>
            <a:ext cx="2738967" cy="365125"/>
          </a:xfrm>
        </p:spPr>
        <p:txBody>
          <a:bodyPr/>
          <a:lstStyle>
            <a:lvl1pPr algn="r">
              <a:defRPr sz="1700"/>
            </a:lvl1pPr>
          </a:lstStyle>
          <a:p>
            <a:r>
              <a:rPr lang="en-US" dirty="0">
                <a:solidFill>
                  <a:srgbClr val="333333"/>
                </a:solidFill>
              </a:rPr>
              <a:t>HIGHMARK.COM</a:t>
            </a:r>
          </a:p>
        </p:txBody>
      </p:sp>
    </p:spTree>
    <p:extLst>
      <p:ext uri="{BB962C8B-B14F-4D97-AF65-F5344CB8AC3E}">
        <p14:creationId xmlns:p14="http://schemas.microsoft.com/office/powerpoint/2010/main" val="2506234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2_ImageReady">
    <p:bg>
      <p:bgPr>
        <a:gradFill flip="none" rotWithShape="1">
          <a:gsLst>
            <a:gs pos="29000">
              <a:schemeClr val="tx2"/>
            </a:gs>
            <a:gs pos="63000">
              <a:schemeClr val="bg2"/>
            </a:gs>
          </a:gsLst>
          <a:path path="circle">
            <a:fillToRect t="100000" r="100000"/>
          </a:path>
          <a:tileRect l="-100000" b="-100000"/>
        </a:grad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1_Mask300.png"/>
          <p:cNvPicPr>
            <a:picLocks noChangeAspect="1" noChangeArrowheads="1"/>
          </p:cNvPicPr>
          <p:nvPr/>
        </p:nvPicPr>
        <p:blipFill>
          <a:blip r:embed="rId2" cstate="print"/>
          <a:srcRect/>
          <a:stretch>
            <a:fillRect/>
          </a:stretch>
        </p:blipFill>
        <p:spPr bwMode="auto">
          <a:xfrm>
            <a:off x="0" y="5619750"/>
            <a:ext cx="12192000" cy="1238250"/>
          </a:xfrm>
          <a:prstGeom prst="rect">
            <a:avLst/>
          </a:prstGeom>
          <a:noFill/>
          <a:ln w="9525">
            <a:noFill/>
            <a:miter lim="800000"/>
            <a:headEnd/>
            <a:tailEnd/>
          </a:ln>
        </p:spPr>
      </p:pic>
      <p:pic>
        <p:nvPicPr>
          <p:cNvPr id="5" name="Picture 7" descr="\\psf\Host\Volumes\johbee\Documents\01_Freelance_Design\Perspective_Branding\HIGHMARK INSURANCE\exports\Title3_MaskTop300.png"/>
          <p:cNvPicPr>
            <a:picLocks noChangeAspect="1" noChangeArrowheads="1"/>
          </p:cNvPicPr>
          <p:nvPr/>
        </p:nvPicPr>
        <p:blipFill>
          <a:blip r:embed="rId3" cstate="print"/>
          <a:srcRect/>
          <a:stretch>
            <a:fillRect/>
          </a:stretch>
        </p:blipFill>
        <p:spPr bwMode="auto">
          <a:xfrm>
            <a:off x="0" y="3"/>
            <a:ext cx="12192000" cy="2239963"/>
          </a:xfrm>
          <a:prstGeom prst="rect">
            <a:avLst/>
          </a:prstGeom>
          <a:noFill/>
          <a:ln w="9525">
            <a:noFill/>
            <a:miter lim="800000"/>
            <a:headEnd/>
            <a:tailEnd/>
          </a:ln>
        </p:spPr>
      </p:pic>
      <p:pic>
        <p:nvPicPr>
          <p:cNvPr id="6" name="Picture 9" descr="Highmark_2c.png"/>
          <p:cNvPicPr>
            <a:picLocks noChangeAspect="1"/>
          </p:cNvPicPr>
          <p:nvPr/>
        </p:nvPicPr>
        <p:blipFill>
          <a:blip r:embed="rId4" cstate="print"/>
          <a:srcRect l="-23283" t="-2" r="-2" b="-124632"/>
          <a:stretch>
            <a:fillRect/>
          </a:stretch>
        </p:blipFill>
        <p:spPr bwMode="auto">
          <a:xfrm>
            <a:off x="2" y="6248400"/>
            <a:ext cx="2343151" cy="609600"/>
          </a:xfrm>
          <a:prstGeom prst="rect">
            <a:avLst/>
          </a:prstGeom>
          <a:noFill/>
          <a:ln w="9525">
            <a:noFill/>
            <a:miter lim="800000"/>
            <a:headEnd/>
            <a:tailEnd/>
          </a:ln>
        </p:spPr>
      </p:pic>
      <p:sp>
        <p:nvSpPr>
          <p:cNvPr id="2" name="Title 1"/>
          <p:cNvSpPr>
            <a:spLocks noGrp="1"/>
          </p:cNvSpPr>
          <p:nvPr>
            <p:ph type="ctrTitle"/>
          </p:nvPr>
        </p:nvSpPr>
        <p:spPr>
          <a:xfrm>
            <a:off x="457200" y="286464"/>
            <a:ext cx="11279717" cy="1056917"/>
          </a:xfrm>
        </p:spPr>
        <p:txBody>
          <a:bodyPr/>
          <a:lstStyle>
            <a:lvl1pPr>
              <a:defRPr>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1409738"/>
            <a:ext cx="8434917" cy="412715"/>
          </a:xfrm>
        </p:spPr>
        <p:txBody>
          <a:bodyPr/>
          <a:lstStyle>
            <a:lvl1pPr marL="0" indent="0" algn="l">
              <a:buNone/>
              <a:defRPr>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Footer Placeholder 7"/>
          <p:cNvSpPr>
            <a:spLocks noGrp="1"/>
          </p:cNvSpPr>
          <p:nvPr>
            <p:ph type="ftr" sz="quarter" idx="10"/>
          </p:nvPr>
        </p:nvSpPr>
        <p:spPr>
          <a:xfrm>
            <a:off x="9010653" y="6194428"/>
            <a:ext cx="2738967" cy="365125"/>
          </a:xfrm>
        </p:spPr>
        <p:txBody>
          <a:bodyPr/>
          <a:lstStyle>
            <a:lvl1pPr algn="r">
              <a:defRPr sz="1700"/>
            </a:lvl1pPr>
          </a:lstStyle>
          <a:p>
            <a:r>
              <a:rPr lang="en-US" dirty="0">
                <a:solidFill>
                  <a:srgbClr val="333333"/>
                </a:solidFill>
              </a:rPr>
              <a:t>HIGHMARK.COM</a:t>
            </a:r>
          </a:p>
        </p:txBody>
      </p:sp>
    </p:spTree>
    <p:extLst>
      <p:ext uri="{BB962C8B-B14F-4D97-AF65-F5344CB8AC3E}">
        <p14:creationId xmlns:p14="http://schemas.microsoft.com/office/powerpoint/2010/main" val="11001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2_NoImage">
    <p:bg>
      <p:bgPr>
        <a:gradFill flip="none" rotWithShape="1">
          <a:gsLst>
            <a:gs pos="0">
              <a:schemeClr val="tx2"/>
            </a:gs>
            <a:gs pos="100000">
              <a:schemeClr val="bg2"/>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2_Mask300.png"/>
          <p:cNvPicPr>
            <a:picLocks noChangeAspect="1" noChangeArrowheads="1"/>
          </p:cNvPicPr>
          <p:nvPr/>
        </p:nvPicPr>
        <p:blipFill>
          <a:blip r:embed="rId2" cstate="print"/>
          <a:srcRect/>
          <a:stretch>
            <a:fillRect/>
          </a:stretch>
        </p:blipFill>
        <p:spPr bwMode="auto">
          <a:xfrm>
            <a:off x="0" y="5538788"/>
            <a:ext cx="12192000" cy="1319212"/>
          </a:xfrm>
          <a:prstGeom prst="rect">
            <a:avLst/>
          </a:prstGeom>
          <a:noFill/>
          <a:ln w="9525">
            <a:noFill/>
            <a:miter lim="800000"/>
            <a:headEnd/>
            <a:tailEnd/>
          </a:ln>
        </p:spPr>
      </p:pic>
      <p:pic>
        <p:nvPicPr>
          <p:cNvPr id="5" name="Picture 7" descr="\\psf\Host\Volumes\johbee\Documents\01_Freelance_Design\Perspective_Branding\HIGHMARK INSURANCE\exports\Title3_MaskTop300.png"/>
          <p:cNvPicPr>
            <a:picLocks noChangeAspect="1" noChangeArrowheads="1"/>
          </p:cNvPicPr>
          <p:nvPr/>
        </p:nvPicPr>
        <p:blipFill>
          <a:blip r:embed="rId3" cstate="print"/>
          <a:srcRect/>
          <a:stretch>
            <a:fillRect/>
          </a:stretch>
        </p:blipFill>
        <p:spPr bwMode="auto">
          <a:xfrm>
            <a:off x="0" y="3"/>
            <a:ext cx="12192000" cy="2239963"/>
          </a:xfrm>
          <a:prstGeom prst="rect">
            <a:avLst/>
          </a:prstGeom>
          <a:noFill/>
          <a:ln w="9525">
            <a:noFill/>
            <a:miter lim="800000"/>
            <a:headEnd/>
            <a:tailEnd/>
          </a:ln>
        </p:spPr>
      </p:pic>
      <p:pic>
        <p:nvPicPr>
          <p:cNvPr id="6" name="Picture 9" descr="Highmark_2c.png"/>
          <p:cNvPicPr>
            <a:picLocks noChangeAspect="1"/>
          </p:cNvPicPr>
          <p:nvPr/>
        </p:nvPicPr>
        <p:blipFill>
          <a:blip r:embed="rId4" cstate="print"/>
          <a:srcRect l="-23283" t="-2" r="-2" b="-124632"/>
          <a:stretch>
            <a:fillRect/>
          </a:stretch>
        </p:blipFill>
        <p:spPr bwMode="auto">
          <a:xfrm>
            <a:off x="2" y="6248400"/>
            <a:ext cx="2343151" cy="609600"/>
          </a:xfrm>
          <a:prstGeom prst="rect">
            <a:avLst/>
          </a:prstGeom>
          <a:noFill/>
          <a:ln w="9525">
            <a:noFill/>
            <a:miter lim="800000"/>
            <a:headEnd/>
            <a:tailEnd/>
          </a:ln>
        </p:spPr>
      </p:pic>
      <p:sp>
        <p:nvSpPr>
          <p:cNvPr id="2" name="Title 1"/>
          <p:cNvSpPr>
            <a:spLocks noGrp="1"/>
          </p:cNvSpPr>
          <p:nvPr>
            <p:ph type="ctrTitle"/>
          </p:nvPr>
        </p:nvSpPr>
        <p:spPr>
          <a:xfrm>
            <a:off x="457200" y="286464"/>
            <a:ext cx="11279717" cy="1056917"/>
          </a:xfrm>
        </p:spPr>
        <p:txBody>
          <a:bodyPr/>
          <a:lstStyle>
            <a:lvl1pPr>
              <a:defRPr>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1409738"/>
            <a:ext cx="8434917" cy="412715"/>
          </a:xfrm>
        </p:spPr>
        <p:txBody>
          <a:bodyPr/>
          <a:lstStyle>
            <a:lvl1pPr marL="0" indent="0" algn="l">
              <a:buNone/>
              <a:defRPr>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Footer Placeholder 7"/>
          <p:cNvSpPr>
            <a:spLocks noGrp="1"/>
          </p:cNvSpPr>
          <p:nvPr>
            <p:ph type="ftr" sz="quarter" idx="10"/>
          </p:nvPr>
        </p:nvSpPr>
        <p:spPr>
          <a:xfrm>
            <a:off x="9010653" y="6194428"/>
            <a:ext cx="2738967" cy="365125"/>
          </a:xfrm>
        </p:spPr>
        <p:txBody>
          <a:bodyPr/>
          <a:lstStyle>
            <a:lvl1pPr algn="r">
              <a:defRPr sz="1700"/>
            </a:lvl1pPr>
          </a:lstStyle>
          <a:p>
            <a:r>
              <a:rPr lang="en-US" dirty="0">
                <a:solidFill>
                  <a:srgbClr val="333333"/>
                </a:solidFill>
              </a:rPr>
              <a:t>HIGHMARK.COM</a:t>
            </a:r>
          </a:p>
        </p:txBody>
      </p:sp>
      <p:sp>
        <p:nvSpPr>
          <p:cNvPr id="8" name="Footer Placeholder 4"/>
          <p:cNvSpPr txBox="1">
            <a:spLocks/>
          </p:cNvSpPr>
          <p:nvPr/>
        </p:nvSpPr>
        <p:spPr bwMode="auto">
          <a:xfrm>
            <a:off x="5888569" y="6310316"/>
            <a:ext cx="4739217" cy="365125"/>
          </a:xfrm>
          <a:prstGeom prst="rect">
            <a:avLst/>
          </a:prstGeom>
          <a:noFill/>
          <a:ln w="9525">
            <a:noFill/>
            <a:miter lim="800000"/>
            <a:headEnd/>
            <a:tailEnd/>
          </a:ln>
        </p:spPr>
        <p:txBody>
          <a:bodyPr lIns="0" tIns="0" rIns="0" bIns="0" anchor="b"/>
          <a:lstStyle/>
          <a:p>
            <a:pPr fontAlgn="base">
              <a:spcBef>
                <a:spcPct val="0"/>
              </a:spcBef>
              <a:spcAft>
                <a:spcPct val="0"/>
              </a:spcAft>
            </a:pPr>
            <a:r>
              <a:rPr lang="en-US" sz="1000" dirty="0">
                <a:solidFill>
                  <a:srgbClr val="898989"/>
                </a:solidFill>
                <a:latin typeface="Arial Narrow" pitchFamily="34" charset="0"/>
              </a:rPr>
              <a:t>PROPRIETARY &amp; CONFIDENTIAL</a:t>
            </a:r>
          </a:p>
        </p:txBody>
      </p:sp>
    </p:spTree>
    <p:extLst>
      <p:ext uri="{BB962C8B-B14F-4D97-AF65-F5344CB8AC3E}">
        <p14:creationId xmlns:p14="http://schemas.microsoft.com/office/powerpoint/2010/main" val="1027575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2"/>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2308"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2118" y="1589"/>
                        <a:ext cx="2116" cy="1587"/>
                      </a:xfrm>
                      <a:prstGeom prst="rect">
                        <a:avLst/>
                      </a:prstGeom>
                    </p:spPr>
                  </p:pic>
                </p:oleObj>
              </mc:Fallback>
            </mc:AlternateContent>
          </a:graphicData>
        </a:graphic>
      </p:graphicFrame>
      <p:pic>
        <p:nvPicPr>
          <p:cNvPr id="4" name="Picture 2" descr="\\psf\Host\Volumes\johbee\Documents\01_Freelance_Design\Perspective_Branding\HIGHMARK INSURANCE\exports\Slide1_TopLeft300.png"/>
          <p:cNvPicPr>
            <a:picLocks noChangeAspect="1" noChangeArrowheads="1"/>
          </p:cNvPicPr>
          <p:nvPr/>
        </p:nvPicPr>
        <p:blipFill>
          <a:blip r:embed="rId6" cstate="print"/>
          <a:srcRect/>
          <a:stretch>
            <a:fillRect/>
          </a:stretch>
        </p:blipFill>
        <p:spPr bwMode="auto">
          <a:xfrm>
            <a:off x="2" y="0"/>
            <a:ext cx="5958417" cy="317500"/>
          </a:xfrm>
          <a:prstGeom prst="rect">
            <a:avLst/>
          </a:prstGeom>
          <a:noFill/>
          <a:ln w="9525">
            <a:noFill/>
            <a:miter lim="800000"/>
            <a:headEnd/>
            <a:tailEnd/>
          </a:ln>
        </p:spPr>
      </p:pic>
      <p:pic>
        <p:nvPicPr>
          <p:cNvPr id="5" name="Picture 3" descr="\\psf\Host\Volumes\johbee\Documents\01_Freelance_Design\Perspective_Branding\HIGHMARK INSURANCE\exports\Slide1_BotRight300.png"/>
          <p:cNvPicPr>
            <a:picLocks noChangeAspect="1" noChangeArrowheads="1"/>
          </p:cNvPicPr>
          <p:nvPr/>
        </p:nvPicPr>
        <p:blipFill>
          <a:blip r:embed="rId7"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6"/>
          <p:cNvSpPr>
            <a:spLocks noGrp="1"/>
          </p:cNvSpPr>
          <p:nvPr>
            <p:ph type="sldNum" sz="quarter" idx="10"/>
          </p:nvPr>
        </p:nvSpPr>
        <p:spPr>
          <a:xfrm>
            <a:off x="11725071" y="6492878"/>
            <a:ext cx="448733" cy="365125"/>
          </a:xfrm>
        </p:spPr>
        <p:txBody>
          <a:bodyPr/>
          <a:lstStyle>
            <a:lvl1pPr>
              <a:defRPr sz="1200" smtClean="0"/>
            </a:lvl1pPr>
          </a:lstStyle>
          <a:p>
            <a:pPr>
              <a:defRPr/>
            </a:pPr>
            <a:fld id="{3369F550-7AC1-4C1C-83E8-1EB487366A85}" type="slidenum">
              <a:rPr lang="en-US">
                <a:solidFill>
                  <a:srgbClr val="333333"/>
                </a:solidFill>
              </a:rPr>
              <a:pPr>
                <a:defRPr/>
              </a:pPr>
              <a:t>‹#›</a:t>
            </a:fld>
            <a:endParaRPr lang="en-US" dirty="0">
              <a:solidFill>
                <a:srgbClr val="333333"/>
              </a:solidFill>
            </a:endParaRPr>
          </a:p>
        </p:txBody>
      </p:sp>
      <p:sp>
        <p:nvSpPr>
          <p:cNvPr id="7" name="Footer Placeholder 7"/>
          <p:cNvSpPr>
            <a:spLocks noGrp="1"/>
          </p:cNvSpPr>
          <p:nvPr>
            <p:ph type="ftr" sz="quarter" idx="11"/>
          </p:nvPr>
        </p:nvSpPr>
        <p:spPr/>
        <p:txBody>
          <a:bodyPr/>
          <a:lstStyle>
            <a:lvl1pPr>
              <a:defRPr/>
            </a:lvl1pPr>
          </a:lstStyle>
          <a:p>
            <a:r>
              <a:rPr lang="en-US" dirty="0">
                <a:solidFill>
                  <a:srgbClr val="333333"/>
                </a:solidFill>
              </a:rPr>
              <a:t>HIGHMARK.COM</a:t>
            </a:r>
          </a:p>
        </p:txBody>
      </p:sp>
      <p:sp>
        <p:nvSpPr>
          <p:cNvPr id="8" name="Footer Placeholder 4"/>
          <p:cNvSpPr txBox="1">
            <a:spLocks/>
          </p:cNvSpPr>
          <p:nvPr/>
        </p:nvSpPr>
        <p:spPr bwMode="auto">
          <a:xfrm>
            <a:off x="3796910" y="6388908"/>
            <a:ext cx="4739217" cy="365125"/>
          </a:xfrm>
          <a:prstGeom prst="rect">
            <a:avLst/>
          </a:prstGeom>
          <a:noFill/>
          <a:ln w="9525">
            <a:noFill/>
            <a:miter lim="800000"/>
            <a:headEnd/>
            <a:tailEnd/>
          </a:ln>
        </p:spPr>
        <p:txBody>
          <a:bodyPr lIns="0" tIns="0" rIns="0" bIns="0" anchor="b"/>
          <a:lstStyle/>
          <a:p>
            <a:pPr algn="ctr" fontAlgn="base">
              <a:spcBef>
                <a:spcPct val="0"/>
              </a:spcBef>
              <a:spcAft>
                <a:spcPct val="0"/>
              </a:spcAft>
            </a:pPr>
            <a:r>
              <a:rPr lang="en-US" sz="1000" dirty="0">
                <a:solidFill>
                  <a:srgbClr val="898989"/>
                </a:solidFill>
                <a:latin typeface="Arial Narrow" pitchFamily="34" charset="0"/>
              </a:rPr>
              <a:t>PROPRIETARY &amp; CONFIDENTIAL</a:t>
            </a:r>
          </a:p>
        </p:txBody>
      </p:sp>
    </p:spTree>
    <p:extLst>
      <p:ext uri="{BB962C8B-B14F-4D97-AF65-F5344CB8AC3E}">
        <p14:creationId xmlns:p14="http://schemas.microsoft.com/office/powerpoint/2010/main" val="2973531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6_Title and Content">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2"/>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6404"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2118" y="1589"/>
                        <a:ext cx="2116" cy="1587"/>
                      </a:xfrm>
                      <a:prstGeom prst="rect">
                        <a:avLst/>
                      </a:prstGeom>
                    </p:spPr>
                  </p:pic>
                </p:oleObj>
              </mc:Fallback>
            </mc:AlternateContent>
          </a:graphicData>
        </a:graphic>
      </p:graphicFrame>
      <p:pic>
        <p:nvPicPr>
          <p:cNvPr id="4" name="Picture 2" descr="\\psf\Host\Volumes\johbee\Documents\01_Freelance_Design\Perspective_Branding\HIGHMARK INSURANCE\exports\Slide1_TopLeft300.png"/>
          <p:cNvPicPr>
            <a:picLocks noChangeAspect="1" noChangeArrowheads="1"/>
          </p:cNvPicPr>
          <p:nvPr/>
        </p:nvPicPr>
        <p:blipFill>
          <a:blip r:embed="rId6" cstate="print"/>
          <a:srcRect/>
          <a:stretch>
            <a:fillRect/>
          </a:stretch>
        </p:blipFill>
        <p:spPr bwMode="auto">
          <a:xfrm>
            <a:off x="2" y="0"/>
            <a:ext cx="5958417" cy="317500"/>
          </a:xfrm>
          <a:prstGeom prst="rect">
            <a:avLst/>
          </a:prstGeom>
          <a:noFill/>
          <a:ln w="9525">
            <a:noFill/>
            <a:miter lim="800000"/>
            <a:headEnd/>
            <a:tailEnd/>
          </a:ln>
        </p:spPr>
      </p:pic>
      <p:pic>
        <p:nvPicPr>
          <p:cNvPr id="5" name="Picture 3" descr="\\psf\Host\Volumes\johbee\Documents\01_Freelance_Design\Perspective_Branding\HIGHMARK INSURANCE\exports\Slide1_BotRight300.png"/>
          <p:cNvPicPr>
            <a:picLocks noChangeAspect="1" noChangeArrowheads="1"/>
          </p:cNvPicPr>
          <p:nvPr/>
        </p:nvPicPr>
        <p:blipFill>
          <a:blip r:embed="rId7"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6"/>
          <p:cNvSpPr>
            <a:spLocks noGrp="1"/>
          </p:cNvSpPr>
          <p:nvPr>
            <p:ph type="sldNum" sz="quarter" idx="10"/>
          </p:nvPr>
        </p:nvSpPr>
        <p:spPr>
          <a:xfrm>
            <a:off x="11725071" y="6492878"/>
            <a:ext cx="448733" cy="365125"/>
          </a:xfrm>
        </p:spPr>
        <p:txBody>
          <a:bodyPr/>
          <a:lstStyle>
            <a:lvl1pPr>
              <a:defRPr sz="1200" smtClean="0"/>
            </a:lvl1pPr>
          </a:lstStyle>
          <a:p>
            <a:pPr>
              <a:defRPr/>
            </a:pPr>
            <a:fld id="{3369F550-7AC1-4C1C-83E8-1EB487366A85}" type="slidenum">
              <a:rPr lang="en-US">
                <a:solidFill>
                  <a:srgbClr val="333333"/>
                </a:solidFill>
              </a:rPr>
              <a:pPr>
                <a:defRPr/>
              </a:pPr>
              <a:t>‹#›</a:t>
            </a:fld>
            <a:endParaRPr lang="en-US" dirty="0">
              <a:solidFill>
                <a:srgbClr val="333333"/>
              </a:solidFill>
            </a:endParaRPr>
          </a:p>
        </p:txBody>
      </p:sp>
      <p:sp>
        <p:nvSpPr>
          <p:cNvPr id="7" name="Footer Placeholder 7"/>
          <p:cNvSpPr>
            <a:spLocks noGrp="1"/>
          </p:cNvSpPr>
          <p:nvPr>
            <p:ph type="ftr" sz="quarter" idx="11"/>
          </p:nvPr>
        </p:nvSpPr>
        <p:spPr/>
        <p:txBody>
          <a:bodyPr/>
          <a:lstStyle>
            <a:lvl1pPr>
              <a:defRPr/>
            </a:lvl1pPr>
          </a:lstStyle>
          <a:p>
            <a:r>
              <a:rPr lang="en-US" dirty="0">
                <a:solidFill>
                  <a:srgbClr val="333333"/>
                </a:solidFill>
              </a:rPr>
              <a:t>HIGHMARK.COM</a:t>
            </a:r>
          </a:p>
        </p:txBody>
      </p:sp>
      <p:sp>
        <p:nvSpPr>
          <p:cNvPr id="8" name="Footer Placeholder 4"/>
          <p:cNvSpPr txBox="1">
            <a:spLocks/>
          </p:cNvSpPr>
          <p:nvPr/>
        </p:nvSpPr>
        <p:spPr bwMode="auto">
          <a:xfrm>
            <a:off x="3796910" y="6388908"/>
            <a:ext cx="4739217" cy="365125"/>
          </a:xfrm>
          <a:prstGeom prst="rect">
            <a:avLst/>
          </a:prstGeom>
          <a:noFill/>
          <a:ln w="9525">
            <a:noFill/>
            <a:miter lim="800000"/>
            <a:headEnd/>
            <a:tailEnd/>
          </a:ln>
        </p:spPr>
        <p:txBody>
          <a:bodyPr lIns="0" tIns="0" rIns="0" bIns="0" anchor="b"/>
          <a:lstStyle/>
          <a:p>
            <a:pPr algn="ctr" fontAlgn="base">
              <a:spcBef>
                <a:spcPct val="0"/>
              </a:spcBef>
              <a:spcAft>
                <a:spcPct val="0"/>
              </a:spcAft>
            </a:pPr>
            <a:r>
              <a:rPr lang="en-US" sz="1000" dirty="0">
                <a:solidFill>
                  <a:srgbClr val="898989"/>
                </a:solidFill>
                <a:latin typeface="Arial Narrow" pitchFamily="34" charset="0"/>
              </a:rPr>
              <a:t>PROPRIETARY &amp; CONFIDENTIAL</a:t>
            </a:r>
          </a:p>
        </p:txBody>
      </p:sp>
    </p:spTree>
    <p:extLst>
      <p:ext uri="{BB962C8B-B14F-4D97-AF65-F5344CB8AC3E}">
        <p14:creationId xmlns:p14="http://schemas.microsoft.com/office/powerpoint/2010/main" val="2405688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2"/>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9476"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2118" y="1589"/>
                        <a:ext cx="2116" cy="1587"/>
                      </a:xfrm>
                      <a:prstGeom prst="rect">
                        <a:avLst/>
                      </a:prstGeom>
                    </p:spPr>
                  </p:pic>
                </p:oleObj>
              </mc:Fallback>
            </mc:AlternateContent>
          </a:graphicData>
        </a:graphic>
      </p:graphicFrame>
      <p:pic>
        <p:nvPicPr>
          <p:cNvPr id="4" name="Picture 2" descr="\\psf\Host\Volumes\johbee\Documents\01_Freelance_Design\Perspective_Branding\HIGHMARK INSURANCE\exports\Slide1_TopLeft300.png"/>
          <p:cNvPicPr>
            <a:picLocks noChangeAspect="1" noChangeArrowheads="1"/>
          </p:cNvPicPr>
          <p:nvPr/>
        </p:nvPicPr>
        <p:blipFill>
          <a:blip r:embed="rId6" cstate="print"/>
          <a:srcRect/>
          <a:stretch>
            <a:fillRect/>
          </a:stretch>
        </p:blipFill>
        <p:spPr bwMode="auto">
          <a:xfrm>
            <a:off x="2" y="0"/>
            <a:ext cx="5958417" cy="317500"/>
          </a:xfrm>
          <a:prstGeom prst="rect">
            <a:avLst/>
          </a:prstGeom>
          <a:noFill/>
          <a:ln w="9525">
            <a:noFill/>
            <a:miter lim="800000"/>
            <a:headEnd/>
            <a:tailEnd/>
          </a:ln>
        </p:spPr>
      </p:pic>
      <p:pic>
        <p:nvPicPr>
          <p:cNvPr id="5" name="Picture 3" descr="\\psf\Host\Volumes\johbee\Documents\01_Freelance_Design\Perspective_Branding\HIGHMARK INSURANCE\exports\Slide1_BotRight300.png"/>
          <p:cNvPicPr>
            <a:picLocks noChangeAspect="1" noChangeArrowheads="1"/>
          </p:cNvPicPr>
          <p:nvPr/>
        </p:nvPicPr>
        <p:blipFill>
          <a:blip r:embed="rId7"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6"/>
          <p:cNvSpPr>
            <a:spLocks noGrp="1"/>
          </p:cNvSpPr>
          <p:nvPr>
            <p:ph type="sldNum" sz="quarter" idx="10"/>
          </p:nvPr>
        </p:nvSpPr>
        <p:spPr>
          <a:xfrm>
            <a:off x="11725071" y="6492878"/>
            <a:ext cx="448733" cy="365125"/>
          </a:xfrm>
        </p:spPr>
        <p:txBody>
          <a:bodyPr/>
          <a:lstStyle>
            <a:lvl1pPr>
              <a:defRPr sz="1200" smtClean="0"/>
            </a:lvl1pPr>
          </a:lstStyle>
          <a:p>
            <a:pPr>
              <a:defRPr/>
            </a:pPr>
            <a:fld id="{3369F550-7AC1-4C1C-83E8-1EB487366A85}" type="slidenum">
              <a:rPr lang="en-US">
                <a:solidFill>
                  <a:srgbClr val="333333"/>
                </a:solidFill>
              </a:rPr>
              <a:pPr>
                <a:defRPr/>
              </a:pPr>
              <a:t>‹#›</a:t>
            </a:fld>
            <a:endParaRPr lang="en-US" dirty="0">
              <a:solidFill>
                <a:srgbClr val="333333"/>
              </a:solidFill>
            </a:endParaRPr>
          </a:p>
        </p:txBody>
      </p:sp>
      <p:sp>
        <p:nvSpPr>
          <p:cNvPr id="7" name="Footer Placeholder 7"/>
          <p:cNvSpPr>
            <a:spLocks noGrp="1"/>
          </p:cNvSpPr>
          <p:nvPr>
            <p:ph type="ftr" sz="quarter" idx="11"/>
          </p:nvPr>
        </p:nvSpPr>
        <p:spPr/>
        <p:txBody>
          <a:bodyPr/>
          <a:lstStyle>
            <a:lvl1pPr>
              <a:defRPr/>
            </a:lvl1pPr>
          </a:lstStyle>
          <a:p>
            <a:r>
              <a:rPr lang="en-US" dirty="0">
                <a:solidFill>
                  <a:srgbClr val="333333"/>
                </a:solidFill>
              </a:rPr>
              <a:t>HIGHMARK.COM</a:t>
            </a:r>
          </a:p>
        </p:txBody>
      </p:sp>
      <p:sp>
        <p:nvSpPr>
          <p:cNvPr id="8" name="Footer Placeholder 4"/>
          <p:cNvSpPr txBox="1">
            <a:spLocks/>
          </p:cNvSpPr>
          <p:nvPr/>
        </p:nvSpPr>
        <p:spPr bwMode="auto">
          <a:xfrm>
            <a:off x="3796910" y="6388908"/>
            <a:ext cx="4739217" cy="365125"/>
          </a:xfrm>
          <a:prstGeom prst="rect">
            <a:avLst/>
          </a:prstGeom>
          <a:noFill/>
          <a:ln w="9525">
            <a:noFill/>
            <a:miter lim="800000"/>
            <a:headEnd/>
            <a:tailEnd/>
          </a:ln>
        </p:spPr>
        <p:txBody>
          <a:bodyPr lIns="0" tIns="0" rIns="0" bIns="0" anchor="b"/>
          <a:lstStyle/>
          <a:p>
            <a:pPr algn="ctr" fontAlgn="base">
              <a:spcBef>
                <a:spcPct val="0"/>
              </a:spcBef>
              <a:spcAft>
                <a:spcPct val="0"/>
              </a:spcAft>
            </a:pPr>
            <a:r>
              <a:rPr lang="en-US" sz="1000" dirty="0">
                <a:solidFill>
                  <a:srgbClr val="898989"/>
                </a:solidFill>
                <a:latin typeface="Arial Narrow" pitchFamily="34" charset="0"/>
              </a:rPr>
              <a:t>PROPRIETARY &amp; CONFIDENTIAL</a:t>
            </a:r>
          </a:p>
        </p:txBody>
      </p:sp>
    </p:spTree>
    <p:extLst>
      <p:ext uri="{BB962C8B-B14F-4D97-AF65-F5344CB8AC3E}">
        <p14:creationId xmlns:p14="http://schemas.microsoft.com/office/powerpoint/2010/main" val="311616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Content and 1-column Right Imag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7"/>
            <a:ext cx="8434917"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p:cNvSpPr>
            <a:spLocks noGrp="1"/>
          </p:cNvSpPr>
          <p:nvPr>
            <p:ph type="pic" sz="quarter" idx="12"/>
          </p:nvPr>
        </p:nvSpPr>
        <p:spPr>
          <a:xfrm>
            <a:off x="9010652" y="1912941"/>
            <a:ext cx="2726267"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7" name="Slide Number Placeholder 6"/>
          <p:cNvSpPr>
            <a:spLocks noGrp="1"/>
          </p:cNvSpPr>
          <p:nvPr>
            <p:ph type="sldNum" sz="quarter" idx="13"/>
          </p:nvPr>
        </p:nvSpPr>
        <p:spPr/>
        <p:txBody>
          <a:bodyPr/>
          <a:lstStyle>
            <a:lvl1pPr>
              <a:defRPr sz="1200" smtClean="0"/>
            </a:lvl1pPr>
          </a:lstStyle>
          <a:p>
            <a:pPr>
              <a:defRPr/>
            </a:pPr>
            <a:fld id="{9AD8F129-2CCB-49E0-8A69-67C238710746}"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3618419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Content and 1-column Left Imag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302000" y="1856317"/>
            <a:ext cx="8434917"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p:cNvSpPr>
            <a:spLocks noGrp="1"/>
          </p:cNvSpPr>
          <p:nvPr>
            <p:ph type="pic" sz="quarter" idx="12"/>
          </p:nvPr>
        </p:nvSpPr>
        <p:spPr>
          <a:xfrm>
            <a:off x="457201" y="1912941"/>
            <a:ext cx="2726267"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7" name="Slide Number Placeholder 6"/>
          <p:cNvSpPr>
            <a:spLocks noGrp="1"/>
          </p:cNvSpPr>
          <p:nvPr>
            <p:ph type="sldNum" sz="quarter" idx="13"/>
          </p:nvPr>
        </p:nvSpPr>
        <p:spPr/>
        <p:txBody>
          <a:bodyPr/>
          <a:lstStyle>
            <a:lvl1pPr>
              <a:defRPr smtClean="0"/>
            </a:lvl1pPr>
          </a:lstStyle>
          <a:p>
            <a:pPr>
              <a:defRPr/>
            </a:pPr>
            <a:fld id="{0D72326C-FBA7-434C-8A33-9E6FEE2BBFBA}"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304468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Uneven 2-column Layout">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7"/>
            <a:ext cx="2728384"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2"/>
          </p:nvPr>
        </p:nvSpPr>
        <p:spPr>
          <a:xfrm>
            <a:off x="3306235" y="1856317"/>
            <a:ext cx="8430684"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3"/>
          </p:nvPr>
        </p:nvSpPr>
        <p:spPr/>
        <p:txBody>
          <a:bodyPr/>
          <a:lstStyle>
            <a:lvl1pPr>
              <a:defRPr smtClean="0"/>
            </a:lvl1pPr>
          </a:lstStyle>
          <a:p>
            <a:pPr>
              <a:defRPr/>
            </a:pPr>
            <a:fld id="{441D8398-EE82-4E54-83BE-E779660C1683}"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3804981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2-column text">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7"/>
            <a:ext cx="5579533"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2"/>
          </p:nvPr>
        </p:nvSpPr>
        <p:spPr>
          <a:xfrm>
            <a:off x="6157384" y="1856317"/>
            <a:ext cx="5579533"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3"/>
          </p:nvPr>
        </p:nvSpPr>
        <p:spPr/>
        <p:txBody>
          <a:bodyPr/>
          <a:lstStyle>
            <a:lvl1pPr>
              <a:defRPr smtClean="0"/>
            </a:lvl1pPr>
          </a:lstStyle>
          <a:p>
            <a:pPr>
              <a:defRPr/>
            </a:pPr>
            <a:fld id="{E1DFEBF3-8BE0-44BE-ABB4-7E1CB5202C07}"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33941526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Text, Right Imag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7"/>
            <a:ext cx="5579533"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p:cNvSpPr>
            <a:spLocks noGrp="1"/>
          </p:cNvSpPr>
          <p:nvPr>
            <p:ph type="pic" sz="quarter" idx="12"/>
          </p:nvPr>
        </p:nvSpPr>
        <p:spPr>
          <a:xfrm>
            <a:off x="6159502" y="1912941"/>
            <a:ext cx="5577417"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7" name="Slide Number Placeholder 6"/>
          <p:cNvSpPr>
            <a:spLocks noGrp="1"/>
          </p:cNvSpPr>
          <p:nvPr>
            <p:ph type="sldNum" sz="quarter" idx="13"/>
          </p:nvPr>
        </p:nvSpPr>
        <p:spPr/>
        <p:txBody>
          <a:bodyPr/>
          <a:lstStyle>
            <a:lvl1pPr>
              <a:defRPr smtClean="0"/>
            </a:lvl1pPr>
          </a:lstStyle>
          <a:p>
            <a:pPr>
              <a:defRPr/>
            </a:pPr>
            <a:fld id="{BBD5B826-5AC1-42DC-A195-5BD66E53B1FF}"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28655919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Title, Text, Left Imag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159500" y="1856317"/>
            <a:ext cx="5579533"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p:cNvSpPr>
            <a:spLocks noGrp="1"/>
          </p:cNvSpPr>
          <p:nvPr>
            <p:ph type="pic" sz="quarter" idx="12"/>
          </p:nvPr>
        </p:nvSpPr>
        <p:spPr>
          <a:xfrm>
            <a:off x="457200" y="1912941"/>
            <a:ext cx="5579533"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7" name="Slide Number Placeholder 6"/>
          <p:cNvSpPr>
            <a:spLocks noGrp="1"/>
          </p:cNvSpPr>
          <p:nvPr>
            <p:ph type="sldNum" sz="quarter" idx="13"/>
          </p:nvPr>
        </p:nvSpPr>
        <p:spPr/>
        <p:txBody>
          <a:bodyPr/>
          <a:lstStyle>
            <a:lvl1pPr>
              <a:defRPr smtClean="0"/>
            </a:lvl1pPr>
          </a:lstStyle>
          <a:p>
            <a:pPr>
              <a:defRPr/>
            </a:pPr>
            <a:fld id="{F873FE94-FD51-4AAE-9CC9-EAD761FE9A9D}"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34406852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2-column with 1 headlin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2123041"/>
            <a:ext cx="11279717" cy="3874883"/>
          </a:xfrm>
        </p:spPr>
        <p:txBody>
          <a:bodyPr numCol="2" spcCol="91440"/>
          <a:lstStyle>
            <a:lvl1pPr marL="0" indent="0">
              <a:lnSpc>
                <a:spcPct val="120000"/>
              </a:lnSpc>
              <a:spcAft>
                <a:spcPts val="800"/>
              </a:spcAft>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457200" y="1854087"/>
            <a:ext cx="11279717" cy="355600"/>
          </a:xfrm>
        </p:spPr>
        <p:txBody>
          <a:bodyPr/>
          <a:lstStyle/>
          <a:p>
            <a:pPr lvl="0"/>
            <a:r>
              <a:rPr lang="en-US"/>
              <a:t>Click to edit Master text styles</a:t>
            </a:r>
          </a:p>
        </p:txBody>
      </p:sp>
      <p:sp>
        <p:nvSpPr>
          <p:cNvPr id="7" name="Slide Number Placeholder 6"/>
          <p:cNvSpPr>
            <a:spLocks noGrp="1"/>
          </p:cNvSpPr>
          <p:nvPr>
            <p:ph type="sldNum" sz="quarter" idx="13"/>
          </p:nvPr>
        </p:nvSpPr>
        <p:spPr/>
        <p:txBody>
          <a:bodyPr/>
          <a:lstStyle>
            <a:lvl1pPr>
              <a:defRPr sz="1200" smtClean="0"/>
            </a:lvl1pPr>
          </a:lstStyle>
          <a:p>
            <a:pPr>
              <a:defRPr/>
            </a:pPr>
            <a:fld id="{D7FEC4DE-878D-402C-B2CC-85F5E95B905D}"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1045287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2-columns, and Image with 1 headline">
    <p:spTree>
      <p:nvGrpSpPr>
        <p:cNvPr id="1" name=""/>
        <p:cNvGrpSpPr/>
        <p:nvPr/>
      </p:nvGrpSpPr>
      <p:grpSpPr>
        <a:xfrm>
          <a:off x="0" y="0"/>
          <a:ext cx="0" cy="0"/>
          <a:chOff x="0" y="0"/>
          <a:chExt cx="0" cy="0"/>
        </a:xfrm>
      </p:grpSpPr>
      <p:pic>
        <p:nvPicPr>
          <p:cNvPr id="6"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7"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2123041"/>
            <a:ext cx="5579533" cy="3874883"/>
          </a:xfrm>
        </p:spPr>
        <p:txBody>
          <a:bodyPr numCol="2" spcCol="91440"/>
          <a:lstStyle>
            <a:lvl1pPr marL="0" indent="0">
              <a:lnSpc>
                <a:spcPct val="120000"/>
              </a:lnSpc>
              <a:spcAft>
                <a:spcPts val="800"/>
              </a:spcAft>
              <a:defRPr sz="1400" b="0">
                <a:solidFill>
                  <a:schemeClr val="bg1"/>
                </a:solidFill>
              </a:defRPr>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457200" y="1854087"/>
            <a:ext cx="5579533" cy="355600"/>
          </a:xfrm>
        </p:spPr>
        <p:txBody>
          <a:bodyPr/>
          <a:lstStyle>
            <a:lvl1pPr marL="0" indent="0">
              <a:defRPr/>
            </a:lvl1pPr>
          </a:lstStyle>
          <a:p>
            <a:pPr lvl="0"/>
            <a:r>
              <a:rPr lang="en-US"/>
              <a:t>Click to edit Master text styles</a:t>
            </a:r>
          </a:p>
        </p:txBody>
      </p:sp>
      <p:sp>
        <p:nvSpPr>
          <p:cNvPr id="11" name="Picture Placeholder 10"/>
          <p:cNvSpPr>
            <a:spLocks noGrp="1"/>
          </p:cNvSpPr>
          <p:nvPr>
            <p:ph type="pic" sz="quarter" idx="13"/>
          </p:nvPr>
        </p:nvSpPr>
        <p:spPr>
          <a:xfrm>
            <a:off x="6159502" y="1912941"/>
            <a:ext cx="5577417"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8" name="Slide Number Placeholder 6"/>
          <p:cNvSpPr>
            <a:spLocks noGrp="1"/>
          </p:cNvSpPr>
          <p:nvPr>
            <p:ph type="sldNum" sz="quarter" idx="14"/>
          </p:nvPr>
        </p:nvSpPr>
        <p:spPr/>
        <p:txBody>
          <a:bodyPr/>
          <a:lstStyle>
            <a:lvl1pPr>
              <a:defRPr sz="1200" smtClean="0"/>
            </a:lvl1pPr>
          </a:lstStyle>
          <a:p>
            <a:pPr>
              <a:defRPr/>
            </a:pPr>
            <a:fld id="{352EF552-0D90-454B-8F67-024893F4D646}" type="slidenum">
              <a:rPr lang="en-US">
                <a:solidFill>
                  <a:srgbClr val="333333"/>
                </a:solidFill>
              </a:rPr>
              <a:pPr>
                <a:defRPr/>
              </a:pPr>
              <a:t>‹#›</a:t>
            </a:fld>
            <a:endParaRPr lang="en-US" dirty="0">
              <a:solidFill>
                <a:srgbClr val="333333"/>
              </a:solidFill>
            </a:endParaRPr>
          </a:p>
        </p:txBody>
      </p:sp>
      <p:sp>
        <p:nvSpPr>
          <p:cNvPr id="9" name="Footer Placeholder 7"/>
          <p:cNvSpPr>
            <a:spLocks noGrp="1"/>
          </p:cNvSpPr>
          <p:nvPr>
            <p:ph type="ftr" sz="quarter" idx="15"/>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10509118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2-columns, and Left Image with 1 headline">
    <p:spTree>
      <p:nvGrpSpPr>
        <p:cNvPr id="1" name=""/>
        <p:cNvGrpSpPr/>
        <p:nvPr/>
      </p:nvGrpSpPr>
      <p:grpSpPr>
        <a:xfrm>
          <a:off x="0" y="0"/>
          <a:ext cx="0" cy="0"/>
          <a:chOff x="0" y="0"/>
          <a:chExt cx="0" cy="0"/>
        </a:xfrm>
      </p:grpSpPr>
      <p:pic>
        <p:nvPicPr>
          <p:cNvPr id="6"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157384" y="2123041"/>
            <a:ext cx="5579533" cy="3874883"/>
          </a:xfrm>
        </p:spPr>
        <p:txBody>
          <a:bodyPr numCol="2" spcCol="91440"/>
          <a:lstStyle>
            <a:lvl1pPr marL="0" indent="0">
              <a:lnSpc>
                <a:spcPct val="120000"/>
              </a:lnSpc>
              <a:spcAft>
                <a:spcPts val="800"/>
              </a:spcAft>
              <a:defRPr sz="1400" b="0">
                <a:solidFill>
                  <a:schemeClr val="bg1"/>
                </a:solidFill>
              </a:defRPr>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6157384" y="1854087"/>
            <a:ext cx="5579533" cy="355600"/>
          </a:xfrm>
        </p:spPr>
        <p:txBody>
          <a:bodyPr/>
          <a:lstStyle/>
          <a:p>
            <a:pPr lvl="0"/>
            <a:r>
              <a:rPr lang="en-US"/>
              <a:t>Click to edit Master text styles</a:t>
            </a:r>
          </a:p>
        </p:txBody>
      </p:sp>
      <p:sp>
        <p:nvSpPr>
          <p:cNvPr id="11" name="Picture Placeholder 10"/>
          <p:cNvSpPr>
            <a:spLocks noGrp="1"/>
          </p:cNvSpPr>
          <p:nvPr>
            <p:ph type="pic" sz="quarter" idx="13"/>
          </p:nvPr>
        </p:nvSpPr>
        <p:spPr>
          <a:xfrm>
            <a:off x="457202" y="1912941"/>
            <a:ext cx="5577417"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9" name="Footer Placeholder 7"/>
          <p:cNvSpPr>
            <a:spLocks noGrp="1"/>
          </p:cNvSpPr>
          <p:nvPr>
            <p:ph type="ftr" sz="quarter" idx="15"/>
          </p:nvPr>
        </p:nvSpPr>
        <p:spPr/>
        <p:txBody>
          <a:bodyPr/>
          <a:lstStyle>
            <a:lvl1pPr>
              <a:defRPr/>
            </a:lvl1pPr>
          </a:lstStyle>
          <a:p>
            <a:r>
              <a:rPr lang="en-US" dirty="0">
                <a:solidFill>
                  <a:srgbClr val="333333"/>
                </a:solidFill>
              </a:rPr>
              <a:t>HIGHMARK.COM</a:t>
            </a:r>
          </a:p>
        </p:txBody>
      </p:sp>
      <p:sp>
        <p:nvSpPr>
          <p:cNvPr id="14" name="Slide Number Placeholder 5"/>
          <p:cNvSpPr>
            <a:spLocks noGrp="1"/>
          </p:cNvSpPr>
          <p:nvPr>
            <p:ph type="sldNum" sz="quarter" idx="4"/>
          </p:nvPr>
        </p:nvSpPr>
        <p:spPr>
          <a:xfrm>
            <a:off x="11699108" y="6463355"/>
            <a:ext cx="448733" cy="365125"/>
          </a:xfrm>
          <a:prstGeom prst="rect">
            <a:avLst/>
          </a:prstGeom>
        </p:spPr>
        <p:txBody>
          <a:bodyPr vert="horz" wrap="square" lIns="0" tIns="0" rIns="0" bIns="0" numCol="1" anchor="b" anchorCtr="0" compatLnSpc="1">
            <a:prstTxWarp prst="textNoShape">
              <a:avLst/>
            </a:prstTxWarp>
          </a:bodyPr>
          <a:lstStyle>
            <a:lvl1pPr algn="r">
              <a:defRPr sz="1400" smtClean="0">
                <a:solidFill>
                  <a:schemeClr val="bg1"/>
                </a:solidFill>
                <a:ea typeface="ＭＳ Ｐゴシック" charset="-128"/>
              </a:defRPr>
            </a:lvl1pPr>
          </a:lstStyle>
          <a:p>
            <a:pPr fontAlgn="base">
              <a:spcBef>
                <a:spcPct val="0"/>
              </a:spcBef>
              <a:spcAft>
                <a:spcPct val="0"/>
              </a:spcAft>
              <a:defRPr/>
            </a:pPr>
            <a:fld id="{A8DEAE8A-6423-47B1-A5CD-FA95EE93DE68}" type="slidenum">
              <a:rPr lang="en-US">
                <a:solidFill>
                  <a:srgbClr val="333333"/>
                </a:solidFill>
              </a:rPr>
              <a:pPr fontAlgn="base">
                <a:spcBef>
                  <a:spcPct val="0"/>
                </a:spcBef>
                <a:spcAft>
                  <a:spcPct val="0"/>
                </a:spcAft>
                <a:defRPr/>
              </a:pPr>
              <a:t>‹#›</a:t>
            </a:fld>
            <a:endParaRPr lang="en-US" dirty="0">
              <a:solidFill>
                <a:srgbClr val="333333"/>
              </a:solidFill>
            </a:endParaRPr>
          </a:p>
        </p:txBody>
      </p:sp>
    </p:spTree>
    <p:extLst>
      <p:ext uri="{BB962C8B-B14F-4D97-AF65-F5344CB8AC3E}">
        <p14:creationId xmlns:p14="http://schemas.microsoft.com/office/powerpoint/2010/main" val="5810988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4-column with 1 headlin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2123041"/>
            <a:ext cx="11279717" cy="3874883"/>
          </a:xfrm>
        </p:spPr>
        <p:txBody>
          <a:bodyPr numCol="4" spcCol="91440"/>
          <a:lstStyle>
            <a:lvl1pPr marL="0" indent="0">
              <a:lnSpc>
                <a:spcPct val="120000"/>
              </a:lnSpc>
              <a:spcAft>
                <a:spcPts val="1000"/>
              </a:spcAft>
              <a:defRPr sz="1400" b="0">
                <a:solidFill>
                  <a:schemeClr val="bg1"/>
                </a:solidFill>
              </a:defRPr>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457200" y="1854087"/>
            <a:ext cx="11279717" cy="355600"/>
          </a:xfrm>
        </p:spPr>
        <p:txBody>
          <a:bodyPr/>
          <a:lstStyle/>
          <a:p>
            <a:pPr lvl="0"/>
            <a:r>
              <a:rPr lang="en-US"/>
              <a:t>Click to edit Master text styles</a:t>
            </a:r>
          </a:p>
        </p:txBody>
      </p:sp>
      <p:sp>
        <p:nvSpPr>
          <p:cNvPr id="8"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
        <p:nvSpPr>
          <p:cNvPr id="9" name="Slide Number Placeholder 5"/>
          <p:cNvSpPr>
            <a:spLocks noGrp="1"/>
          </p:cNvSpPr>
          <p:nvPr>
            <p:ph type="sldNum" sz="quarter" idx="4"/>
          </p:nvPr>
        </p:nvSpPr>
        <p:spPr>
          <a:xfrm>
            <a:off x="11699108" y="6463355"/>
            <a:ext cx="448733" cy="365125"/>
          </a:xfrm>
          <a:prstGeom prst="rect">
            <a:avLst/>
          </a:prstGeom>
        </p:spPr>
        <p:txBody>
          <a:bodyPr vert="horz" wrap="square" lIns="0" tIns="0" rIns="0" bIns="0" numCol="1" anchor="b" anchorCtr="0" compatLnSpc="1">
            <a:prstTxWarp prst="textNoShape">
              <a:avLst/>
            </a:prstTxWarp>
          </a:bodyPr>
          <a:lstStyle>
            <a:lvl1pPr algn="r">
              <a:defRPr sz="1400" smtClean="0">
                <a:solidFill>
                  <a:schemeClr val="bg1"/>
                </a:solidFill>
                <a:ea typeface="ＭＳ Ｐゴシック" charset="-128"/>
              </a:defRPr>
            </a:lvl1pPr>
          </a:lstStyle>
          <a:p>
            <a:pPr fontAlgn="base">
              <a:spcBef>
                <a:spcPct val="0"/>
              </a:spcBef>
              <a:spcAft>
                <a:spcPct val="0"/>
              </a:spcAft>
              <a:defRPr/>
            </a:pPr>
            <a:fld id="{A8DEAE8A-6423-47B1-A5CD-FA95EE93DE68}" type="slidenum">
              <a:rPr lang="en-US">
                <a:solidFill>
                  <a:srgbClr val="333333"/>
                </a:solidFill>
              </a:rPr>
              <a:pPr fontAlgn="base">
                <a:spcBef>
                  <a:spcPct val="0"/>
                </a:spcBef>
                <a:spcAft>
                  <a:spcPct val="0"/>
                </a:spcAft>
                <a:defRPr/>
              </a:pPr>
              <a:t>‹#›</a:t>
            </a:fld>
            <a:endParaRPr lang="en-US" dirty="0">
              <a:solidFill>
                <a:srgbClr val="333333"/>
              </a:solidFill>
            </a:endParaRPr>
          </a:p>
        </p:txBody>
      </p:sp>
    </p:spTree>
    <p:extLst>
      <p:ext uri="{BB962C8B-B14F-4D97-AF65-F5344CB8AC3E}">
        <p14:creationId xmlns:p14="http://schemas.microsoft.com/office/powerpoint/2010/main" val="4769315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3 columns, and Image with 1 headline">
    <p:spTree>
      <p:nvGrpSpPr>
        <p:cNvPr id="1" name=""/>
        <p:cNvGrpSpPr/>
        <p:nvPr/>
      </p:nvGrpSpPr>
      <p:grpSpPr>
        <a:xfrm>
          <a:off x="0" y="0"/>
          <a:ext cx="0" cy="0"/>
          <a:chOff x="0" y="0"/>
          <a:chExt cx="0" cy="0"/>
        </a:xfrm>
      </p:grpSpPr>
      <p:pic>
        <p:nvPicPr>
          <p:cNvPr id="6"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7"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2123041"/>
            <a:ext cx="8434917" cy="3874883"/>
          </a:xfrm>
        </p:spPr>
        <p:txBody>
          <a:bodyPr numCol="3" spcCol="91440"/>
          <a:lstStyle>
            <a:lvl1pPr marL="0" indent="0">
              <a:lnSpc>
                <a:spcPct val="120000"/>
              </a:lnSpc>
              <a:spcAft>
                <a:spcPts val="1000"/>
              </a:spcAft>
              <a:defRPr sz="1400" b="0">
                <a:solidFill>
                  <a:schemeClr val="bg1"/>
                </a:solidFill>
              </a:defRPr>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457200" y="1854087"/>
            <a:ext cx="8434917" cy="355600"/>
          </a:xfrm>
        </p:spPr>
        <p:txBody>
          <a:bodyPr/>
          <a:lstStyle/>
          <a:p>
            <a:pPr lvl="0"/>
            <a:r>
              <a:rPr lang="en-US"/>
              <a:t>Click to edit Master text styles</a:t>
            </a:r>
          </a:p>
        </p:txBody>
      </p:sp>
      <p:sp>
        <p:nvSpPr>
          <p:cNvPr id="11" name="Picture Placeholder 10"/>
          <p:cNvSpPr>
            <a:spLocks noGrp="1"/>
          </p:cNvSpPr>
          <p:nvPr>
            <p:ph type="pic" sz="quarter" idx="13"/>
          </p:nvPr>
        </p:nvSpPr>
        <p:spPr>
          <a:xfrm>
            <a:off x="9010652" y="1912941"/>
            <a:ext cx="2726267"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8" name="Slide Number Placeholder 6"/>
          <p:cNvSpPr>
            <a:spLocks noGrp="1"/>
          </p:cNvSpPr>
          <p:nvPr>
            <p:ph type="sldNum" sz="quarter" idx="14"/>
          </p:nvPr>
        </p:nvSpPr>
        <p:spPr/>
        <p:txBody>
          <a:bodyPr/>
          <a:lstStyle>
            <a:lvl1pPr>
              <a:defRPr smtClean="0"/>
            </a:lvl1pPr>
          </a:lstStyle>
          <a:p>
            <a:pPr>
              <a:defRPr/>
            </a:pPr>
            <a:fld id="{E70564F2-1DDD-46AC-B909-93415429AB2E}" type="slidenum">
              <a:rPr lang="en-US">
                <a:solidFill>
                  <a:srgbClr val="333333"/>
                </a:solidFill>
              </a:rPr>
              <a:pPr>
                <a:defRPr/>
              </a:pPr>
              <a:t>‹#›</a:t>
            </a:fld>
            <a:endParaRPr lang="en-US" dirty="0">
              <a:solidFill>
                <a:srgbClr val="333333"/>
              </a:solidFill>
            </a:endParaRPr>
          </a:p>
        </p:txBody>
      </p:sp>
      <p:sp>
        <p:nvSpPr>
          <p:cNvPr id="9" name="Footer Placeholder 7"/>
          <p:cNvSpPr>
            <a:spLocks noGrp="1"/>
          </p:cNvSpPr>
          <p:nvPr>
            <p:ph type="ftr" sz="quarter" idx="15"/>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33047229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Title, 3 columns, and Image with 1 headline">
    <p:spTree>
      <p:nvGrpSpPr>
        <p:cNvPr id="1" name=""/>
        <p:cNvGrpSpPr/>
        <p:nvPr/>
      </p:nvGrpSpPr>
      <p:grpSpPr>
        <a:xfrm>
          <a:off x="0" y="0"/>
          <a:ext cx="0" cy="0"/>
          <a:chOff x="0" y="0"/>
          <a:chExt cx="0" cy="0"/>
        </a:xfrm>
      </p:grpSpPr>
      <p:pic>
        <p:nvPicPr>
          <p:cNvPr id="6"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7"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302000" y="2123041"/>
            <a:ext cx="8434917" cy="3874883"/>
          </a:xfrm>
        </p:spPr>
        <p:txBody>
          <a:bodyPr numCol="3" spcCol="91440"/>
          <a:lstStyle>
            <a:lvl1pPr marL="0" indent="0">
              <a:lnSpc>
                <a:spcPct val="120000"/>
              </a:lnSpc>
              <a:spcAft>
                <a:spcPts val="1000"/>
              </a:spcAft>
              <a:defRPr sz="1400" b="0">
                <a:solidFill>
                  <a:schemeClr val="bg1"/>
                </a:solidFill>
              </a:defRPr>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3302000" y="1854087"/>
            <a:ext cx="8434917" cy="355600"/>
          </a:xfrm>
        </p:spPr>
        <p:txBody>
          <a:bodyPr/>
          <a:lstStyle/>
          <a:p>
            <a:pPr lvl="0"/>
            <a:r>
              <a:rPr lang="en-US"/>
              <a:t>Click to edit Master text styles</a:t>
            </a:r>
          </a:p>
        </p:txBody>
      </p:sp>
      <p:sp>
        <p:nvSpPr>
          <p:cNvPr id="11" name="Picture Placeholder 10"/>
          <p:cNvSpPr>
            <a:spLocks noGrp="1"/>
          </p:cNvSpPr>
          <p:nvPr>
            <p:ph type="pic" sz="quarter" idx="13"/>
          </p:nvPr>
        </p:nvSpPr>
        <p:spPr>
          <a:xfrm>
            <a:off x="457201" y="1912941"/>
            <a:ext cx="2726267"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8" name="Slide Number Placeholder 6"/>
          <p:cNvSpPr>
            <a:spLocks noGrp="1"/>
          </p:cNvSpPr>
          <p:nvPr>
            <p:ph type="sldNum" sz="quarter" idx="14"/>
          </p:nvPr>
        </p:nvSpPr>
        <p:spPr/>
        <p:txBody>
          <a:bodyPr/>
          <a:lstStyle>
            <a:lvl1pPr>
              <a:defRPr smtClean="0"/>
            </a:lvl1pPr>
          </a:lstStyle>
          <a:p>
            <a:pPr>
              <a:defRPr/>
            </a:pPr>
            <a:fld id="{62DED867-1A33-4821-9085-B39260A1409D}" type="slidenum">
              <a:rPr lang="en-US">
                <a:solidFill>
                  <a:srgbClr val="333333"/>
                </a:solidFill>
              </a:rPr>
              <a:pPr>
                <a:defRPr/>
              </a:pPr>
              <a:t>‹#›</a:t>
            </a:fld>
            <a:endParaRPr lang="en-US" dirty="0">
              <a:solidFill>
                <a:srgbClr val="333333"/>
              </a:solidFill>
            </a:endParaRPr>
          </a:p>
        </p:txBody>
      </p:sp>
      <p:sp>
        <p:nvSpPr>
          <p:cNvPr id="9" name="Footer Placeholder 7"/>
          <p:cNvSpPr>
            <a:spLocks noGrp="1"/>
          </p:cNvSpPr>
          <p:nvPr>
            <p:ph type="ftr" sz="quarter" idx="15"/>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27542959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4-columns with headlines">
    <p:spTree>
      <p:nvGrpSpPr>
        <p:cNvPr id="1" name=""/>
        <p:cNvGrpSpPr/>
        <p:nvPr/>
      </p:nvGrpSpPr>
      <p:grpSpPr>
        <a:xfrm>
          <a:off x="0" y="0"/>
          <a:ext cx="0" cy="0"/>
          <a:chOff x="0" y="0"/>
          <a:chExt cx="0" cy="0"/>
        </a:xfrm>
      </p:grpSpPr>
      <p:pic>
        <p:nvPicPr>
          <p:cNvPr id="7"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8"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cxnSp>
        <p:nvCxnSpPr>
          <p:cNvPr id="9" name="Straight Connector 8"/>
          <p:cNvCxnSpPr/>
          <p:nvPr/>
        </p:nvCxnSpPr>
        <p:spPr>
          <a:xfrm rot="5400000">
            <a:off x="1623484" y="3384550"/>
            <a:ext cx="31242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4474633" y="3384550"/>
            <a:ext cx="31242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a:off x="7330017" y="3386138"/>
            <a:ext cx="31242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57201" y="1856317"/>
            <a:ext cx="2634075" cy="4141607"/>
          </a:xfrm>
        </p:spPr>
        <p:txBody>
          <a:bodyPr/>
          <a:lstStyle>
            <a:lvl1pPr marL="0" indent="0">
              <a:spcAft>
                <a:spcPts val="1400"/>
              </a:spcAft>
              <a:defRPr sz="1400"/>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
          <p:cNvSpPr>
            <a:spLocks noGrp="1"/>
          </p:cNvSpPr>
          <p:nvPr>
            <p:ph idx="12"/>
          </p:nvPr>
        </p:nvSpPr>
        <p:spPr>
          <a:xfrm>
            <a:off x="3306233" y="1856317"/>
            <a:ext cx="2634075" cy="4141607"/>
          </a:xfrm>
        </p:spPr>
        <p:txBody>
          <a:bodyPr/>
          <a:lstStyle>
            <a:lvl1pPr marL="0" indent="0">
              <a:spcAft>
                <a:spcPts val="1400"/>
              </a:spcAft>
              <a:defRPr sz="1400"/>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3"/>
          </p:nvPr>
        </p:nvSpPr>
        <p:spPr>
          <a:xfrm>
            <a:off x="6159498" y="1856317"/>
            <a:ext cx="2634075" cy="4141607"/>
          </a:xfrm>
        </p:spPr>
        <p:txBody>
          <a:bodyPr/>
          <a:lstStyle>
            <a:lvl1pPr marL="0" indent="0">
              <a:spcAft>
                <a:spcPts val="1400"/>
              </a:spcAft>
              <a:defRPr sz="1400"/>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4"/>
          </p:nvPr>
        </p:nvSpPr>
        <p:spPr>
          <a:xfrm>
            <a:off x="9008533" y="1856317"/>
            <a:ext cx="2634075" cy="4141607"/>
          </a:xfrm>
        </p:spPr>
        <p:txBody>
          <a:bodyPr/>
          <a:lstStyle>
            <a:lvl1pPr marL="0" indent="0">
              <a:spcAft>
                <a:spcPts val="1400"/>
              </a:spcAft>
              <a:defRPr sz="1400"/>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12" name="Slide Number Placeholder 6"/>
          <p:cNvSpPr>
            <a:spLocks noGrp="1"/>
          </p:cNvSpPr>
          <p:nvPr>
            <p:ph type="sldNum" sz="quarter" idx="15"/>
          </p:nvPr>
        </p:nvSpPr>
        <p:spPr/>
        <p:txBody>
          <a:bodyPr/>
          <a:lstStyle>
            <a:lvl1pPr>
              <a:defRPr smtClean="0"/>
            </a:lvl1pPr>
          </a:lstStyle>
          <a:p>
            <a:pPr>
              <a:defRPr/>
            </a:pPr>
            <a:fld id="{E5F9C53E-D30F-43D6-9AB4-1F175F1C24F9}" type="slidenum">
              <a:rPr lang="en-US">
                <a:solidFill>
                  <a:srgbClr val="333333"/>
                </a:solidFill>
              </a:rPr>
              <a:pPr>
                <a:defRPr/>
              </a:pPr>
              <a:t>‹#›</a:t>
            </a:fld>
            <a:endParaRPr lang="en-US" dirty="0">
              <a:solidFill>
                <a:srgbClr val="333333"/>
              </a:solidFill>
            </a:endParaRPr>
          </a:p>
        </p:txBody>
      </p:sp>
      <p:sp>
        <p:nvSpPr>
          <p:cNvPr id="16" name="Footer Placeholder 7"/>
          <p:cNvSpPr>
            <a:spLocks noGrp="1"/>
          </p:cNvSpPr>
          <p:nvPr>
            <p:ph type="ftr" sz="quarter" idx="16"/>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22057675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2-column Color Objects">
    <p:spTree>
      <p:nvGrpSpPr>
        <p:cNvPr id="1" name=""/>
        <p:cNvGrpSpPr/>
        <p:nvPr/>
      </p:nvGrpSpPr>
      <p:grpSpPr>
        <a:xfrm>
          <a:off x="0" y="0"/>
          <a:ext cx="0" cy="0"/>
          <a:chOff x="0" y="0"/>
          <a:chExt cx="0" cy="0"/>
        </a:xfrm>
      </p:grpSpPr>
      <p:sp>
        <p:nvSpPr>
          <p:cNvPr id="5" name="Freeform 4"/>
          <p:cNvSpPr/>
          <p:nvPr/>
        </p:nvSpPr>
        <p:spPr>
          <a:xfrm>
            <a:off x="450852" y="1903413"/>
            <a:ext cx="5585883" cy="3052762"/>
          </a:xfrm>
          <a:custGeom>
            <a:avLst/>
            <a:gdLst>
              <a:gd name="connsiteX0" fmla="*/ 0 w 4205111"/>
              <a:gd name="connsiteY0" fmla="*/ 3042356 h 3048000"/>
              <a:gd name="connsiteX1" fmla="*/ 0 w 4205111"/>
              <a:gd name="connsiteY1" fmla="*/ 107245 h 3048000"/>
              <a:gd name="connsiteX2" fmla="*/ 1185333 w 4205111"/>
              <a:gd name="connsiteY2" fmla="*/ 0 h 3048000"/>
              <a:gd name="connsiteX3" fmla="*/ 4205111 w 4205111"/>
              <a:gd name="connsiteY3" fmla="*/ 0 h 3048000"/>
              <a:gd name="connsiteX4" fmla="*/ 4205111 w 4205111"/>
              <a:gd name="connsiteY4" fmla="*/ 2935111 h 3048000"/>
              <a:gd name="connsiteX5" fmla="*/ 3008489 w 4205111"/>
              <a:gd name="connsiteY5" fmla="*/ 3048000 h 3048000"/>
              <a:gd name="connsiteX6" fmla="*/ 0 w 4205111"/>
              <a:gd name="connsiteY6" fmla="*/ 3042356 h 3048000"/>
              <a:gd name="connsiteX0" fmla="*/ 0 w 4205111"/>
              <a:gd name="connsiteY0" fmla="*/ 3042356 h 3048000"/>
              <a:gd name="connsiteX1" fmla="*/ 0 w 4205111"/>
              <a:gd name="connsiteY1" fmla="*/ 107245 h 3048000"/>
              <a:gd name="connsiteX2" fmla="*/ 1185333 w 4205111"/>
              <a:gd name="connsiteY2" fmla="*/ 0 h 3048000"/>
              <a:gd name="connsiteX3" fmla="*/ 4205111 w 4205111"/>
              <a:gd name="connsiteY3" fmla="*/ 0 h 3048000"/>
              <a:gd name="connsiteX4" fmla="*/ 4205111 w 4205111"/>
              <a:gd name="connsiteY4" fmla="*/ 2935111 h 3048000"/>
              <a:gd name="connsiteX5" fmla="*/ 3008489 w 4205111"/>
              <a:gd name="connsiteY5" fmla="*/ 3048000 h 3048000"/>
              <a:gd name="connsiteX6" fmla="*/ 0 w 4205111"/>
              <a:gd name="connsiteY6" fmla="*/ 3042356 h 3048000"/>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100681 h 3106325"/>
              <a:gd name="connsiteX1" fmla="*/ 0 w 4205111"/>
              <a:gd name="connsiteY1" fmla="*/ 165570 h 3106325"/>
              <a:gd name="connsiteX2" fmla="*/ 1185333 w 4205111"/>
              <a:gd name="connsiteY2" fmla="*/ 58325 h 3106325"/>
              <a:gd name="connsiteX3" fmla="*/ 4205111 w 4205111"/>
              <a:gd name="connsiteY3" fmla="*/ 58325 h 3106325"/>
              <a:gd name="connsiteX4" fmla="*/ 4205111 w 4205111"/>
              <a:gd name="connsiteY4" fmla="*/ 2993436 h 3106325"/>
              <a:gd name="connsiteX5" fmla="*/ 3008489 w 4205111"/>
              <a:gd name="connsiteY5" fmla="*/ 3106325 h 3106325"/>
              <a:gd name="connsiteX6" fmla="*/ 0 w 4205111"/>
              <a:gd name="connsiteY6" fmla="*/ 3100681 h 3106325"/>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05111" h="3051763">
                <a:moveTo>
                  <a:pt x="0" y="3046119"/>
                </a:moveTo>
                <a:lnTo>
                  <a:pt x="0" y="111008"/>
                </a:lnTo>
                <a:cubicBezTo>
                  <a:pt x="180622" y="58328"/>
                  <a:pt x="711199" y="0"/>
                  <a:pt x="1185333" y="3763"/>
                </a:cubicBezTo>
                <a:lnTo>
                  <a:pt x="4205111" y="3763"/>
                </a:lnTo>
                <a:lnTo>
                  <a:pt x="4205111" y="2938874"/>
                </a:lnTo>
                <a:cubicBezTo>
                  <a:pt x="4060237" y="2965216"/>
                  <a:pt x="3683941" y="3036712"/>
                  <a:pt x="3008489" y="3051763"/>
                </a:cubicBezTo>
                <a:lnTo>
                  <a:pt x="0" y="304611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sp>
        <p:nvSpPr>
          <p:cNvPr id="6" name="Freeform 5"/>
          <p:cNvSpPr/>
          <p:nvPr/>
        </p:nvSpPr>
        <p:spPr>
          <a:xfrm>
            <a:off x="6157384" y="1903413"/>
            <a:ext cx="5579533" cy="3052762"/>
          </a:xfrm>
          <a:custGeom>
            <a:avLst/>
            <a:gdLst>
              <a:gd name="connsiteX0" fmla="*/ 0 w 4205111"/>
              <a:gd name="connsiteY0" fmla="*/ 3042356 h 3048000"/>
              <a:gd name="connsiteX1" fmla="*/ 0 w 4205111"/>
              <a:gd name="connsiteY1" fmla="*/ 107245 h 3048000"/>
              <a:gd name="connsiteX2" fmla="*/ 1185333 w 4205111"/>
              <a:gd name="connsiteY2" fmla="*/ 0 h 3048000"/>
              <a:gd name="connsiteX3" fmla="*/ 4205111 w 4205111"/>
              <a:gd name="connsiteY3" fmla="*/ 0 h 3048000"/>
              <a:gd name="connsiteX4" fmla="*/ 4205111 w 4205111"/>
              <a:gd name="connsiteY4" fmla="*/ 2935111 h 3048000"/>
              <a:gd name="connsiteX5" fmla="*/ 3008489 w 4205111"/>
              <a:gd name="connsiteY5" fmla="*/ 3048000 h 3048000"/>
              <a:gd name="connsiteX6" fmla="*/ 0 w 4205111"/>
              <a:gd name="connsiteY6" fmla="*/ 3042356 h 3048000"/>
              <a:gd name="connsiteX0" fmla="*/ 0 w 4205111"/>
              <a:gd name="connsiteY0" fmla="*/ 3042356 h 3048000"/>
              <a:gd name="connsiteX1" fmla="*/ 0 w 4205111"/>
              <a:gd name="connsiteY1" fmla="*/ 107245 h 3048000"/>
              <a:gd name="connsiteX2" fmla="*/ 1185333 w 4205111"/>
              <a:gd name="connsiteY2" fmla="*/ 0 h 3048000"/>
              <a:gd name="connsiteX3" fmla="*/ 4205111 w 4205111"/>
              <a:gd name="connsiteY3" fmla="*/ 0 h 3048000"/>
              <a:gd name="connsiteX4" fmla="*/ 4205111 w 4205111"/>
              <a:gd name="connsiteY4" fmla="*/ 2935111 h 3048000"/>
              <a:gd name="connsiteX5" fmla="*/ 3008489 w 4205111"/>
              <a:gd name="connsiteY5" fmla="*/ 3048000 h 3048000"/>
              <a:gd name="connsiteX6" fmla="*/ 0 w 4205111"/>
              <a:gd name="connsiteY6" fmla="*/ 3042356 h 3048000"/>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100681 h 3106325"/>
              <a:gd name="connsiteX1" fmla="*/ 0 w 4205111"/>
              <a:gd name="connsiteY1" fmla="*/ 165570 h 3106325"/>
              <a:gd name="connsiteX2" fmla="*/ 1185333 w 4205111"/>
              <a:gd name="connsiteY2" fmla="*/ 58325 h 3106325"/>
              <a:gd name="connsiteX3" fmla="*/ 4205111 w 4205111"/>
              <a:gd name="connsiteY3" fmla="*/ 58325 h 3106325"/>
              <a:gd name="connsiteX4" fmla="*/ 4205111 w 4205111"/>
              <a:gd name="connsiteY4" fmla="*/ 2993436 h 3106325"/>
              <a:gd name="connsiteX5" fmla="*/ 3008489 w 4205111"/>
              <a:gd name="connsiteY5" fmla="*/ 3106325 h 3106325"/>
              <a:gd name="connsiteX6" fmla="*/ 0 w 4205111"/>
              <a:gd name="connsiteY6" fmla="*/ 3100681 h 3106325"/>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05111" h="3051763">
                <a:moveTo>
                  <a:pt x="0" y="3046119"/>
                </a:moveTo>
                <a:lnTo>
                  <a:pt x="0" y="111008"/>
                </a:lnTo>
                <a:cubicBezTo>
                  <a:pt x="180622" y="58328"/>
                  <a:pt x="711199" y="0"/>
                  <a:pt x="1185333" y="3763"/>
                </a:cubicBezTo>
                <a:lnTo>
                  <a:pt x="4205111" y="3763"/>
                </a:lnTo>
                <a:lnTo>
                  <a:pt x="4205111" y="2938874"/>
                </a:lnTo>
                <a:cubicBezTo>
                  <a:pt x="4060237" y="2965216"/>
                  <a:pt x="3683941" y="3036712"/>
                  <a:pt x="3008489" y="3051763"/>
                </a:cubicBezTo>
                <a:lnTo>
                  <a:pt x="0" y="304611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pic>
        <p:nvPicPr>
          <p:cNvPr id="7"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8"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3" name="Content Placeholder 2"/>
          <p:cNvSpPr>
            <a:spLocks noGrp="1"/>
          </p:cNvSpPr>
          <p:nvPr>
            <p:ph idx="1"/>
          </p:nvPr>
        </p:nvSpPr>
        <p:spPr>
          <a:xfrm>
            <a:off x="662281" y="2065867"/>
            <a:ext cx="5182307" cy="2889954"/>
          </a:xfrm>
        </p:spPr>
        <p:txBody>
          <a:bodyPr/>
          <a:lstStyle>
            <a:lvl1pPr marL="0" indent="0">
              <a:defRPr>
                <a:solidFill>
                  <a:schemeClr val="tx1"/>
                </a:solidFill>
              </a:defRPr>
            </a:lvl1pPr>
            <a:lvl2pPr>
              <a:buClr>
                <a:schemeClr val="tx1"/>
              </a:buCl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2"/>
          </p:nvPr>
        </p:nvSpPr>
        <p:spPr>
          <a:xfrm>
            <a:off x="6362465" y="2065867"/>
            <a:ext cx="5182307" cy="2889954"/>
          </a:xfrm>
        </p:spPr>
        <p:txBody>
          <a:bodyPr/>
          <a:lstStyle>
            <a:lvl1pPr marL="0" indent="0">
              <a:defRPr>
                <a:solidFill>
                  <a:schemeClr val="tx1"/>
                </a:solidFill>
              </a:defRPr>
            </a:lvl1pPr>
            <a:lvl2pPr>
              <a:buClr>
                <a:schemeClr val="tx1"/>
              </a:buCl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10" name="Slide Number Placeholder 6"/>
          <p:cNvSpPr>
            <a:spLocks noGrp="1"/>
          </p:cNvSpPr>
          <p:nvPr>
            <p:ph type="sldNum" sz="quarter" idx="13"/>
          </p:nvPr>
        </p:nvSpPr>
        <p:spPr/>
        <p:txBody>
          <a:bodyPr/>
          <a:lstStyle>
            <a:lvl1pPr>
              <a:defRPr smtClean="0"/>
            </a:lvl1pPr>
          </a:lstStyle>
          <a:p>
            <a:pPr>
              <a:defRPr/>
            </a:pPr>
            <a:fld id="{7833457A-3285-4F41-805F-2EB8C1F6D982}" type="slidenum">
              <a:rPr lang="en-US">
                <a:solidFill>
                  <a:srgbClr val="333333"/>
                </a:solidFill>
              </a:rPr>
              <a:pPr>
                <a:defRPr/>
              </a:pPr>
              <a:t>‹#›</a:t>
            </a:fld>
            <a:endParaRPr lang="en-US" dirty="0">
              <a:solidFill>
                <a:srgbClr val="333333"/>
              </a:solidFill>
            </a:endParaRPr>
          </a:p>
        </p:txBody>
      </p:sp>
      <p:sp>
        <p:nvSpPr>
          <p:cNvPr id="11"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826475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2-Column text over Chevrons">
    <p:spTree>
      <p:nvGrpSpPr>
        <p:cNvPr id="1" name=""/>
        <p:cNvGrpSpPr/>
        <p:nvPr/>
      </p:nvGrpSpPr>
      <p:grpSpPr>
        <a:xfrm>
          <a:off x="0" y="0"/>
          <a:ext cx="0" cy="0"/>
          <a:chOff x="0" y="0"/>
          <a:chExt cx="0" cy="0"/>
        </a:xfrm>
      </p:grpSpPr>
      <p:sp>
        <p:nvSpPr>
          <p:cNvPr id="5" name="Freeform 4"/>
          <p:cNvSpPr/>
          <p:nvPr/>
        </p:nvSpPr>
        <p:spPr>
          <a:xfrm>
            <a:off x="472017" y="1905000"/>
            <a:ext cx="5715000" cy="3043238"/>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86308" h="3052171">
                <a:moveTo>
                  <a:pt x="14559" y="95543"/>
                </a:moveTo>
                <a:cubicBezTo>
                  <a:pt x="3642" y="40042"/>
                  <a:pt x="20019" y="3639"/>
                  <a:pt x="96446" y="2737"/>
                </a:cubicBezTo>
                <a:lnTo>
                  <a:pt x="3906900" y="0"/>
                </a:lnTo>
                <a:cubicBezTo>
                  <a:pt x="3966040" y="2737"/>
                  <a:pt x="3997885" y="24636"/>
                  <a:pt x="4010623" y="73908"/>
                </a:cubicBezTo>
                <a:lnTo>
                  <a:pt x="4269930" y="1442596"/>
                </a:lnTo>
                <a:cubicBezTo>
                  <a:pt x="4286308" y="1511031"/>
                  <a:pt x="4278119" y="1532929"/>
                  <a:pt x="4269930" y="1579464"/>
                </a:cubicBezTo>
                <a:lnTo>
                  <a:pt x="4018812" y="2967312"/>
                </a:lnTo>
                <a:cubicBezTo>
                  <a:pt x="4008803" y="3022060"/>
                  <a:pt x="3966040" y="3052171"/>
                  <a:pt x="3923276" y="3049434"/>
                </a:cubicBezTo>
                <a:lnTo>
                  <a:pt x="82796" y="3049434"/>
                </a:lnTo>
                <a:cubicBezTo>
                  <a:pt x="15467" y="3048521"/>
                  <a:pt x="0" y="3022972"/>
                  <a:pt x="11828" y="2956363"/>
                </a:cubicBezTo>
                <a:lnTo>
                  <a:pt x="257488" y="1576727"/>
                </a:lnTo>
                <a:cubicBezTo>
                  <a:pt x="266585" y="1534754"/>
                  <a:pt x="275685" y="1492782"/>
                  <a:pt x="265676" y="1453545"/>
                </a:cubicBezTo>
                <a:lnTo>
                  <a:pt x="14559" y="95543"/>
                </a:lnTo>
                <a:close/>
              </a:path>
            </a:pathLst>
          </a:cu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sp>
        <p:nvSpPr>
          <p:cNvPr id="6" name="Freeform 5"/>
          <p:cNvSpPr/>
          <p:nvPr/>
        </p:nvSpPr>
        <p:spPr>
          <a:xfrm>
            <a:off x="6187017" y="1905000"/>
            <a:ext cx="5715000" cy="3043238"/>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86308" h="3052171">
                <a:moveTo>
                  <a:pt x="14559" y="95543"/>
                </a:moveTo>
                <a:cubicBezTo>
                  <a:pt x="3642" y="40042"/>
                  <a:pt x="20019" y="3639"/>
                  <a:pt x="96446" y="2737"/>
                </a:cubicBezTo>
                <a:lnTo>
                  <a:pt x="3906900" y="0"/>
                </a:lnTo>
                <a:cubicBezTo>
                  <a:pt x="3966040" y="2737"/>
                  <a:pt x="3997885" y="24636"/>
                  <a:pt x="4010623" y="73908"/>
                </a:cubicBezTo>
                <a:lnTo>
                  <a:pt x="4269930" y="1442596"/>
                </a:lnTo>
                <a:cubicBezTo>
                  <a:pt x="4286308" y="1511031"/>
                  <a:pt x="4278119" y="1532929"/>
                  <a:pt x="4269930" y="1579464"/>
                </a:cubicBezTo>
                <a:lnTo>
                  <a:pt x="4018812" y="2967312"/>
                </a:lnTo>
                <a:cubicBezTo>
                  <a:pt x="4008803" y="3022060"/>
                  <a:pt x="3966040" y="3052171"/>
                  <a:pt x="3923276" y="3049434"/>
                </a:cubicBezTo>
                <a:lnTo>
                  <a:pt x="82796" y="3049434"/>
                </a:lnTo>
                <a:cubicBezTo>
                  <a:pt x="15467" y="3048521"/>
                  <a:pt x="0" y="3022972"/>
                  <a:pt x="11828" y="2956363"/>
                </a:cubicBezTo>
                <a:lnTo>
                  <a:pt x="257488" y="1576727"/>
                </a:lnTo>
                <a:cubicBezTo>
                  <a:pt x="266585" y="1534754"/>
                  <a:pt x="275685" y="1492782"/>
                  <a:pt x="265676" y="1453545"/>
                </a:cubicBezTo>
                <a:lnTo>
                  <a:pt x="14559" y="95543"/>
                </a:lnTo>
                <a:close/>
              </a:path>
            </a:pathLst>
          </a:cu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pic>
        <p:nvPicPr>
          <p:cNvPr id="7"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8"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3" name="Content Placeholder 2"/>
          <p:cNvSpPr>
            <a:spLocks noGrp="1"/>
          </p:cNvSpPr>
          <p:nvPr>
            <p:ph idx="1"/>
          </p:nvPr>
        </p:nvSpPr>
        <p:spPr>
          <a:xfrm>
            <a:off x="1076207" y="2065867"/>
            <a:ext cx="4663017" cy="2889954"/>
          </a:xfrm>
        </p:spPr>
        <p:txBody>
          <a:bodyPr/>
          <a:lstStyle>
            <a:lvl1pPr marL="0" indent="0">
              <a:defRPr>
                <a:solidFill>
                  <a:schemeClr val="tx1"/>
                </a:solidFill>
              </a:defRPr>
            </a:lvl1pPr>
            <a:lvl2pPr>
              <a:buClr>
                <a:schemeClr val="tx1"/>
              </a:buCl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2"/>
          </p:nvPr>
        </p:nvSpPr>
        <p:spPr>
          <a:xfrm>
            <a:off x="6776393" y="2065867"/>
            <a:ext cx="4663017" cy="2889954"/>
          </a:xfrm>
        </p:spPr>
        <p:txBody>
          <a:bodyPr/>
          <a:lstStyle>
            <a:lvl1pPr marL="0" indent="0">
              <a:defRPr>
                <a:solidFill>
                  <a:schemeClr val="tx1"/>
                </a:solidFill>
              </a:defRPr>
            </a:lvl1pPr>
            <a:lvl2pPr>
              <a:buClr>
                <a:schemeClr val="tx1"/>
              </a:buCl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
        <p:nvSpPr>
          <p:cNvPr id="10" name="Slide Number Placeholder 6"/>
          <p:cNvSpPr>
            <a:spLocks noGrp="1"/>
          </p:cNvSpPr>
          <p:nvPr>
            <p:ph type="sldNum" sz="quarter" idx="13"/>
          </p:nvPr>
        </p:nvSpPr>
        <p:spPr/>
        <p:txBody>
          <a:bodyPr/>
          <a:lstStyle>
            <a:lvl1pPr>
              <a:defRPr smtClean="0"/>
            </a:lvl1pPr>
          </a:lstStyle>
          <a:p>
            <a:pPr>
              <a:defRPr/>
            </a:pPr>
            <a:fld id="{4DE00EF4-5801-4A91-8E74-55BA324F7675}" type="slidenum">
              <a:rPr lang="en-US">
                <a:solidFill>
                  <a:srgbClr val="333333"/>
                </a:solidFill>
              </a:rPr>
              <a:pPr>
                <a:defRPr/>
              </a:pPr>
              <a:t>‹#›</a:t>
            </a:fld>
            <a:endParaRPr lang="en-US" dirty="0">
              <a:solidFill>
                <a:srgbClr val="333333"/>
              </a:solidFill>
            </a:endParaRPr>
          </a:p>
        </p:txBody>
      </p:sp>
      <p:sp>
        <p:nvSpPr>
          <p:cNvPr id="11"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42691077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4-column Text over Chevrons">
    <p:spTree>
      <p:nvGrpSpPr>
        <p:cNvPr id="1" name=""/>
        <p:cNvGrpSpPr/>
        <p:nvPr/>
      </p:nvGrpSpPr>
      <p:grpSpPr>
        <a:xfrm>
          <a:off x="0" y="0"/>
          <a:ext cx="0" cy="0"/>
          <a:chOff x="0" y="0"/>
          <a:chExt cx="0" cy="0"/>
        </a:xfrm>
      </p:grpSpPr>
      <p:sp>
        <p:nvSpPr>
          <p:cNvPr id="7" name="Freeform 6"/>
          <p:cNvSpPr/>
          <p:nvPr/>
        </p:nvSpPr>
        <p:spPr>
          <a:xfrm>
            <a:off x="359835" y="1916113"/>
            <a:ext cx="3050117" cy="3043237"/>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77737" h="3052171">
                <a:moveTo>
                  <a:pt x="10917" y="92899"/>
                </a:moveTo>
                <a:cubicBezTo>
                  <a:pt x="0" y="37398"/>
                  <a:pt x="26238" y="995"/>
                  <a:pt x="147029" y="93"/>
                </a:cubicBezTo>
                <a:lnTo>
                  <a:pt x="3617350" y="0"/>
                </a:lnTo>
                <a:cubicBezTo>
                  <a:pt x="3676490" y="2737"/>
                  <a:pt x="3767488" y="27277"/>
                  <a:pt x="3780226" y="76549"/>
                </a:cubicBezTo>
                <a:lnTo>
                  <a:pt x="4261359" y="1439952"/>
                </a:lnTo>
                <a:cubicBezTo>
                  <a:pt x="4277737" y="1508387"/>
                  <a:pt x="4269548" y="1530285"/>
                  <a:pt x="4261359" y="1576820"/>
                </a:cubicBezTo>
                <a:lnTo>
                  <a:pt x="3783487" y="2964668"/>
                </a:lnTo>
                <a:cubicBezTo>
                  <a:pt x="3773478" y="3019416"/>
                  <a:pt x="3646913" y="3052171"/>
                  <a:pt x="3604149" y="3049434"/>
                </a:cubicBezTo>
                <a:lnTo>
                  <a:pt x="158027" y="3046790"/>
                </a:lnTo>
                <a:cubicBezTo>
                  <a:pt x="61122" y="3045877"/>
                  <a:pt x="11145" y="3025614"/>
                  <a:pt x="22975" y="2966933"/>
                </a:cubicBezTo>
                <a:lnTo>
                  <a:pt x="475673" y="1565525"/>
                </a:lnTo>
                <a:cubicBezTo>
                  <a:pt x="484770" y="1523552"/>
                  <a:pt x="493868" y="1474282"/>
                  <a:pt x="483859" y="1435045"/>
                </a:cubicBezTo>
                <a:lnTo>
                  <a:pt x="10917" y="92899"/>
                </a:lnTo>
                <a:close/>
              </a:path>
            </a:pathLst>
          </a:cu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sp>
        <p:nvSpPr>
          <p:cNvPr id="8" name="Freeform 7"/>
          <p:cNvSpPr/>
          <p:nvPr/>
        </p:nvSpPr>
        <p:spPr>
          <a:xfrm>
            <a:off x="3194051" y="1916113"/>
            <a:ext cx="3050116" cy="3043237"/>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77737" h="3052171">
                <a:moveTo>
                  <a:pt x="10917" y="92899"/>
                </a:moveTo>
                <a:cubicBezTo>
                  <a:pt x="0" y="37398"/>
                  <a:pt x="26238" y="995"/>
                  <a:pt x="147029" y="93"/>
                </a:cubicBezTo>
                <a:lnTo>
                  <a:pt x="3617350" y="0"/>
                </a:lnTo>
                <a:cubicBezTo>
                  <a:pt x="3676490" y="2737"/>
                  <a:pt x="3767488" y="27277"/>
                  <a:pt x="3780226" y="76549"/>
                </a:cubicBezTo>
                <a:lnTo>
                  <a:pt x="4261359" y="1439952"/>
                </a:lnTo>
                <a:cubicBezTo>
                  <a:pt x="4277737" y="1508387"/>
                  <a:pt x="4269548" y="1530285"/>
                  <a:pt x="4261359" y="1576820"/>
                </a:cubicBezTo>
                <a:lnTo>
                  <a:pt x="3783487" y="2964668"/>
                </a:lnTo>
                <a:cubicBezTo>
                  <a:pt x="3773478" y="3019416"/>
                  <a:pt x="3646913" y="3052171"/>
                  <a:pt x="3604149" y="3049434"/>
                </a:cubicBezTo>
                <a:lnTo>
                  <a:pt x="158027" y="3046790"/>
                </a:lnTo>
                <a:cubicBezTo>
                  <a:pt x="61122" y="3045877"/>
                  <a:pt x="11145" y="3025614"/>
                  <a:pt x="22975" y="2966933"/>
                </a:cubicBezTo>
                <a:lnTo>
                  <a:pt x="475673" y="1565525"/>
                </a:lnTo>
                <a:cubicBezTo>
                  <a:pt x="484770" y="1523552"/>
                  <a:pt x="493868" y="1474282"/>
                  <a:pt x="483859" y="1435045"/>
                </a:cubicBezTo>
                <a:lnTo>
                  <a:pt x="10917" y="92899"/>
                </a:lnTo>
                <a:close/>
              </a:path>
            </a:pathLst>
          </a:custGeom>
          <a:solidFill>
            <a:srgbClr val="00A4E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sp>
        <p:nvSpPr>
          <p:cNvPr id="9" name="Freeform 8"/>
          <p:cNvSpPr/>
          <p:nvPr/>
        </p:nvSpPr>
        <p:spPr>
          <a:xfrm>
            <a:off x="6028267" y="1912941"/>
            <a:ext cx="3048000" cy="3043237"/>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77737" h="3052171">
                <a:moveTo>
                  <a:pt x="10917" y="92899"/>
                </a:moveTo>
                <a:cubicBezTo>
                  <a:pt x="0" y="37398"/>
                  <a:pt x="26238" y="995"/>
                  <a:pt x="147029" y="93"/>
                </a:cubicBezTo>
                <a:lnTo>
                  <a:pt x="3617350" y="0"/>
                </a:lnTo>
                <a:cubicBezTo>
                  <a:pt x="3676490" y="2737"/>
                  <a:pt x="3767488" y="27277"/>
                  <a:pt x="3780226" y="76549"/>
                </a:cubicBezTo>
                <a:lnTo>
                  <a:pt x="4261359" y="1439952"/>
                </a:lnTo>
                <a:cubicBezTo>
                  <a:pt x="4277737" y="1508387"/>
                  <a:pt x="4269548" y="1530285"/>
                  <a:pt x="4261359" y="1576820"/>
                </a:cubicBezTo>
                <a:lnTo>
                  <a:pt x="3783487" y="2964668"/>
                </a:lnTo>
                <a:cubicBezTo>
                  <a:pt x="3773478" y="3019416"/>
                  <a:pt x="3646913" y="3052171"/>
                  <a:pt x="3604149" y="3049434"/>
                </a:cubicBezTo>
                <a:lnTo>
                  <a:pt x="158027" y="3046790"/>
                </a:lnTo>
                <a:cubicBezTo>
                  <a:pt x="61122" y="3045877"/>
                  <a:pt x="11145" y="3025614"/>
                  <a:pt x="22975" y="2966933"/>
                </a:cubicBezTo>
                <a:lnTo>
                  <a:pt x="475673" y="1565525"/>
                </a:lnTo>
                <a:cubicBezTo>
                  <a:pt x="484770" y="1523552"/>
                  <a:pt x="493868" y="1474282"/>
                  <a:pt x="483859" y="1435045"/>
                </a:cubicBezTo>
                <a:lnTo>
                  <a:pt x="10917" y="92899"/>
                </a:lnTo>
                <a:close/>
              </a:path>
            </a:pathLst>
          </a:custGeom>
          <a:solidFill>
            <a:srgbClr val="00A4E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sp>
        <p:nvSpPr>
          <p:cNvPr id="10" name="Freeform 9"/>
          <p:cNvSpPr/>
          <p:nvPr/>
        </p:nvSpPr>
        <p:spPr>
          <a:xfrm>
            <a:off x="8862484" y="1912941"/>
            <a:ext cx="3048000" cy="3043237"/>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77737" h="3052171">
                <a:moveTo>
                  <a:pt x="10917" y="92899"/>
                </a:moveTo>
                <a:cubicBezTo>
                  <a:pt x="0" y="37398"/>
                  <a:pt x="26238" y="995"/>
                  <a:pt x="147029" y="93"/>
                </a:cubicBezTo>
                <a:lnTo>
                  <a:pt x="3617350" y="0"/>
                </a:lnTo>
                <a:cubicBezTo>
                  <a:pt x="3676490" y="2737"/>
                  <a:pt x="3767488" y="27277"/>
                  <a:pt x="3780226" y="76549"/>
                </a:cubicBezTo>
                <a:lnTo>
                  <a:pt x="4261359" y="1439952"/>
                </a:lnTo>
                <a:cubicBezTo>
                  <a:pt x="4277737" y="1508387"/>
                  <a:pt x="4269548" y="1530285"/>
                  <a:pt x="4261359" y="1576820"/>
                </a:cubicBezTo>
                <a:lnTo>
                  <a:pt x="3783487" y="2964668"/>
                </a:lnTo>
                <a:cubicBezTo>
                  <a:pt x="3773478" y="3019416"/>
                  <a:pt x="3646913" y="3052171"/>
                  <a:pt x="3604149" y="3049434"/>
                </a:cubicBezTo>
                <a:lnTo>
                  <a:pt x="158027" y="3046790"/>
                </a:lnTo>
                <a:cubicBezTo>
                  <a:pt x="61122" y="3045877"/>
                  <a:pt x="11145" y="3025614"/>
                  <a:pt x="22975" y="2966933"/>
                </a:cubicBezTo>
                <a:lnTo>
                  <a:pt x="475673" y="1565525"/>
                </a:lnTo>
                <a:cubicBezTo>
                  <a:pt x="484770" y="1523552"/>
                  <a:pt x="493868" y="1474282"/>
                  <a:pt x="483859" y="1435045"/>
                </a:cubicBezTo>
                <a:lnTo>
                  <a:pt x="10917" y="92899"/>
                </a:lnTo>
                <a:close/>
              </a:path>
            </a:pathLst>
          </a:custGeom>
          <a:solidFill>
            <a:srgbClr val="00A4E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pic>
        <p:nvPicPr>
          <p:cNvPr id="11"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12"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3" name="Content Placeholder 2"/>
          <p:cNvSpPr>
            <a:spLocks noGrp="1"/>
          </p:cNvSpPr>
          <p:nvPr>
            <p:ph idx="1"/>
          </p:nvPr>
        </p:nvSpPr>
        <p:spPr>
          <a:xfrm>
            <a:off x="745067" y="1946803"/>
            <a:ext cx="2238492" cy="3012222"/>
          </a:xfrm>
        </p:spPr>
        <p:txBody>
          <a:bodyPr>
            <a:normAutofit/>
          </a:bodyPr>
          <a:lstStyle>
            <a:lvl1pPr marL="0" indent="0">
              <a:spcAft>
                <a:spcPts val="1400"/>
              </a:spcAft>
              <a:defRPr sz="1200">
                <a:solidFill>
                  <a:schemeClr val="tx1"/>
                </a:solidFill>
              </a:defRPr>
            </a:lvl1pPr>
            <a:lvl2pPr>
              <a:buClr>
                <a:schemeClr val="tx1"/>
              </a:buClr>
              <a:defRPr sz="1200">
                <a:solidFill>
                  <a:schemeClr val="tx1"/>
                </a:solidFill>
              </a:defRPr>
            </a:lvl2pPr>
            <a:lvl3pPr>
              <a:defRPr sz="1100">
                <a:solidFill>
                  <a:schemeClr val="tx1"/>
                </a:solidFill>
              </a:defRPr>
            </a:lvl3pPr>
            <a:lvl4pPr>
              <a:defRPr sz="1100">
                <a:solidFill>
                  <a:schemeClr val="tx1"/>
                </a:solidFill>
              </a:defRPr>
            </a:lvl4pPr>
            <a:lvl5pPr>
              <a:defRPr sz="9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
          <p:cNvSpPr>
            <a:spLocks noGrp="1"/>
          </p:cNvSpPr>
          <p:nvPr>
            <p:ph idx="12"/>
          </p:nvPr>
        </p:nvSpPr>
        <p:spPr>
          <a:xfrm>
            <a:off x="3580459" y="1946803"/>
            <a:ext cx="2238492" cy="3012222"/>
          </a:xfrm>
        </p:spPr>
        <p:txBody>
          <a:bodyPr>
            <a:normAutofit/>
          </a:bodyPr>
          <a:lstStyle>
            <a:lvl1pPr marL="0" indent="0">
              <a:spcAft>
                <a:spcPts val="1400"/>
              </a:spcAft>
              <a:defRPr sz="1200">
                <a:solidFill>
                  <a:schemeClr val="tx1"/>
                </a:solidFill>
              </a:defRPr>
            </a:lvl1pPr>
            <a:lvl2pPr>
              <a:buClr>
                <a:schemeClr val="tx1"/>
              </a:buClr>
              <a:defRPr sz="1200">
                <a:solidFill>
                  <a:schemeClr val="tx1"/>
                </a:solidFill>
              </a:defRPr>
            </a:lvl2pPr>
            <a:lvl3pPr>
              <a:defRPr sz="1100">
                <a:solidFill>
                  <a:schemeClr val="tx1"/>
                </a:solidFill>
              </a:defRPr>
            </a:lvl3pPr>
            <a:lvl4pPr>
              <a:defRPr sz="1100">
                <a:solidFill>
                  <a:schemeClr val="tx1"/>
                </a:solidFill>
              </a:defRPr>
            </a:lvl4pPr>
            <a:lvl5pPr>
              <a:defRPr sz="9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3"/>
          </p:nvPr>
        </p:nvSpPr>
        <p:spPr>
          <a:xfrm>
            <a:off x="6415854" y="1946803"/>
            <a:ext cx="2238492" cy="3012222"/>
          </a:xfrm>
        </p:spPr>
        <p:txBody>
          <a:bodyPr>
            <a:normAutofit/>
          </a:bodyPr>
          <a:lstStyle>
            <a:lvl1pPr marL="0" indent="0">
              <a:spcAft>
                <a:spcPts val="1400"/>
              </a:spcAft>
              <a:defRPr sz="1200">
                <a:solidFill>
                  <a:schemeClr val="tx1"/>
                </a:solidFill>
              </a:defRPr>
            </a:lvl1pPr>
            <a:lvl2pPr>
              <a:buClr>
                <a:schemeClr val="tx1"/>
              </a:buClr>
              <a:defRPr sz="1200">
                <a:solidFill>
                  <a:schemeClr val="tx1"/>
                </a:solidFill>
              </a:defRPr>
            </a:lvl2pPr>
            <a:lvl3pPr>
              <a:defRPr sz="1100">
                <a:solidFill>
                  <a:schemeClr val="tx1"/>
                </a:solidFill>
              </a:defRPr>
            </a:lvl3pPr>
            <a:lvl4pPr>
              <a:defRPr sz="1100">
                <a:solidFill>
                  <a:schemeClr val="tx1"/>
                </a:solidFill>
              </a:defRPr>
            </a:lvl4pPr>
            <a:lvl5pPr>
              <a:defRPr sz="9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4"/>
          </p:nvPr>
        </p:nvSpPr>
        <p:spPr>
          <a:xfrm>
            <a:off x="9251247" y="1946803"/>
            <a:ext cx="2238492" cy="3012222"/>
          </a:xfrm>
        </p:spPr>
        <p:txBody>
          <a:bodyPr>
            <a:normAutofit/>
          </a:bodyPr>
          <a:lstStyle>
            <a:lvl1pPr marL="0" indent="0">
              <a:spcAft>
                <a:spcPts val="1400"/>
              </a:spcAft>
              <a:defRPr sz="1200">
                <a:solidFill>
                  <a:schemeClr val="tx1"/>
                </a:solidFill>
              </a:defRPr>
            </a:lvl1pPr>
            <a:lvl2pPr>
              <a:buClr>
                <a:schemeClr val="tx1"/>
              </a:buClr>
              <a:defRPr sz="1200">
                <a:solidFill>
                  <a:schemeClr val="tx1"/>
                </a:solidFill>
              </a:defRPr>
            </a:lvl2pPr>
            <a:lvl3pPr>
              <a:defRPr sz="1100">
                <a:solidFill>
                  <a:schemeClr val="tx1"/>
                </a:solidFill>
              </a:defRPr>
            </a:lvl3pPr>
            <a:lvl4pPr>
              <a:defRPr sz="1100">
                <a:solidFill>
                  <a:schemeClr val="tx1"/>
                </a:solidFill>
              </a:defRPr>
            </a:lvl4pPr>
            <a:lvl5pPr>
              <a:defRPr sz="9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16" name="Slide Number Placeholder 6"/>
          <p:cNvSpPr>
            <a:spLocks noGrp="1"/>
          </p:cNvSpPr>
          <p:nvPr>
            <p:ph type="sldNum" sz="quarter" idx="15"/>
          </p:nvPr>
        </p:nvSpPr>
        <p:spPr/>
        <p:txBody>
          <a:bodyPr/>
          <a:lstStyle>
            <a:lvl1pPr>
              <a:defRPr smtClean="0"/>
            </a:lvl1pPr>
          </a:lstStyle>
          <a:p>
            <a:pPr>
              <a:defRPr/>
            </a:pPr>
            <a:fld id="{839B598F-200E-4427-B830-ADBF0EC3AE3A}" type="slidenum">
              <a:rPr lang="en-US">
                <a:solidFill>
                  <a:srgbClr val="333333"/>
                </a:solidFill>
              </a:rPr>
              <a:pPr>
                <a:defRPr/>
              </a:pPr>
              <a:t>‹#›</a:t>
            </a:fld>
            <a:endParaRPr lang="en-US" dirty="0">
              <a:solidFill>
                <a:srgbClr val="333333"/>
              </a:solidFill>
            </a:endParaRPr>
          </a:p>
        </p:txBody>
      </p:sp>
      <p:sp>
        <p:nvSpPr>
          <p:cNvPr id="17" name="Footer Placeholder 7"/>
          <p:cNvSpPr>
            <a:spLocks noGrp="1"/>
          </p:cNvSpPr>
          <p:nvPr>
            <p:ph type="ftr" sz="quarter" idx="16"/>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556240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8"/>
                                        </p:tgtEl>
                                        <p:attrNameLst>
                                          <p:attrName>fillcolor</p:attrName>
                                        </p:attrNameLst>
                                      </p:cBhvr>
                                      <p:to>
                                        <a:schemeClr val="accent1"/>
                                      </p:to>
                                    </p:animClr>
                                    <p:set>
                                      <p:cBhvr>
                                        <p:cTn id="7" dur="500" fill="hold"/>
                                        <p:tgtEl>
                                          <p:spTgt spid="8"/>
                                        </p:tgtEl>
                                        <p:attrNameLst>
                                          <p:attrName>fill.type</p:attrName>
                                        </p:attrNameLst>
                                      </p:cBhvr>
                                      <p:to>
                                        <p:strVal val="solid"/>
                                      </p:to>
                                    </p:set>
                                    <p:set>
                                      <p:cBhvr>
                                        <p:cTn id="8" dur="500" fill="hold"/>
                                        <p:tgtEl>
                                          <p:spTgt spid="8"/>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1000" fill="hold"/>
                                        <p:tgtEl>
                                          <p:spTgt spid="7"/>
                                        </p:tgtEl>
                                        <p:attrNameLst>
                                          <p:attrName>fillcolor</p:attrName>
                                        </p:attrNameLst>
                                      </p:cBhvr>
                                      <p:to>
                                        <a:srgbClr val="8CA0A9"/>
                                      </p:to>
                                    </p:animClr>
                                    <p:set>
                                      <p:cBhvr>
                                        <p:cTn id="11" dur="1000" fill="hold"/>
                                        <p:tgtEl>
                                          <p:spTgt spid="7"/>
                                        </p:tgtEl>
                                        <p:attrNameLst>
                                          <p:attrName>fill.type</p:attrName>
                                        </p:attrNameLst>
                                      </p:cBhvr>
                                      <p:to>
                                        <p:strVal val="solid"/>
                                      </p:to>
                                    </p:set>
                                    <p:set>
                                      <p:cBhvr>
                                        <p:cTn id="12" dur="1000" fill="hold"/>
                                        <p:tgtEl>
                                          <p:spTgt spid="7"/>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mph" presetSubtype="2" fill="hold" nodeType="clickEffect">
                                  <p:stCondLst>
                                    <p:cond delay="0"/>
                                  </p:stCondLst>
                                  <p:childTnLst>
                                    <p:animClr clrSpc="rgb" dir="cw">
                                      <p:cBhvr>
                                        <p:cTn id="16" dur="500" fill="hold"/>
                                        <p:tgtEl>
                                          <p:spTgt spid="9"/>
                                        </p:tgtEl>
                                        <p:attrNameLst>
                                          <p:attrName>fillcolor</p:attrName>
                                        </p:attrNameLst>
                                      </p:cBhvr>
                                      <p:to>
                                        <a:schemeClr val="accent1"/>
                                      </p:to>
                                    </p:animClr>
                                    <p:set>
                                      <p:cBhvr>
                                        <p:cTn id="17" dur="500" fill="hold"/>
                                        <p:tgtEl>
                                          <p:spTgt spid="9"/>
                                        </p:tgtEl>
                                        <p:attrNameLst>
                                          <p:attrName>fill.type</p:attrName>
                                        </p:attrNameLst>
                                      </p:cBhvr>
                                      <p:to>
                                        <p:strVal val="solid"/>
                                      </p:to>
                                    </p:set>
                                    <p:set>
                                      <p:cBhvr>
                                        <p:cTn id="18" dur="500" fill="hold"/>
                                        <p:tgtEl>
                                          <p:spTgt spid="9"/>
                                        </p:tgtEl>
                                        <p:attrNameLst>
                                          <p:attrName>fill.on</p:attrName>
                                        </p:attrNameLst>
                                      </p:cBhvr>
                                      <p:to>
                                        <p:strVal val="true"/>
                                      </p:to>
                                    </p:set>
                                  </p:childTnLst>
                                </p:cTn>
                              </p:par>
                              <p:par>
                                <p:cTn id="19" presetID="1" presetClass="emph" presetSubtype="2" fill="hold" nodeType="withEffect">
                                  <p:stCondLst>
                                    <p:cond delay="0"/>
                                  </p:stCondLst>
                                  <p:childTnLst>
                                    <p:animClr clrSpc="rgb" dir="cw">
                                      <p:cBhvr>
                                        <p:cTn id="20" dur="1000" fill="hold"/>
                                        <p:tgtEl>
                                          <p:spTgt spid="8"/>
                                        </p:tgtEl>
                                        <p:attrNameLst>
                                          <p:attrName>fillcolor</p:attrName>
                                        </p:attrNameLst>
                                      </p:cBhvr>
                                      <p:to>
                                        <a:srgbClr val="8CA0A9"/>
                                      </p:to>
                                    </p:animClr>
                                    <p:set>
                                      <p:cBhvr>
                                        <p:cTn id="21" dur="1000" fill="hold"/>
                                        <p:tgtEl>
                                          <p:spTgt spid="8"/>
                                        </p:tgtEl>
                                        <p:attrNameLst>
                                          <p:attrName>fill.type</p:attrName>
                                        </p:attrNameLst>
                                      </p:cBhvr>
                                      <p:to>
                                        <p:strVal val="solid"/>
                                      </p:to>
                                    </p:set>
                                    <p:set>
                                      <p:cBhvr>
                                        <p:cTn id="22" dur="1000" fill="hold"/>
                                        <p:tgtEl>
                                          <p:spTgt spid="8"/>
                                        </p:tgtEl>
                                        <p:attrNameLst>
                                          <p:attrName>fill.on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1" presetClass="emph" presetSubtype="2" fill="hold" nodeType="clickEffect">
                                  <p:stCondLst>
                                    <p:cond delay="0"/>
                                  </p:stCondLst>
                                  <p:childTnLst>
                                    <p:animClr clrSpc="rgb" dir="cw">
                                      <p:cBhvr>
                                        <p:cTn id="26" dur="500" fill="hold"/>
                                        <p:tgtEl>
                                          <p:spTgt spid="10"/>
                                        </p:tgtEl>
                                        <p:attrNameLst>
                                          <p:attrName>fillcolor</p:attrName>
                                        </p:attrNameLst>
                                      </p:cBhvr>
                                      <p:to>
                                        <a:schemeClr val="accent1"/>
                                      </p:to>
                                    </p:animClr>
                                    <p:set>
                                      <p:cBhvr>
                                        <p:cTn id="27" dur="500" fill="hold"/>
                                        <p:tgtEl>
                                          <p:spTgt spid="10"/>
                                        </p:tgtEl>
                                        <p:attrNameLst>
                                          <p:attrName>fill.type</p:attrName>
                                        </p:attrNameLst>
                                      </p:cBhvr>
                                      <p:to>
                                        <p:strVal val="solid"/>
                                      </p:to>
                                    </p:set>
                                    <p:set>
                                      <p:cBhvr>
                                        <p:cTn id="28" dur="500" fill="hold"/>
                                        <p:tgtEl>
                                          <p:spTgt spid="10"/>
                                        </p:tgtEl>
                                        <p:attrNameLst>
                                          <p:attrName>fill.on</p:attrName>
                                        </p:attrNameLst>
                                      </p:cBhvr>
                                      <p:to>
                                        <p:strVal val="true"/>
                                      </p:to>
                                    </p:set>
                                  </p:childTnLst>
                                </p:cTn>
                              </p:par>
                              <p:par>
                                <p:cTn id="29" presetID="1" presetClass="emph" presetSubtype="2" fill="hold" nodeType="withEffect">
                                  <p:stCondLst>
                                    <p:cond delay="0"/>
                                  </p:stCondLst>
                                  <p:childTnLst>
                                    <p:animClr clrSpc="rgb" dir="cw">
                                      <p:cBhvr>
                                        <p:cTn id="30" dur="1000" fill="hold"/>
                                        <p:tgtEl>
                                          <p:spTgt spid="9"/>
                                        </p:tgtEl>
                                        <p:attrNameLst>
                                          <p:attrName>fillcolor</p:attrName>
                                        </p:attrNameLst>
                                      </p:cBhvr>
                                      <p:to>
                                        <a:srgbClr val="8CA0A9"/>
                                      </p:to>
                                    </p:animClr>
                                    <p:set>
                                      <p:cBhvr>
                                        <p:cTn id="31" dur="1000" fill="hold"/>
                                        <p:tgtEl>
                                          <p:spTgt spid="9"/>
                                        </p:tgtEl>
                                        <p:attrNameLst>
                                          <p:attrName>fill.type</p:attrName>
                                        </p:attrNameLst>
                                      </p:cBhvr>
                                      <p:to>
                                        <p:strVal val="solid"/>
                                      </p:to>
                                    </p:set>
                                    <p:set>
                                      <p:cBhvr>
                                        <p:cTn id="32" dur="1000" fill="hold"/>
                                        <p:tgtEl>
                                          <p:spTgt spid="9"/>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4-column text Arrow Headlines">
    <p:spTree>
      <p:nvGrpSpPr>
        <p:cNvPr id="1" name=""/>
        <p:cNvGrpSpPr/>
        <p:nvPr/>
      </p:nvGrpSpPr>
      <p:grpSpPr>
        <a:xfrm>
          <a:off x="0" y="0"/>
          <a:ext cx="0" cy="0"/>
          <a:chOff x="0" y="0"/>
          <a:chExt cx="0" cy="0"/>
        </a:xfrm>
      </p:grpSpPr>
      <p:pic>
        <p:nvPicPr>
          <p:cNvPr id="7"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8"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3" name="Content Placeholder 2"/>
          <p:cNvSpPr>
            <a:spLocks noGrp="1"/>
          </p:cNvSpPr>
          <p:nvPr>
            <p:ph idx="1"/>
          </p:nvPr>
        </p:nvSpPr>
        <p:spPr>
          <a:xfrm>
            <a:off x="556923" y="1986311"/>
            <a:ext cx="2404061" cy="3955702"/>
          </a:xfrm>
        </p:spPr>
        <p:txBody>
          <a:bodyPr>
            <a:normAutofit/>
          </a:bodyPr>
          <a:lstStyle>
            <a:lvl1pPr marL="0" indent="0">
              <a:spcAft>
                <a:spcPts val="1400"/>
              </a:spcAft>
              <a:defRPr sz="1400">
                <a:solidFill>
                  <a:schemeClr val="tx1"/>
                </a:solidFill>
              </a:defRPr>
            </a:lvl1pPr>
            <a:lvl2pPr>
              <a:buClr>
                <a:schemeClr val="bg1"/>
              </a:buClr>
              <a:defRPr sz="1200">
                <a:solidFill>
                  <a:schemeClr val="bg1"/>
                </a:solidFill>
              </a:defRPr>
            </a:lvl2pPr>
            <a:lvl3pPr>
              <a:defRPr sz="1100">
                <a:solidFill>
                  <a:schemeClr val="bg1"/>
                </a:solidFill>
              </a:defRPr>
            </a:lvl3pPr>
            <a:lvl4pPr>
              <a:defRPr sz="11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
          <p:cNvSpPr>
            <a:spLocks noGrp="1"/>
          </p:cNvSpPr>
          <p:nvPr>
            <p:ph idx="12"/>
          </p:nvPr>
        </p:nvSpPr>
        <p:spPr>
          <a:xfrm>
            <a:off x="3404859" y="1986311"/>
            <a:ext cx="2404061" cy="3955702"/>
          </a:xfrm>
        </p:spPr>
        <p:txBody>
          <a:bodyPr>
            <a:normAutofit/>
          </a:bodyPr>
          <a:lstStyle>
            <a:lvl1pPr marL="0" indent="0">
              <a:spcAft>
                <a:spcPts val="1400"/>
              </a:spcAft>
              <a:defRPr sz="1400">
                <a:solidFill>
                  <a:schemeClr val="tx1"/>
                </a:solidFill>
              </a:defRPr>
            </a:lvl1pPr>
            <a:lvl2pPr>
              <a:buClr>
                <a:schemeClr val="bg1"/>
              </a:buClr>
              <a:defRPr sz="1200">
                <a:solidFill>
                  <a:schemeClr val="bg1"/>
                </a:solidFill>
              </a:defRPr>
            </a:lvl2pPr>
            <a:lvl3pPr>
              <a:defRPr sz="1100">
                <a:solidFill>
                  <a:schemeClr val="bg1"/>
                </a:solidFill>
              </a:defRPr>
            </a:lvl3pPr>
            <a:lvl4pPr>
              <a:defRPr sz="11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3"/>
          </p:nvPr>
        </p:nvSpPr>
        <p:spPr>
          <a:xfrm>
            <a:off x="6252795" y="1986311"/>
            <a:ext cx="2404061" cy="3955702"/>
          </a:xfrm>
        </p:spPr>
        <p:txBody>
          <a:bodyPr>
            <a:normAutofit/>
          </a:bodyPr>
          <a:lstStyle>
            <a:lvl1pPr marL="0" indent="0">
              <a:spcAft>
                <a:spcPts val="1400"/>
              </a:spcAft>
              <a:defRPr sz="1400">
                <a:solidFill>
                  <a:schemeClr val="tx1"/>
                </a:solidFill>
              </a:defRPr>
            </a:lvl1pPr>
            <a:lvl2pPr>
              <a:buClr>
                <a:schemeClr val="bg1"/>
              </a:buClr>
              <a:defRPr sz="1200">
                <a:solidFill>
                  <a:schemeClr val="bg1"/>
                </a:solidFill>
              </a:defRPr>
            </a:lvl2pPr>
            <a:lvl3pPr>
              <a:defRPr sz="1100">
                <a:solidFill>
                  <a:schemeClr val="bg1"/>
                </a:solidFill>
              </a:defRPr>
            </a:lvl3pPr>
            <a:lvl4pPr>
              <a:defRPr sz="11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4"/>
          </p:nvPr>
        </p:nvSpPr>
        <p:spPr>
          <a:xfrm>
            <a:off x="9100731" y="1986311"/>
            <a:ext cx="2404061" cy="3955702"/>
          </a:xfrm>
        </p:spPr>
        <p:txBody>
          <a:bodyPr>
            <a:normAutofit/>
          </a:bodyPr>
          <a:lstStyle>
            <a:lvl1pPr marL="0" indent="0">
              <a:spcAft>
                <a:spcPts val="1400"/>
              </a:spcAft>
              <a:defRPr sz="1400">
                <a:solidFill>
                  <a:schemeClr val="tx1"/>
                </a:solidFill>
              </a:defRPr>
            </a:lvl1pPr>
            <a:lvl2pPr>
              <a:buClr>
                <a:schemeClr val="bg1"/>
              </a:buClr>
              <a:defRPr sz="1200">
                <a:solidFill>
                  <a:schemeClr val="bg1"/>
                </a:solidFill>
              </a:defRPr>
            </a:lvl2pPr>
            <a:lvl3pPr>
              <a:defRPr sz="1100">
                <a:solidFill>
                  <a:schemeClr val="bg1"/>
                </a:solidFill>
              </a:defRPr>
            </a:lvl3pPr>
            <a:lvl4pPr>
              <a:defRPr sz="11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9" name="Slide Number Placeholder 6"/>
          <p:cNvSpPr>
            <a:spLocks noGrp="1"/>
          </p:cNvSpPr>
          <p:nvPr>
            <p:ph type="sldNum" sz="quarter" idx="15"/>
          </p:nvPr>
        </p:nvSpPr>
        <p:spPr/>
        <p:txBody>
          <a:bodyPr/>
          <a:lstStyle>
            <a:lvl1pPr>
              <a:defRPr smtClean="0"/>
            </a:lvl1pPr>
          </a:lstStyle>
          <a:p>
            <a:pPr>
              <a:defRPr/>
            </a:pPr>
            <a:fld id="{54E96721-EFD3-46C7-B4C7-162DB866211D}" type="slidenum">
              <a:rPr lang="en-US">
                <a:solidFill>
                  <a:srgbClr val="333333"/>
                </a:solidFill>
              </a:rPr>
              <a:pPr>
                <a:defRPr/>
              </a:pPr>
              <a:t>‹#›</a:t>
            </a:fld>
            <a:endParaRPr lang="en-US" dirty="0">
              <a:solidFill>
                <a:srgbClr val="333333"/>
              </a:solidFill>
            </a:endParaRPr>
          </a:p>
        </p:txBody>
      </p:sp>
      <p:sp>
        <p:nvSpPr>
          <p:cNvPr id="10" name="Footer Placeholder 7"/>
          <p:cNvSpPr>
            <a:spLocks noGrp="1"/>
          </p:cNvSpPr>
          <p:nvPr>
            <p:ph type="ftr" sz="quarter" idx="16"/>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6440726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and 4-column Vertical Stack Arrows">
    <p:spTree>
      <p:nvGrpSpPr>
        <p:cNvPr id="1" name=""/>
        <p:cNvGrpSpPr/>
        <p:nvPr/>
      </p:nvGrpSpPr>
      <p:grpSpPr>
        <a:xfrm>
          <a:off x="0" y="0"/>
          <a:ext cx="0" cy="0"/>
          <a:chOff x="0" y="0"/>
          <a:chExt cx="0" cy="0"/>
        </a:xfrm>
      </p:grpSpPr>
      <p:sp>
        <p:nvSpPr>
          <p:cNvPr id="11" name="Freeform 10"/>
          <p:cNvSpPr/>
          <p:nvPr/>
        </p:nvSpPr>
        <p:spPr>
          <a:xfrm>
            <a:off x="457202" y="5040316"/>
            <a:ext cx="2747433" cy="655637"/>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83859 w 4277737"/>
              <a:gd name="connsiteY10" fmla="*/ 1435045 h 3052171"/>
              <a:gd name="connsiteX11" fmla="*/ 10917 w 4277737"/>
              <a:gd name="connsiteY11" fmla="*/ 92899 h 3052171"/>
              <a:gd name="connsiteX0" fmla="*/ 80311 w 4347131"/>
              <a:gd name="connsiteY0" fmla="*/ 92899 h 3052171"/>
              <a:gd name="connsiteX1" fmla="*/ 216423 w 4347131"/>
              <a:gd name="connsiteY1" fmla="*/ 93 h 3052171"/>
              <a:gd name="connsiteX2" fmla="*/ 3686744 w 4347131"/>
              <a:gd name="connsiteY2" fmla="*/ 0 h 3052171"/>
              <a:gd name="connsiteX3" fmla="*/ 3849620 w 4347131"/>
              <a:gd name="connsiteY3" fmla="*/ 76549 h 3052171"/>
              <a:gd name="connsiteX4" fmla="*/ 4330753 w 4347131"/>
              <a:gd name="connsiteY4" fmla="*/ 1439952 h 3052171"/>
              <a:gd name="connsiteX5" fmla="*/ 4330753 w 4347131"/>
              <a:gd name="connsiteY5" fmla="*/ 1576820 h 3052171"/>
              <a:gd name="connsiteX6" fmla="*/ 3852881 w 4347131"/>
              <a:gd name="connsiteY6" fmla="*/ 2964668 h 3052171"/>
              <a:gd name="connsiteX7" fmla="*/ 3673543 w 4347131"/>
              <a:gd name="connsiteY7" fmla="*/ 3049434 h 3052171"/>
              <a:gd name="connsiteX8" fmla="*/ 227421 w 4347131"/>
              <a:gd name="connsiteY8" fmla="*/ 3046790 h 3052171"/>
              <a:gd name="connsiteX9" fmla="*/ 92369 w 4347131"/>
              <a:gd name="connsiteY9" fmla="*/ 2966933 h 3052171"/>
              <a:gd name="connsiteX10" fmla="*/ 0 w 4347131"/>
              <a:gd name="connsiteY10" fmla="*/ 1589962 h 3052171"/>
              <a:gd name="connsiteX11" fmla="*/ 80311 w 4347131"/>
              <a:gd name="connsiteY11" fmla="*/ 92899 h 3052171"/>
              <a:gd name="connsiteX0" fmla="*/ 10918 w 4357587"/>
              <a:gd name="connsiteY0" fmla="*/ 402738 h 3052171"/>
              <a:gd name="connsiteX1" fmla="*/ 226879 w 4357587"/>
              <a:gd name="connsiteY1" fmla="*/ 93 h 3052171"/>
              <a:gd name="connsiteX2" fmla="*/ 3697200 w 4357587"/>
              <a:gd name="connsiteY2" fmla="*/ 0 h 3052171"/>
              <a:gd name="connsiteX3" fmla="*/ 3860076 w 4357587"/>
              <a:gd name="connsiteY3" fmla="*/ 76549 h 3052171"/>
              <a:gd name="connsiteX4" fmla="*/ 4341209 w 4357587"/>
              <a:gd name="connsiteY4" fmla="*/ 1439952 h 3052171"/>
              <a:gd name="connsiteX5" fmla="*/ 4341209 w 4357587"/>
              <a:gd name="connsiteY5" fmla="*/ 1576820 h 3052171"/>
              <a:gd name="connsiteX6" fmla="*/ 3863337 w 4357587"/>
              <a:gd name="connsiteY6" fmla="*/ 2964668 h 3052171"/>
              <a:gd name="connsiteX7" fmla="*/ 3683999 w 4357587"/>
              <a:gd name="connsiteY7" fmla="*/ 3049434 h 3052171"/>
              <a:gd name="connsiteX8" fmla="*/ 237877 w 4357587"/>
              <a:gd name="connsiteY8" fmla="*/ 3046790 h 3052171"/>
              <a:gd name="connsiteX9" fmla="*/ 102825 w 4357587"/>
              <a:gd name="connsiteY9" fmla="*/ 2966933 h 3052171"/>
              <a:gd name="connsiteX10" fmla="*/ 10456 w 4357587"/>
              <a:gd name="connsiteY10" fmla="*/ 1589962 h 3052171"/>
              <a:gd name="connsiteX11" fmla="*/ 10918 w 4357587"/>
              <a:gd name="connsiteY11" fmla="*/ 402738 h 3052171"/>
              <a:gd name="connsiteX0" fmla="*/ 11181 w 4357850"/>
              <a:gd name="connsiteY0" fmla="*/ 402738 h 3052171"/>
              <a:gd name="connsiteX1" fmla="*/ 227142 w 4357850"/>
              <a:gd name="connsiteY1" fmla="*/ 93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52171"/>
              <a:gd name="connsiteX1" fmla="*/ 175809 w 4357850"/>
              <a:gd name="connsiteY1" fmla="*/ 96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9 w 4357850"/>
              <a:gd name="connsiteY10" fmla="*/ 1589962 h 3068925"/>
              <a:gd name="connsiteX11" fmla="*/ 11181 w 4357850"/>
              <a:gd name="connsiteY11" fmla="*/ 402738 h 3068925"/>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997513"/>
              <a:gd name="connsiteX1" fmla="*/ 141587 w 4357850"/>
              <a:gd name="connsiteY1" fmla="*/ 96 h 3997513"/>
              <a:gd name="connsiteX2" fmla="*/ 3697463 w 4357850"/>
              <a:gd name="connsiteY2" fmla="*/ 0 h 3997513"/>
              <a:gd name="connsiteX3" fmla="*/ 3860339 w 4357850"/>
              <a:gd name="connsiteY3" fmla="*/ 76549 h 3997513"/>
              <a:gd name="connsiteX4" fmla="*/ 4341472 w 4357850"/>
              <a:gd name="connsiteY4" fmla="*/ 1439952 h 3997513"/>
              <a:gd name="connsiteX5" fmla="*/ 4341472 w 4357850"/>
              <a:gd name="connsiteY5" fmla="*/ 1576820 h 3997513"/>
              <a:gd name="connsiteX6" fmla="*/ 3863600 w 4357850"/>
              <a:gd name="connsiteY6" fmla="*/ 2964668 h 3997513"/>
              <a:gd name="connsiteX7" fmla="*/ 3684262 w 4357850"/>
              <a:gd name="connsiteY7" fmla="*/ 3049434 h 3997513"/>
              <a:gd name="connsiteX8" fmla="*/ 135474 w 4357850"/>
              <a:gd name="connsiteY8" fmla="*/ 3068925 h 3997513"/>
              <a:gd name="connsiteX9" fmla="*/ 11831 w 4357850"/>
              <a:gd name="connsiteY9" fmla="*/ 2701358 h 3997513"/>
              <a:gd name="connsiteX10" fmla="*/ 10718 w 4357850"/>
              <a:gd name="connsiteY10" fmla="*/ 1589963 h 3997513"/>
              <a:gd name="connsiteX11" fmla="*/ 11181 w 4357850"/>
              <a:gd name="connsiteY11" fmla="*/ 402738 h 3997513"/>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49662"/>
              <a:gd name="connsiteY0" fmla="*/ 402738 h 3090138"/>
              <a:gd name="connsiteX1" fmla="*/ 141587 w 4349662"/>
              <a:gd name="connsiteY1" fmla="*/ 96 h 3090138"/>
              <a:gd name="connsiteX2" fmla="*/ 3697463 w 4349662"/>
              <a:gd name="connsiteY2" fmla="*/ 0 h 3090138"/>
              <a:gd name="connsiteX3" fmla="*/ 3860339 w 4349662"/>
              <a:gd name="connsiteY3" fmla="*/ 76549 h 3090138"/>
              <a:gd name="connsiteX4" fmla="*/ 4187473 w 4349662"/>
              <a:gd name="connsiteY4" fmla="*/ 1240774 h 3090138"/>
              <a:gd name="connsiteX5" fmla="*/ 4341472 w 4349662"/>
              <a:gd name="connsiteY5" fmla="*/ 1576820 h 3090138"/>
              <a:gd name="connsiteX6" fmla="*/ 3863600 w 4349662"/>
              <a:gd name="connsiteY6" fmla="*/ 2964668 h 3090138"/>
              <a:gd name="connsiteX7" fmla="*/ 3684262 w 4349662"/>
              <a:gd name="connsiteY7" fmla="*/ 3049434 h 3090138"/>
              <a:gd name="connsiteX8" fmla="*/ 135474 w 4349662"/>
              <a:gd name="connsiteY8" fmla="*/ 3068925 h 3090138"/>
              <a:gd name="connsiteX9" fmla="*/ 11831 w 4349662"/>
              <a:gd name="connsiteY9" fmla="*/ 2701358 h 3090138"/>
              <a:gd name="connsiteX10" fmla="*/ 10718 w 4349662"/>
              <a:gd name="connsiteY10" fmla="*/ 1589963 h 3090138"/>
              <a:gd name="connsiteX11" fmla="*/ 11181 w 4349662"/>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863600 w 4207067"/>
              <a:gd name="connsiteY6" fmla="*/ 2964668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932044 w 4207067"/>
              <a:gd name="connsiteY6" fmla="*/ 2765490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6437"/>
              <a:gd name="connsiteX1" fmla="*/ 141587 w 4207067"/>
              <a:gd name="connsiteY1" fmla="*/ 96 h 3096437"/>
              <a:gd name="connsiteX2" fmla="*/ 3697463 w 4207067"/>
              <a:gd name="connsiteY2" fmla="*/ 0 h 3096437"/>
              <a:gd name="connsiteX3" fmla="*/ 3860339 w 4207067"/>
              <a:gd name="connsiteY3" fmla="*/ 76549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697463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45 w 4232910"/>
              <a:gd name="connsiteY0" fmla="*/ 497542 h 3096437"/>
              <a:gd name="connsiteX1" fmla="*/ 131552 w 4232910"/>
              <a:gd name="connsiteY1" fmla="*/ 96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117650"/>
              <a:gd name="connsiteX1" fmla="*/ 181373 w 4232910"/>
              <a:gd name="connsiteY1" fmla="*/ 0 h 3117650"/>
              <a:gd name="connsiteX2" fmla="*/ 3744463 w 4232910"/>
              <a:gd name="connsiteY2" fmla="*/ 0 h 3117650"/>
              <a:gd name="connsiteX3" fmla="*/ 3913862 w 4232910"/>
              <a:gd name="connsiteY3" fmla="*/ 240968 h 3117650"/>
              <a:gd name="connsiteX4" fmla="*/ 4177438 w 4232910"/>
              <a:gd name="connsiteY4" fmla="*/ 1240774 h 3117650"/>
              <a:gd name="connsiteX5" fmla="*/ 4188844 w 4232910"/>
              <a:gd name="connsiteY5" fmla="*/ 1864525 h 3117650"/>
              <a:gd name="connsiteX6" fmla="*/ 3931783 w 4232910"/>
              <a:gd name="connsiteY6" fmla="*/ 2784458 h 3117650"/>
              <a:gd name="connsiteX7" fmla="*/ 3742672 w 4232910"/>
              <a:gd name="connsiteY7" fmla="*/ 3093697 h 3117650"/>
              <a:gd name="connsiteX8" fmla="*/ 230612 w 4232910"/>
              <a:gd name="connsiteY8" fmla="*/ 3096437 h 3117650"/>
              <a:gd name="connsiteX9" fmla="*/ 1796 w 4232910"/>
              <a:gd name="connsiteY9" fmla="*/ 2701358 h 3117650"/>
              <a:gd name="connsiteX10" fmla="*/ 683 w 4232910"/>
              <a:gd name="connsiteY10" fmla="*/ 1589963 h 3117650"/>
              <a:gd name="connsiteX11" fmla="*/ 1145 w 4232910"/>
              <a:gd name="connsiteY11" fmla="*/ 497542 h 3117650"/>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462 w 4232227"/>
              <a:gd name="connsiteY0" fmla="*/ 497542 h 3096437"/>
              <a:gd name="connsiteX1" fmla="*/ 236043 w 4232227"/>
              <a:gd name="connsiteY1" fmla="*/ 0 h 3096437"/>
              <a:gd name="connsiteX2" fmla="*/ 3743780 w 4232227"/>
              <a:gd name="connsiteY2" fmla="*/ 0 h 3096437"/>
              <a:gd name="connsiteX3" fmla="*/ 3913179 w 4232227"/>
              <a:gd name="connsiteY3" fmla="*/ 240968 h 3096437"/>
              <a:gd name="connsiteX4" fmla="*/ 4176755 w 4232227"/>
              <a:gd name="connsiteY4" fmla="*/ 1240774 h 3096437"/>
              <a:gd name="connsiteX5" fmla="*/ 4188161 w 4232227"/>
              <a:gd name="connsiteY5" fmla="*/ 1864525 h 3096437"/>
              <a:gd name="connsiteX6" fmla="*/ 3931100 w 4232227"/>
              <a:gd name="connsiteY6" fmla="*/ 2784458 h 3096437"/>
              <a:gd name="connsiteX7" fmla="*/ 3741989 w 4232227"/>
              <a:gd name="connsiteY7" fmla="*/ 3093697 h 3096437"/>
              <a:gd name="connsiteX8" fmla="*/ 229929 w 4232227"/>
              <a:gd name="connsiteY8" fmla="*/ 3096437 h 3096437"/>
              <a:gd name="connsiteX9" fmla="*/ 1113 w 4232227"/>
              <a:gd name="connsiteY9" fmla="*/ 2701358 h 3096437"/>
              <a:gd name="connsiteX10" fmla="*/ 0 w 4232227"/>
              <a:gd name="connsiteY10" fmla="*/ 1589963 h 3096437"/>
              <a:gd name="connsiteX11" fmla="*/ 462 w 4232227"/>
              <a:gd name="connsiteY11" fmla="*/ 497542 h 3096437"/>
              <a:gd name="connsiteX0" fmla="*/ 462 w 4225672"/>
              <a:gd name="connsiteY0" fmla="*/ 497542 h 3096437"/>
              <a:gd name="connsiteX1" fmla="*/ 236043 w 4225672"/>
              <a:gd name="connsiteY1" fmla="*/ 0 h 3096437"/>
              <a:gd name="connsiteX2" fmla="*/ 3743780 w 4225672"/>
              <a:gd name="connsiteY2" fmla="*/ 0 h 3096437"/>
              <a:gd name="connsiteX3" fmla="*/ 3913179 w 4225672"/>
              <a:gd name="connsiteY3" fmla="*/ 240968 h 3096437"/>
              <a:gd name="connsiteX4" fmla="*/ 4106148 w 4225672"/>
              <a:gd name="connsiteY4" fmla="*/ 1240773 h 3096437"/>
              <a:gd name="connsiteX5" fmla="*/ 4188161 w 4225672"/>
              <a:gd name="connsiteY5" fmla="*/ 1864525 h 3096437"/>
              <a:gd name="connsiteX6" fmla="*/ 3931100 w 4225672"/>
              <a:gd name="connsiteY6" fmla="*/ 2784458 h 3096437"/>
              <a:gd name="connsiteX7" fmla="*/ 3741989 w 4225672"/>
              <a:gd name="connsiteY7" fmla="*/ 3093697 h 3096437"/>
              <a:gd name="connsiteX8" fmla="*/ 229929 w 4225672"/>
              <a:gd name="connsiteY8" fmla="*/ 3096437 h 3096437"/>
              <a:gd name="connsiteX9" fmla="*/ 1113 w 4225672"/>
              <a:gd name="connsiteY9" fmla="*/ 2701358 h 3096437"/>
              <a:gd name="connsiteX10" fmla="*/ 0 w 4225672"/>
              <a:gd name="connsiteY10" fmla="*/ 1589963 h 3096437"/>
              <a:gd name="connsiteX11" fmla="*/ 462 w 4225672"/>
              <a:gd name="connsiteY11" fmla="*/ 497542 h 3096437"/>
              <a:gd name="connsiteX0" fmla="*/ 462 w 4161620"/>
              <a:gd name="connsiteY0" fmla="*/ 497542 h 3096437"/>
              <a:gd name="connsiteX1" fmla="*/ 236043 w 4161620"/>
              <a:gd name="connsiteY1" fmla="*/ 0 h 3096437"/>
              <a:gd name="connsiteX2" fmla="*/ 3743780 w 4161620"/>
              <a:gd name="connsiteY2" fmla="*/ 0 h 3096437"/>
              <a:gd name="connsiteX3" fmla="*/ 3913179 w 4161620"/>
              <a:gd name="connsiteY3" fmla="*/ 240968 h 3096437"/>
              <a:gd name="connsiteX4" fmla="*/ 4106148 w 4161620"/>
              <a:gd name="connsiteY4" fmla="*/ 1240773 h 3096437"/>
              <a:gd name="connsiteX5" fmla="*/ 4100949 w 4161620"/>
              <a:gd name="connsiteY5" fmla="*/ 1877241 h 3096437"/>
              <a:gd name="connsiteX6" fmla="*/ 3931100 w 4161620"/>
              <a:gd name="connsiteY6" fmla="*/ 2784458 h 3096437"/>
              <a:gd name="connsiteX7" fmla="*/ 3741989 w 4161620"/>
              <a:gd name="connsiteY7" fmla="*/ 3093697 h 3096437"/>
              <a:gd name="connsiteX8" fmla="*/ 229929 w 4161620"/>
              <a:gd name="connsiteY8" fmla="*/ 3096437 h 3096437"/>
              <a:gd name="connsiteX9" fmla="*/ 1113 w 4161620"/>
              <a:gd name="connsiteY9" fmla="*/ 2701358 h 3096437"/>
              <a:gd name="connsiteX10" fmla="*/ 0 w 4161620"/>
              <a:gd name="connsiteY10" fmla="*/ 1589963 h 3096437"/>
              <a:gd name="connsiteX11" fmla="*/ 462 w 4161620"/>
              <a:gd name="connsiteY11" fmla="*/ 497542 h 3096437"/>
              <a:gd name="connsiteX0" fmla="*/ 462 w 4176837"/>
              <a:gd name="connsiteY0" fmla="*/ 497542 h 3096437"/>
              <a:gd name="connsiteX1" fmla="*/ 236043 w 4176837"/>
              <a:gd name="connsiteY1" fmla="*/ 0 h 3096437"/>
              <a:gd name="connsiteX2" fmla="*/ 3743780 w 4176837"/>
              <a:gd name="connsiteY2" fmla="*/ 0 h 3096437"/>
              <a:gd name="connsiteX3" fmla="*/ 3913179 w 4176837"/>
              <a:gd name="connsiteY3" fmla="*/ 240968 h 3096437"/>
              <a:gd name="connsiteX4" fmla="*/ 4106148 w 4176837"/>
              <a:gd name="connsiteY4" fmla="*/ 1240773 h 3096437"/>
              <a:gd name="connsiteX5" fmla="*/ 4100949 w 4176837"/>
              <a:gd name="connsiteY5" fmla="*/ 1877241 h 3096437"/>
              <a:gd name="connsiteX6" fmla="*/ 3931100 w 4176837"/>
              <a:gd name="connsiteY6" fmla="*/ 2784458 h 3096437"/>
              <a:gd name="connsiteX7" fmla="*/ 3741989 w 4176837"/>
              <a:gd name="connsiteY7" fmla="*/ 3093697 h 3096437"/>
              <a:gd name="connsiteX8" fmla="*/ 229929 w 4176837"/>
              <a:gd name="connsiteY8" fmla="*/ 3096437 h 3096437"/>
              <a:gd name="connsiteX9" fmla="*/ 1113 w 4176837"/>
              <a:gd name="connsiteY9" fmla="*/ 2701358 h 3096437"/>
              <a:gd name="connsiteX10" fmla="*/ 0 w 4176837"/>
              <a:gd name="connsiteY10" fmla="*/ 1589963 h 3096437"/>
              <a:gd name="connsiteX11" fmla="*/ 462 w 4176837"/>
              <a:gd name="connsiteY11" fmla="*/ 497542 h 3096437"/>
              <a:gd name="connsiteX0" fmla="*/ 462 w 4206920"/>
              <a:gd name="connsiteY0" fmla="*/ 497542 h 3096437"/>
              <a:gd name="connsiteX1" fmla="*/ 236043 w 4206920"/>
              <a:gd name="connsiteY1" fmla="*/ 0 h 3096437"/>
              <a:gd name="connsiteX2" fmla="*/ 3743780 w 4206920"/>
              <a:gd name="connsiteY2" fmla="*/ 0 h 3096437"/>
              <a:gd name="connsiteX3" fmla="*/ 3913179 w 4206920"/>
              <a:gd name="connsiteY3" fmla="*/ 240968 h 3096437"/>
              <a:gd name="connsiteX4" fmla="*/ 4106148 w 4206920"/>
              <a:gd name="connsiteY4" fmla="*/ 1240773 h 3096437"/>
              <a:gd name="connsiteX5" fmla="*/ 4100949 w 4206920"/>
              <a:gd name="connsiteY5" fmla="*/ 1877241 h 3096437"/>
              <a:gd name="connsiteX6" fmla="*/ 3931100 w 4206920"/>
              <a:gd name="connsiteY6" fmla="*/ 2784458 h 3096437"/>
              <a:gd name="connsiteX7" fmla="*/ 3741989 w 4206920"/>
              <a:gd name="connsiteY7" fmla="*/ 3093697 h 3096437"/>
              <a:gd name="connsiteX8" fmla="*/ 229929 w 4206920"/>
              <a:gd name="connsiteY8" fmla="*/ 3096437 h 3096437"/>
              <a:gd name="connsiteX9" fmla="*/ 1113 w 4206920"/>
              <a:gd name="connsiteY9" fmla="*/ 2701358 h 3096437"/>
              <a:gd name="connsiteX10" fmla="*/ 0 w 4206920"/>
              <a:gd name="connsiteY10" fmla="*/ 1589963 h 3096437"/>
              <a:gd name="connsiteX11" fmla="*/ 462 w 4206920"/>
              <a:gd name="connsiteY11" fmla="*/ 497542 h 3096437"/>
              <a:gd name="connsiteX0" fmla="*/ 462 w 4212455"/>
              <a:gd name="connsiteY0" fmla="*/ 497542 h 3096437"/>
              <a:gd name="connsiteX1" fmla="*/ 236043 w 4212455"/>
              <a:gd name="connsiteY1" fmla="*/ 0 h 3096437"/>
              <a:gd name="connsiteX2" fmla="*/ 3743780 w 4212455"/>
              <a:gd name="connsiteY2" fmla="*/ 0 h 3096437"/>
              <a:gd name="connsiteX3" fmla="*/ 3913179 w 4212455"/>
              <a:gd name="connsiteY3" fmla="*/ 240968 h 3096437"/>
              <a:gd name="connsiteX4" fmla="*/ 4111683 w 4212455"/>
              <a:gd name="connsiteY4" fmla="*/ 1317065 h 3096437"/>
              <a:gd name="connsiteX5" fmla="*/ 4100949 w 4212455"/>
              <a:gd name="connsiteY5" fmla="*/ 1877241 h 3096437"/>
              <a:gd name="connsiteX6" fmla="*/ 3931100 w 4212455"/>
              <a:gd name="connsiteY6" fmla="*/ 2784458 h 3096437"/>
              <a:gd name="connsiteX7" fmla="*/ 3741989 w 4212455"/>
              <a:gd name="connsiteY7" fmla="*/ 3093697 h 3096437"/>
              <a:gd name="connsiteX8" fmla="*/ 229929 w 4212455"/>
              <a:gd name="connsiteY8" fmla="*/ 3096437 h 3096437"/>
              <a:gd name="connsiteX9" fmla="*/ 1113 w 4212455"/>
              <a:gd name="connsiteY9" fmla="*/ 2701358 h 3096437"/>
              <a:gd name="connsiteX10" fmla="*/ 0 w 4212455"/>
              <a:gd name="connsiteY10" fmla="*/ 1589963 h 3096437"/>
              <a:gd name="connsiteX11" fmla="*/ 462 w 4212455"/>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00949 w 4245667"/>
              <a:gd name="connsiteY5" fmla="*/ 1877241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28628 w 4245667"/>
              <a:gd name="connsiteY5" fmla="*/ 1800948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28628 w 4229063"/>
              <a:gd name="connsiteY5" fmla="*/ 1800948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39699 w 4229063"/>
              <a:gd name="connsiteY5" fmla="*/ 1826376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741989 w 4229063"/>
              <a:gd name="connsiteY7" fmla="*/ 3106411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611977 h 3210872"/>
              <a:gd name="connsiteX1" fmla="*/ 236043 w 4229063"/>
              <a:gd name="connsiteY1" fmla="*/ 114435 h 3210872"/>
              <a:gd name="connsiteX2" fmla="*/ 3395052 w 4229063"/>
              <a:gd name="connsiteY2" fmla="*/ 0 h 3210872"/>
              <a:gd name="connsiteX3" fmla="*/ 3719440 w 4229063"/>
              <a:gd name="connsiteY3" fmla="*/ 329973 h 3210872"/>
              <a:gd name="connsiteX4" fmla="*/ 4128291 w 4229063"/>
              <a:gd name="connsiteY4" fmla="*/ 1380640 h 3210872"/>
              <a:gd name="connsiteX5" fmla="*/ 4139699 w 4229063"/>
              <a:gd name="connsiteY5" fmla="*/ 1940811 h 3210872"/>
              <a:gd name="connsiteX6" fmla="*/ 3720753 w 4229063"/>
              <a:gd name="connsiteY6" fmla="*/ 2937040 h 3210872"/>
              <a:gd name="connsiteX7" fmla="*/ 3426472 w 4229063"/>
              <a:gd name="connsiteY7" fmla="*/ 3208133 h 3210872"/>
              <a:gd name="connsiteX8" fmla="*/ 229929 w 4229063"/>
              <a:gd name="connsiteY8" fmla="*/ 3210872 h 3210872"/>
              <a:gd name="connsiteX9" fmla="*/ 1113 w 4229063"/>
              <a:gd name="connsiteY9" fmla="*/ 2815793 h 3210872"/>
              <a:gd name="connsiteX10" fmla="*/ 0 w 4229063"/>
              <a:gd name="connsiteY10" fmla="*/ 1704398 h 3210872"/>
              <a:gd name="connsiteX11" fmla="*/ 462 w 4229063"/>
              <a:gd name="connsiteY11" fmla="*/ 611977 h 3210872"/>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20753 w 4229063"/>
              <a:gd name="connsiteY6" fmla="*/ 2822605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9063" h="3096437">
                <a:moveTo>
                  <a:pt x="462" y="497542"/>
                </a:moveTo>
                <a:cubicBezTo>
                  <a:pt x="4160" y="117023"/>
                  <a:pt x="41216" y="20591"/>
                  <a:pt x="236043" y="0"/>
                </a:cubicBezTo>
                <a:lnTo>
                  <a:pt x="3395052" y="12718"/>
                </a:lnTo>
                <a:cubicBezTo>
                  <a:pt x="3638377" y="15457"/>
                  <a:pt x="3629208" y="966"/>
                  <a:pt x="3719440" y="215538"/>
                </a:cubicBezTo>
                <a:lnTo>
                  <a:pt x="4128291" y="1266205"/>
                </a:lnTo>
                <a:cubicBezTo>
                  <a:pt x="4229063" y="1454641"/>
                  <a:pt x="4215587" y="1665852"/>
                  <a:pt x="4139699" y="1826376"/>
                </a:cubicBezTo>
                <a:lnTo>
                  <a:pt x="3751433" y="2763881"/>
                </a:lnTo>
                <a:cubicBezTo>
                  <a:pt x="3680535" y="2912488"/>
                  <a:pt x="3626079" y="3096437"/>
                  <a:pt x="3426472" y="3093698"/>
                </a:cubicBezTo>
                <a:lnTo>
                  <a:pt x="229929" y="3096437"/>
                </a:lnTo>
                <a:cubicBezTo>
                  <a:pt x="66095" y="3096437"/>
                  <a:pt x="8137" y="3019692"/>
                  <a:pt x="1113" y="2701358"/>
                </a:cubicBezTo>
                <a:lnTo>
                  <a:pt x="0" y="1589963"/>
                </a:lnTo>
                <a:cubicBezTo>
                  <a:pt x="154" y="1194221"/>
                  <a:pt x="308" y="893284"/>
                  <a:pt x="462" y="497542"/>
                </a:cubicBezTo>
                <a:close/>
              </a:path>
            </a:pathLst>
          </a:custGeom>
          <a:solidFill>
            <a:srgbClr val="00A4E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sp>
        <p:nvSpPr>
          <p:cNvPr id="12" name="Freeform 11"/>
          <p:cNvSpPr/>
          <p:nvPr/>
        </p:nvSpPr>
        <p:spPr>
          <a:xfrm>
            <a:off x="457202" y="3992566"/>
            <a:ext cx="2747433" cy="657225"/>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83859 w 4277737"/>
              <a:gd name="connsiteY10" fmla="*/ 1435045 h 3052171"/>
              <a:gd name="connsiteX11" fmla="*/ 10917 w 4277737"/>
              <a:gd name="connsiteY11" fmla="*/ 92899 h 3052171"/>
              <a:gd name="connsiteX0" fmla="*/ 80311 w 4347131"/>
              <a:gd name="connsiteY0" fmla="*/ 92899 h 3052171"/>
              <a:gd name="connsiteX1" fmla="*/ 216423 w 4347131"/>
              <a:gd name="connsiteY1" fmla="*/ 93 h 3052171"/>
              <a:gd name="connsiteX2" fmla="*/ 3686744 w 4347131"/>
              <a:gd name="connsiteY2" fmla="*/ 0 h 3052171"/>
              <a:gd name="connsiteX3" fmla="*/ 3849620 w 4347131"/>
              <a:gd name="connsiteY3" fmla="*/ 76549 h 3052171"/>
              <a:gd name="connsiteX4" fmla="*/ 4330753 w 4347131"/>
              <a:gd name="connsiteY4" fmla="*/ 1439952 h 3052171"/>
              <a:gd name="connsiteX5" fmla="*/ 4330753 w 4347131"/>
              <a:gd name="connsiteY5" fmla="*/ 1576820 h 3052171"/>
              <a:gd name="connsiteX6" fmla="*/ 3852881 w 4347131"/>
              <a:gd name="connsiteY6" fmla="*/ 2964668 h 3052171"/>
              <a:gd name="connsiteX7" fmla="*/ 3673543 w 4347131"/>
              <a:gd name="connsiteY7" fmla="*/ 3049434 h 3052171"/>
              <a:gd name="connsiteX8" fmla="*/ 227421 w 4347131"/>
              <a:gd name="connsiteY8" fmla="*/ 3046790 h 3052171"/>
              <a:gd name="connsiteX9" fmla="*/ 92369 w 4347131"/>
              <a:gd name="connsiteY9" fmla="*/ 2966933 h 3052171"/>
              <a:gd name="connsiteX10" fmla="*/ 0 w 4347131"/>
              <a:gd name="connsiteY10" fmla="*/ 1589962 h 3052171"/>
              <a:gd name="connsiteX11" fmla="*/ 80311 w 4347131"/>
              <a:gd name="connsiteY11" fmla="*/ 92899 h 3052171"/>
              <a:gd name="connsiteX0" fmla="*/ 10918 w 4357587"/>
              <a:gd name="connsiteY0" fmla="*/ 402738 h 3052171"/>
              <a:gd name="connsiteX1" fmla="*/ 226879 w 4357587"/>
              <a:gd name="connsiteY1" fmla="*/ 93 h 3052171"/>
              <a:gd name="connsiteX2" fmla="*/ 3697200 w 4357587"/>
              <a:gd name="connsiteY2" fmla="*/ 0 h 3052171"/>
              <a:gd name="connsiteX3" fmla="*/ 3860076 w 4357587"/>
              <a:gd name="connsiteY3" fmla="*/ 76549 h 3052171"/>
              <a:gd name="connsiteX4" fmla="*/ 4341209 w 4357587"/>
              <a:gd name="connsiteY4" fmla="*/ 1439952 h 3052171"/>
              <a:gd name="connsiteX5" fmla="*/ 4341209 w 4357587"/>
              <a:gd name="connsiteY5" fmla="*/ 1576820 h 3052171"/>
              <a:gd name="connsiteX6" fmla="*/ 3863337 w 4357587"/>
              <a:gd name="connsiteY6" fmla="*/ 2964668 h 3052171"/>
              <a:gd name="connsiteX7" fmla="*/ 3683999 w 4357587"/>
              <a:gd name="connsiteY7" fmla="*/ 3049434 h 3052171"/>
              <a:gd name="connsiteX8" fmla="*/ 237877 w 4357587"/>
              <a:gd name="connsiteY8" fmla="*/ 3046790 h 3052171"/>
              <a:gd name="connsiteX9" fmla="*/ 102825 w 4357587"/>
              <a:gd name="connsiteY9" fmla="*/ 2966933 h 3052171"/>
              <a:gd name="connsiteX10" fmla="*/ 10456 w 4357587"/>
              <a:gd name="connsiteY10" fmla="*/ 1589962 h 3052171"/>
              <a:gd name="connsiteX11" fmla="*/ 10918 w 4357587"/>
              <a:gd name="connsiteY11" fmla="*/ 402738 h 3052171"/>
              <a:gd name="connsiteX0" fmla="*/ 11181 w 4357850"/>
              <a:gd name="connsiteY0" fmla="*/ 402738 h 3052171"/>
              <a:gd name="connsiteX1" fmla="*/ 227142 w 4357850"/>
              <a:gd name="connsiteY1" fmla="*/ 93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52171"/>
              <a:gd name="connsiteX1" fmla="*/ 175809 w 4357850"/>
              <a:gd name="connsiteY1" fmla="*/ 96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9 w 4357850"/>
              <a:gd name="connsiteY10" fmla="*/ 1589962 h 3068925"/>
              <a:gd name="connsiteX11" fmla="*/ 11181 w 4357850"/>
              <a:gd name="connsiteY11" fmla="*/ 402738 h 3068925"/>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997513"/>
              <a:gd name="connsiteX1" fmla="*/ 141587 w 4357850"/>
              <a:gd name="connsiteY1" fmla="*/ 96 h 3997513"/>
              <a:gd name="connsiteX2" fmla="*/ 3697463 w 4357850"/>
              <a:gd name="connsiteY2" fmla="*/ 0 h 3997513"/>
              <a:gd name="connsiteX3" fmla="*/ 3860339 w 4357850"/>
              <a:gd name="connsiteY3" fmla="*/ 76549 h 3997513"/>
              <a:gd name="connsiteX4" fmla="*/ 4341472 w 4357850"/>
              <a:gd name="connsiteY4" fmla="*/ 1439952 h 3997513"/>
              <a:gd name="connsiteX5" fmla="*/ 4341472 w 4357850"/>
              <a:gd name="connsiteY5" fmla="*/ 1576820 h 3997513"/>
              <a:gd name="connsiteX6" fmla="*/ 3863600 w 4357850"/>
              <a:gd name="connsiteY6" fmla="*/ 2964668 h 3997513"/>
              <a:gd name="connsiteX7" fmla="*/ 3684262 w 4357850"/>
              <a:gd name="connsiteY7" fmla="*/ 3049434 h 3997513"/>
              <a:gd name="connsiteX8" fmla="*/ 135474 w 4357850"/>
              <a:gd name="connsiteY8" fmla="*/ 3068925 h 3997513"/>
              <a:gd name="connsiteX9" fmla="*/ 11831 w 4357850"/>
              <a:gd name="connsiteY9" fmla="*/ 2701358 h 3997513"/>
              <a:gd name="connsiteX10" fmla="*/ 10718 w 4357850"/>
              <a:gd name="connsiteY10" fmla="*/ 1589963 h 3997513"/>
              <a:gd name="connsiteX11" fmla="*/ 11181 w 4357850"/>
              <a:gd name="connsiteY11" fmla="*/ 402738 h 3997513"/>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49662"/>
              <a:gd name="connsiteY0" fmla="*/ 402738 h 3090138"/>
              <a:gd name="connsiteX1" fmla="*/ 141587 w 4349662"/>
              <a:gd name="connsiteY1" fmla="*/ 96 h 3090138"/>
              <a:gd name="connsiteX2" fmla="*/ 3697463 w 4349662"/>
              <a:gd name="connsiteY2" fmla="*/ 0 h 3090138"/>
              <a:gd name="connsiteX3" fmla="*/ 3860339 w 4349662"/>
              <a:gd name="connsiteY3" fmla="*/ 76549 h 3090138"/>
              <a:gd name="connsiteX4" fmla="*/ 4187473 w 4349662"/>
              <a:gd name="connsiteY4" fmla="*/ 1240774 h 3090138"/>
              <a:gd name="connsiteX5" fmla="*/ 4341472 w 4349662"/>
              <a:gd name="connsiteY5" fmla="*/ 1576820 h 3090138"/>
              <a:gd name="connsiteX6" fmla="*/ 3863600 w 4349662"/>
              <a:gd name="connsiteY6" fmla="*/ 2964668 h 3090138"/>
              <a:gd name="connsiteX7" fmla="*/ 3684262 w 4349662"/>
              <a:gd name="connsiteY7" fmla="*/ 3049434 h 3090138"/>
              <a:gd name="connsiteX8" fmla="*/ 135474 w 4349662"/>
              <a:gd name="connsiteY8" fmla="*/ 3068925 h 3090138"/>
              <a:gd name="connsiteX9" fmla="*/ 11831 w 4349662"/>
              <a:gd name="connsiteY9" fmla="*/ 2701358 h 3090138"/>
              <a:gd name="connsiteX10" fmla="*/ 10718 w 4349662"/>
              <a:gd name="connsiteY10" fmla="*/ 1589963 h 3090138"/>
              <a:gd name="connsiteX11" fmla="*/ 11181 w 4349662"/>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863600 w 4207067"/>
              <a:gd name="connsiteY6" fmla="*/ 2964668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932044 w 4207067"/>
              <a:gd name="connsiteY6" fmla="*/ 2765490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6437"/>
              <a:gd name="connsiteX1" fmla="*/ 141587 w 4207067"/>
              <a:gd name="connsiteY1" fmla="*/ 96 h 3096437"/>
              <a:gd name="connsiteX2" fmla="*/ 3697463 w 4207067"/>
              <a:gd name="connsiteY2" fmla="*/ 0 h 3096437"/>
              <a:gd name="connsiteX3" fmla="*/ 3860339 w 4207067"/>
              <a:gd name="connsiteY3" fmla="*/ 76549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697463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45 w 4232910"/>
              <a:gd name="connsiteY0" fmla="*/ 497542 h 3096437"/>
              <a:gd name="connsiteX1" fmla="*/ 131552 w 4232910"/>
              <a:gd name="connsiteY1" fmla="*/ 96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117650"/>
              <a:gd name="connsiteX1" fmla="*/ 181373 w 4232910"/>
              <a:gd name="connsiteY1" fmla="*/ 0 h 3117650"/>
              <a:gd name="connsiteX2" fmla="*/ 3744463 w 4232910"/>
              <a:gd name="connsiteY2" fmla="*/ 0 h 3117650"/>
              <a:gd name="connsiteX3" fmla="*/ 3913862 w 4232910"/>
              <a:gd name="connsiteY3" fmla="*/ 240968 h 3117650"/>
              <a:gd name="connsiteX4" fmla="*/ 4177438 w 4232910"/>
              <a:gd name="connsiteY4" fmla="*/ 1240774 h 3117650"/>
              <a:gd name="connsiteX5" fmla="*/ 4188844 w 4232910"/>
              <a:gd name="connsiteY5" fmla="*/ 1864525 h 3117650"/>
              <a:gd name="connsiteX6" fmla="*/ 3931783 w 4232910"/>
              <a:gd name="connsiteY6" fmla="*/ 2784458 h 3117650"/>
              <a:gd name="connsiteX7" fmla="*/ 3742672 w 4232910"/>
              <a:gd name="connsiteY7" fmla="*/ 3093697 h 3117650"/>
              <a:gd name="connsiteX8" fmla="*/ 230612 w 4232910"/>
              <a:gd name="connsiteY8" fmla="*/ 3096437 h 3117650"/>
              <a:gd name="connsiteX9" fmla="*/ 1796 w 4232910"/>
              <a:gd name="connsiteY9" fmla="*/ 2701358 h 3117650"/>
              <a:gd name="connsiteX10" fmla="*/ 683 w 4232910"/>
              <a:gd name="connsiteY10" fmla="*/ 1589963 h 3117650"/>
              <a:gd name="connsiteX11" fmla="*/ 1145 w 4232910"/>
              <a:gd name="connsiteY11" fmla="*/ 497542 h 3117650"/>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462 w 4232227"/>
              <a:gd name="connsiteY0" fmla="*/ 497542 h 3096437"/>
              <a:gd name="connsiteX1" fmla="*/ 236043 w 4232227"/>
              <a:gd name="connsiteY1" fmla="*/ 0 h 3096437"/>
              <a:gd name="connsiteX2" fmla="*/ 3743780 w 4232227"/>
              <a:gd name="connsiteY2" fmla="*/ 0 h 3096437"/>
              <a:gd name="connsiteX3" fmla="*/ 3913179 w 4232227"/>
              <a:gd name="connsiteY3" fmla="*/ 240968 h 3096437"/>
              <a:gd name="connsiteX4" fmla="*/ 4176755 w 4232227"/>
              <a:gd name="connsiteY4" fmla="*/ 1240774 h 3096437"/>
              <a:gd name="connsiteX5" fmla="*/ 4188161 w 4232227"/>
              <a:gd name="connsiteY5" fmla="*/ 1864525 h 3096437"/>
              <a:gd name="connsiteX6" fmla="*/ 3931100 w 4232227"/>
              <a:gd name="connsiteY6" fmla="*/ 2784458 h 3096437"/>
              <a:gd name="connsiteX7" fmla="*/ 3741989 w 4232227"/>
              <a:gd name="connsiteY7" fmla="*/ 3093697 h 3096437"/>
              <a:gd name="connsiteX8" fmla="*/ 229929 w 4232227"/>
              <a:gd name="connsiteY8" fmla="*/ 3096437 h 3096437"/>
              <a:gd name="connsiteX9" fmla="*/ 1113 w 4232227"/>
              <a:gd name="connsiteY9" fmla="*/ 2701358 h 3096437"/>
              <a:gd name="connsiteX10" fmla="*/ 0 w 4232227"/>
              <a:gd name="connsiteY10" fmla="*/ 1589963 h 3096437"/>
              <a:gd name="connsiteX11" fmla="*/ 462 w 4232227"/>
              <a:gd name="connsiteY11" fmla="*/ 497542 h 3096437"/>
              <a:gd name="connsiteX0" fmla="*/ 462 w 4225672"/>
              <a:gd name="connsiteY0" fmla="*/ 497542 h 3096437"/>
              <a:gd name="connsiteX1" fmla="*/ 236043 w 4225672"/>
              <a:gd name="connsiteY1" fmla="*/ 0 h 3096437"/>
              <a:gd name="connsiteX2" fmla="*/ 3743780 w 4225672"/>
              <a:gd name="connsiteY2" fmla="*/ 0 h 3096437"/>
              <a:gd name="connsiteX3" fmla="*/ 3913179 w 4225672"/>
              <a:gd name="connsiteY3" fmla="*/ 240968 h 3096437"/>
              <a:gd name="connsiteX4" fmla="*/ 4106148 w 4225672"/>
              <a:gd name="connsiteY4" fmla="*/ 1240773 h 3096437"/>
              <a:gd name="connsiteX5" fmla="*/ 4188161 w 4225672"/>
              <a:gd name="connsiteY5" fmla="*/ 1864525 h 3096437"/>
              <a:gd name="connsiteX6" fmla="*/ 3931100 w 4225672"/>
              <a:gd name="connsiteY6" fmla="*/ 2784458 h 3096437"/>
              <a:gd name="connsiteX7" fmla="*/ 3741989 w 4225672"/>
              <a:gd name="connsiteY7" fmla="*/ 3093697 h 3096437"/>
              <a:gd name="connsiteX8" fmla="*/ 229929 w 4225672"/>
              <a:gd name="connsiteY8" fmla="*/ 3096437 h 3096437"/>
              <a:gd name="connsiteX9" fmla="*/ 1113 w 4225672"/>
              <a:gd name="connsiteY9" fmla="*/ 2701358 h 3096437"/>
              <a:gd name="connsiteX10" fmla="*/ 0 w 4225672"/>
              <a:gd name="connsiteY10" fmla="*/ 1589963 h 3096437"/>
              <a:gd name="connsiteX11" fmla="*/ 462 w 4225672"/>
              <a:gd name="connsiteY11" fmla="*/ 497542 h 3096437"/>
              <a:gd name="connsiteX0" fmla="*/ 462 w 4161620"/>
              <a:gd name="connsiteY0" fmla="*/ 497542 h 3096437"/>
              <a:gd name="connsiteX1" fmla="*/ 236043 w 4161620"/>
              <a:gd name="connsiteY1" fmla="*/ 0 h 3096437"/>
              <a:gd name="connsiteX2" fmla="*/ 3743780 w 4161620"/>
              <a:gd name="connsiteY2" fmla="*/ 0 h 3096437"/>
              <a:gd name="connsiteX3" fmla="*/ 3913179 w 4161620"/>
              <a:gd name="connsiteY3" fmla="*/ 240968 h 3096437"/>
              <a:gd name="connsiteX4" fmla="*/ 4106148 w 4161620"/>
              <a:gd name="connsiteY4" fmla="*/ 1240773 h 3096437"/>
              <a:gd name="connsiteX5" fmla="*/ 4100949 w 4161620"/>
              <a:gd name="connsiteY5" fmla="*/ 1877241 h 3096437"/>
              <a:gd name="connsiteX6" fmla="*/ 3931100 w 4161620"/>
              <a:gd name="connsiteY6" fmla="*/ 2784458 h 3096437"/>
              <a:gd name="connsiteX7" fmla="*/ 3741989 w 4161620"/>
              <a:gd name="connsiteY7" fmla="*/ 3093697 h 3096437"/>
              <a:gd name="connsiteX8" fmla="*/ 229929 w 4161620"/>
              <a:gd name="connsiteY8" fmla="*/ 3096437 h 3096437"/>
              <a:gd name="connsiteX9" fmla="*/ 1113 w 4161620"/>
              <a:gd name="connsiteY9" fmla="*/ 2701358 h 3096437"/>
              <a:gd name="connsiteX10" fmla="*/ 0 w 4161620"/>
              <a:gd name="connsiteY10" fmla="*/ 1589963 h 3096437"/>
              <a:gd name="connsiteX11" fmla="*/ 462 w 4161620"/>
              <a:gd name="connsiteY11" fmla="*/ 497542 h 3096437"/>
              <a:gd name="connsiteX0" fmla="*/ 462 w 4176837"/>
              <a:gd name="connsiteY0" fmla="*/ 497542 h 3096437"/>
              <a:gd name="connsiteX1" fmla="*/ 236043 w 4176837"/>
              <a:gd name="connsiteY1" fmla="*/ 0 h 3096437"/>
              <a:gd name="connsiteX2" fmla="*/ 3743780 w 4176837"/>
              <a:gd name="connsiteY2" fmla="*/ 0 h 3096437"/>
              <a:gd name="connsiteX3" fmla="*/ 3913179 w 4176837"/>
              <a:gd name="connsiteY3" fmla="*/ 240968 h 3096437"/>
              <a:gd name="connsiteX4" fmla="*/ 4106148 w 4176837"/>
              <a:gd name="connsiteY4" fmla="*/ 1240773 h 3096437"/>
              <a:gd name="connsiteX5" fmla="*/ 4100949 w 4176837"/>
              <a:gd name="connsiteY5" fmla="*/ 1877241 h 3096437"/>
              <a:gd name="connsiteX6" fmla="*/ 3931100 w 4176837"/>
              <a:gd name="connsiteY6" fmla="*/ 2784458 h 3096437"/>
              <a:gd name="connsiteX7" fmla="*/ 3741989 w 4176837"/>
              <a:gd name="connsiteY7" fmla="*/ 3093697 h 3096437"/>
              <a:gd name="connsiteX8" fmla="*/ 229929 w 4176837"/>
              <a:gd name="connsiteY8" fmla="*/ 3096437 h 3096437"/>
              <a:gd name="connsiteX9" fmla="*/ 1113 w 4176837"/>
              <a:gd name="connsiteY9" fmla="*/ 2701358 h 3096437"/>
              <a:gd name="connsiteX10" fmla="*/ 0 w 4176837"/>
              <a:gd name="connsiteY10" fmla="*/ 1589963 h 3096437"/>
              <a:gd name="connsiteX11" fmla="*/ 462 w 4176837"/>
              <a:gd name="connsiteY11" fmla="*/ 497542 h 3096437"/>
              <a:gd name="connsiteX0" fmla="*/ 462 w 4206920"/>
              <a:gd name="connsiteY0" fmla="*/ 497542 h 3096437"/>
              <a:gd name="connsiteX1" fmla="*/ 236043 w 4206920"/>
              <a:gd name="connsiteY1" fmla="*/ 0 h 3096437"/>
              <a:gd name="connsiteX2" fmla="*/ 3743780 w 4206920"/>
              <a:gd name="connsiteY2" fmla="*/ 0 h 3096437"/>
              <a:gd name="connsiteX3" fmla="*/ 3913179 w 4206920"/>
              <a:gd name="connsiteY3" fmla="*/ 240968 h 3096437"/>
              <a:gd name="connsiteX4" fmla="*/ 4106148 w 4206920"/>
              <a:gd name="connsiteY4" fmla="*/ 1240773 h 3096437"/>
              <a:gd name="connsiteX5" fmla="*/ 4100949 w 4206920"/>
              <a:gd name="connsiteY5" fmla="*/ 1877241 h 3096437"/>
              <a:gd name="connsiteX6" fmla="*/ 3931100 w 4206920"/>
              <a:gd name="connsiteY6" fmla="*/ 2784458 h 3096437"/>
              <a:gd name="connsiteX7" fmla="*/ 3741989 w 4206920"/>
              <a:gd name="connsiteY7" fmla="*/ 3093697 h 3096437"/>
              <a:gd name="connsiteX8" fmla="*/ 229929 w 4206920"/>
              <a:gd name="connsiteY8" fmla="*/ 3096437 h 3096437"/>
              <a:gd name="connsiteX9" fmla="*/ 1113 w 4206920"/>
              <a:gd name="connsiteY9" fmla="*/ 2701358 h 3096437"/>
              <a:gd name="connsiteX10" fmla="*/ 0 w 4206920"/>
              <a:gd name="connsiteY10" fmla="*/ 1589963 h 3096437"/>
              <a:gd name="connsiteX11" fmla="*/ 462 w 4206920"/>
              <a:gd name="connsiteY11" fmla="*/ 497542 h 3096437"/>
              <a:gd name="connsiteX0" fmla="*/ 462 w 4212455"/>
              <a:gd name="connsiteY0" fmla="*/ 497542 h 3096437"/>
              <a:gd name="connsiteX1" fmla="*/ 236043 w 4212455"/>
              <a:gd name="connsiteY1" fmla="*/ 0 h 3096437"/>
              <a:gd name="connsiteX2" fmla="*/ 3743780 w 4212455"/>
              <a:gd name="connsiteY2" fmla="*/ 0 h 3096437"/>
              <a:gd name="connsiteX3" fmla="*/ 3913179 w 4212455"/>
              <a:gd name="connsiteY3" fmla="*/ 240968 h 3096437"/>
              <a:gd name="connsiteX4" fmla="*/ 4111683 w 4212455"/>
              <a:gd name="connsiteY4" fmla="*/ 1317065 h 3096437"/>
              <a:gd name="connsiteX5" fmla="*/ 4100949 w 4212455"/>
              <a:gd name="connsiteY5" fmla="*/ 1877241 h 3096437"/>
              <a:gd name="connsiteX6" fmla="*/ 3931100 w 4212455"/>
              <a:gd name="connsiteY6" fmla="*/ 2784458 h 3096437"/>
              <a:gd name="connsiteX7" fmla="*/ 3741989 w 4212455"/>
              <a:gd name="connsiteY7" fmla="*/ 3093697 h 3096437"/>
              <a:gd name="connsiteX8" fmla="*/ 229929 w 4212455"/>
              <a:gd name="connsiteY8" fmla="*/ 3096437 h 3096437"/>
              <a:gd name="connsiteX9" fmla="*/ 1113 w 4212455"/>
              <a:gd name="connsiteY9" fmla="*/ 2701358 h 3096437"/>
              <a:gd name="connsiteX10" fmla="*/ 0 w 4212455"/>
              <a:gd name="connsiteY10" fmla="*/ 1589963 h 3096437"/>
              <a:gd name="connsiteX11" fmla="*/ 462 w 4212455"/>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00949 w 4245667"/>
              <a:gd name="connsiteY5" fmla="*/ 1877241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28628 w 4245667"/>
              <a:gd name="connsiteY5" fmla="*/ 1800948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28628 w 4229063"/>
              <a:gd name="connsiteY5" fmla="*/ 1800948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39699 w 4229063"/>
              <a:gd name="connsiteY5" fmla="*/ 1826376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741989 w 4229063"/>
              <a:gd name="connsiteY7" fmla="*/ 3106411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611977 h 3210872"/>
              <a:gd name="connsiteX1" fmla="*/ 236043 w 4229063"/>
              <a:gd name="connsiteY1" fmla="*/ 114435 h 3210872"/>
              <a:gd name="connsiteX2" fmla="*/ 3395052 w 4229063"/>
              <a:gd name="connsiteY2" fmla="*/ 0 h 3210872"/>
              <a:gd name="connsiteX3" fmla="*/ 3719440 w 4229063"/>
              <a:gd name="connsiteY3" fmla="*/ 329973 h 3210872"/>
              <a:gd name="connsiteX4" fmla="*/ 4128291 w 4229063"/>
              <a:gd name="connsiteY4" fmla="*/ 1380640 h 3210872"/>
              <a:gd name="connsiteX5" fmla="*/ 4139699 w 4229063"/>
              <a:gd name="connsiteY5" fmla="*/ 1940811 h 3210872"/>
              <a:gd name="connsiteX6" fmla="*/ 3720753 w 4229063"/>
              <a:gd name="connsiteY6" fmla="*/ 2937040 h 3210872"/>
              <a:gd name="connsiteX7" fmla="*/ 3426472 w 4229063"/>
              <a:gd name="connsiteY7" fmla="*/ 3208133 h 3210872"/>
              <a:gd name="connsiteX8" fmla="*/ 229929 w 4229063"/>
              <a:gd name="connsiteY8" fmla="*/ 3210872 h 3210872"/>
              <a:gd name="connsiteX9" fmla="*/ 1113 w 4229063"/>
              <a:gd name="connsiteY9" fmla="*/ 2815793 h 3210872"/>
              <a:gd name="connsiteX10" fmla="*/ 0 w 4229063"/>
              <a:gd name="connsiteY10" fmla="*/ 1704398 h 3210872"/>
              <a:gd name="connsiteX11" fmla="*/ 462 w 4229063"/>
              <a:gd name="connsiteY11" fmla="*/ 611977 h 3210872"/>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20753 w 4229063"/>
              <a:gd name="connsiteY6" fmla="*/ 2822605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9063" h="3096437">
                <a:moveTo>
                  <a:pt x="462" y="497542"/>
                </a:moveTo>
                <a:cubicBezTo>
                  <a:pt x="4160" y="117023"/>
                  <a:pt x="41216" y="20591"/>
                  <a:pt x="236043" y="0"/>
                </a:cubicBezTo>
                <a:lnTo>
                  <a:pt x="3395052" y="12718"/>
                </a:lnTo>
                <a:cubicBezTo>
                  <a:pt x="3638377" y="15457"/>
                  <a:pt x="3629208" y="966"/>
                  <a:pt x="3719440" y="215538"/>
                </a:cubicBezTo>
                <a:lnTo>
                  <a:pt x="4128291" y="1266205"/>
                </a:lnTo>
                <a:cubicBezTo>
                  <a:pt x="4229063" y="1454641"/>
                  <a:pt x="4215587" y="1665852"/>
                  <a:pt x="4139699" y="1826376"/>
                </a:cubicBezTo>
                <a:lnTo>
                  <a:pt x="3751433" y="2763881"/>
                </a:lnTo>
                <a:cubicBezTo>
                  <a:pt x="3680535" y="2912488"/>
                  <a:pt x="3626079" y="3096437"/>
                  <a:pt x="3426472" y="3093698"/>
                </a:cubicBezTo>
                <a:lnTo>
                  <a:pt x="229929" y="3096437"/>
                </a:lnTo>
                <a:cubicBezTo>
                  <a:pt x="66095" y="3096437"/>
                  <a:pt x="8137" y="3019692"/>
                  <a:pt x="1113" y="2701358"/>
                </a:cubicBezTo>
                <a:lnTo>
                  <a:pt x="0" y="1589963"/>
                </a:lnTo>
                <a:cubicBezTo>
                  <a:pt x="154" y="1194221"/>
                  <a:pt x="308" y="893284"/>
                  <a:pt x="462" y="497542"/>
                </a:cubicBezTo>
                <a:close/>
              </a:path>
            </a:pathLst>
          </a:custGeom>
          <a:solidFill>
            <a:srgbClr val="00A4E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sp>
        <p:nvSpPr>
          <p:cNvPr id="13" name="Freeform 12"/>
          <p:cNvSpPr/>
          <p:nvPr/>
        </p:nvSpPr>
        <p:spPr>
          <a:xfrm>
            <a:off x="457202" y="2944816"/>
            <a:ext cx="2747433" cy="657225"/>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83859 w 4277737"/>
              <a:gd name="connsiteY10" fmla="*/ 1435045 h 3052171"/>
              <a:gd name="connsiteX11" fmla="*/ 10917 w 4277737"/>
              <a:gd name="connsiteY11" fmla="*/ 92899 h 3052171"/>
              <a:gd name="connsiteX0" fmla="*/ 80311 w 4347131"/>
              <a:gd name="connsiteY0" fmla="*/ 92899 h 3052171"/>
              <a:gd name="connsiteX1" fmla="*/ 216423 w 4347131"/>
              <a:gd name="connsiteY1" fmla="*/ 93 h 3052171"/>
              <a:gd name="connsiteX2" fmla="*/ 3686744 w 4347131"/>
              <a:gd name="connsiteY2" fmla="*/ 0 h 3052171"/>
              <a:gd name="connsiteX3" fmla="*/ 3849620 w 4347131"/>
              <a:gd name="connsiteY3" fmla="*/ 76549 h 3052171"/>
              <a:gd name="connsiteX4" fmla="*/ 4330753 w 4347131"/>
              <a:gd name="connsiteY4" fmla="*/ 1439952 h 3052171"/>
              <a:gd name="connsiteX5" fmla="*/ 4330753 w 4347131"/>
              <a:gd name="connsiteY5" fmla="*/ 1576820 h 3052171"/>
              <a:gd name="connsiteX6" fmla="*/ 3852881 w 4347131"/>
              <a:gd name="connsiteY6" fmla="*/ 2964668 h 3052171"/>
              <a:gd name="connsiteX7" fmla="*/ 3673543 w 4347131"/>
              <a:gd name="connsiteY7" fmla="*/ 3049434 h 3052171"/>
              <a:gd name="connsiteX8" fmla="*/ 227421 w 4347131"/>
              <a:gd name="connsiteY8" fmla="*/ 3046790 h 3052171"/>
              <a:gd name="connsiteX9" fmla="*/ 92369 w 4347131"/>
              <a:gd name="connsiteY9" fmla="*/ 2966933 h 3052171"/>
              <a:gd name="connsiteX10" fmla="*/ 0 w 4347131"/>
              <a:gd name="connsiteY10" fmla="*/ 1589962 h 3052171"/>
              <a:gd name="connsiteX11" fmla="*/ 80311 w 4347131"/>
              <a:gd name="connsiteY11" fmla="*/ 92899 h 3052171"/>
              <a:gd name="connsiteX0" fmla="*/ 10918 w 4357587"/>
              <a:gd name="connsiteY0" fmla="*/ 402738 h 3052171"/>
              <a:gd name="connsiteX1" fmla="*/ 226879 w 4357587"/>
              <a:gd name="connsiteY1" fmla="*/ 93 h 3052171"/>
              <a:gd name="connsiteX2" fmla="*/ 3697200 w 4357587"/>
              <a:gd name="connsiteY2" fmla="*/ 0 h 3052171"/>
              <a:gd name="connsiteX3" fmla="*/ 3860076 w 4357587"/>
              <a:gd name="connsiteY3" fmla="*/ 76549 h 3052171"/>
              <a:gd name="connsiteX4" fmla="*/ 4341209 w 4357587"/>
              <a:gd name="connsiteY4" fmla="*/ 1439952 h 3052171"/>
              <a:gd name="connsiteX5" fmla="*/ 4341209 w 4357587"/>
              <a:gd name="connsiteY5" fmla="*/ 1576820 h 3052171"/>
              <a:gd name="connsiteX6" fmla="*/ 3863337 w 4357587"/>
              <a:gd name="connsiteY6" fmla="*/ 2964668 h 3052171"/>
              <a:gd name="connsiteX7" fmla="*/ 3683999 w 4357587"/>
              <a:gd name="connsiteY7" fmla="*/ 3049434 h 3052171"/>
              <a:gd name="connsiteX8" fmla="*/ 237877 w 4357587"/>
              <a:gd name="connsiteY8" fmla="*/ 3046790 h 3052171"/>
              <a:gd name="connsiteX9" fmla="*/ 102825 w 4357587"/>
              <a:gd name="connsiteY9" fmla="*/ 2966933 h 3052171"/>
              <a:gd name="connsiteX10" fmla="*/ 10456 w 4357587"/>
              <a:gd name="connsiteY10" fmla="*/ 1589962 h 3052171"/>
              <a:gd name="connsiteX11" fmla="*/ 10918 w 4357587"/>
              <a:gd name="connsiteY11" fmla="*/ 402738 h 3052171"/>
              <a:gd name="connsiteX0" fmla="*/ 11181 w 4357850"/>
              <a:gd name="connsiteY0" fmla="*/ 402738 h 3052171"/>
              <a:gd name="connsiteX1" fmla="*/ 227142 w 4357850"/>
              <a:gd name="connsiteY1" fmla="*/ 93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52171"/>
              <a:gd name="connsiteX1" fmla="*/ 175809 w 4357850"/>
              <a:gd name="connsiteY1" fmla="*/ 96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9 w 4357850"/>
              <a:gd name="connsiteY10" fmla="*/ 1589962 h 3068925"/>
              <a:gd name="connsiteX11" fmla="*/ 11181 w 4357850"/>
              <a:gd name="connsiteY11" fmla="*/ 402738 h 3068925"/>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997513"/>
              <a:gd name="connsiteX1" fmla="*/ 141587 w 4357850"/>
              <a:gd name="connsiteY1" fmla="*/ 96 h 3997513"/>
              <a:gd name="connsiteX2" fmla="*/ 3697463 w 4357850"/>
              <a:gd name="connsiteY2" fmla="*/ 0 h 3997513"/>
              <a:gd name="connsiteX3" fmla="*/ 3860339 w 4357850"/>
              <a:gd name="connsiteY3" fmla="*/ 76549 h 3997513"/>
              <a:gd name="connsiteX4" fmla="*/ 4341472 w 4357850"/>
              <a:gd name="connsiteY4" fmla="*/ 1439952 h 3997513"/>
              <a:gd name="connsiteX5" fmla="*/ 4341472 w 4357850"/>
              <a:gd name="connsiteY5" fmla="*/ 1576820 h 3997513"/>
              <a:gd name="connsiteX6" fmla="*/ 3863600 w 4357850"/>
              <a:gd name="connsiteY6" fmla="*/ 2964668 h 3997513"/>
              <a:gd name="connsiteX7" fmla="*/ 3684262 w 4357850"/>
              <a:gd name="connsiteY7" fmla="*/ 3049434 h 3997513"/>
              <a:gd name="connsiteX8" fmla="*/ 135474 w 4357850"/>
              <a:gd name="connsiteY8" fmla="*/ 3068925 h 3997513"/>
              <a:gd name="connsiteX9" fmla="*/ 11831 w 4357850"/>
              <a:gd name="connsiteY9" fmla="*/ 2701358 h 3997513"/>
              <a:gd name="connsiteX10" fmla="*/ 10718 w 4357850"/>
              <a:gd name="connsiteY10" fmla="*/ 1589963 h 3997513"/>
              <a:gd name="connsiteX11" fmla="*/ 11181 w 4357850"/>
              <a:gd name="connsiteY11" fmla="*/ 402738 h 3997513"/>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49662"/>
              <a:gd name="connsiteY0" fmla="*/ 402738 h 3090138"/>
              <a:gd name="connsiteX1" fmla="*/ 141587 w 4349662"/>
              <a:gd name="connsiteY1" fmla="*/ 96 h 3090138"/>
              <a:gd name="connsiteX2" fmla="*/ 3697463 w 4349662"/>
              <a:gd name="connsiteY2" fmla="*/ 0 h 3090138"/>
              <a:gd name="connsiteX3" fmla="*/ 3860339 w 4349662"/>
              <a:gd name="connsiteY3" fmla="*/ 76549 h 3090138"/>
              <a:gd name="connsiteX4" fmla="*/ 4187473 w 4349662"/>
              <a:gd name="connsiteY4" fmla="*/ 1240774 h 3090138"/>
              <a:gd name="connsiteX5" fmla="*/ 4341472 w 4349662"/>
              <a:gd name="connsiteY5" fmla="*/ 1576820 h 3090138"/>
              <a:gd name="connsiteX6" fmla="*/ 3863600 w 4349662"/>
              <a:gd name="connsiteY6" fmla="*/ 2964668 h 3090138"/>
              <a:gd name="connsiteX7" fmla="*/ 3684262 w 4349662"/>
              <a:gd name="connsiteY7" fmla="*/ 3049434 h 3090138"/>
              <a:gd name="connsiteX8" fmla="*/ 135474 w 4349662"/>
              <a:gd name="connsiteY8" fmla="*/ 3068925 h 3090138"/>
              <a:gd name="connsiteX9" fmla="*/ 11831 w 4349662"/>
              <a:gd name="connsiteY9" fmla="*/ 2701358 h 3090138"/>
              <a:gd name="connsiteX10" fmla="*/ 10718 w 4349662"/>
              <a:gd name="connsiteY10" fmla="*/ 1589963 h 3090138"/>
              <a:gd name="connsiteX11" fmla="*/ 11181 w 4349662"/>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863600 w 4207067"/>
              <a:gd name="connsiteY6" fmla="*/ 2964668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932044 w 4207067"/>
              <a:gd name="connsiteY6" fmla="*/ 2765490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6437"/>
              <a:gd name="connsiteX1" fmla="*/ 141587 w 4207067"/>
              <a:gd name="connsiteY1" fmla="*/ 96 h 3096437"/>
              <a:gd name="connsiteX2" fmla="*/ 3697463 w 4207067"/>
              <a:gd name="connsiteY2" fmla="*/ 0 h 3096437"/>
              <a:gd name="connsiteX3" fmla="*/ 3860339 w 4207067"/>
              <a:gd name="connsiteY3" fmla="*/ 76549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697463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45 w 4232910"/>
              <a:gd name="connsiteY0" fmla="*/ 497542 h 3096437"/>
              <a:gd name="connsiteX1" fmla="*/ 131552 w 4232910"/>
              <a:gd name="connsiteY1" fmla="*/ 96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117650"/>
              <a:gd name="connsiteX1" fmla="*/ 181373 w 4232910"/>
              <a:gd name="connsiteY1" fmla="*/ 0 h 3117650"/>
              <a:gd name="connsiteX2" fmla="*/ 3744463 w 4232910"/>
              <a:gd name="connsiteY2" fmla="*/ 0 h 3117650"/>
              <a:gd name="connsiteX3" fmla="*/ 3913862 w 4232910"/>
              <a:gd name="connsiteY3" fmla="*/ 240968 h 3117650"/>
              <a:gd name="connsiteX4" fmla="*/ 4177438 w 4232910"/>
              <a:gd name="connsiteY4" fmla="*/ 1240774 h 3117650"/>
              <a:gd name="connsiteX5" fmla="*/ 4188844 w 4232910"/>
              <a:gd name="connsiteY5" fmla="*/ 1864525 h 3117650"/>
              <a:gd name="connsiteX6" fmla="*/ 3931783 w 4232910"/>
              <a:gd name="connsiteY6" fmla="*/ 2784458 h 3117650"/>
              <a:gd name="connsiteX7" fmla="*/ 3742672 w 4232910"/>
              <a:gd name="connsiteY7" fmla="*/ 3093697 h 3117650"/>
              <a:gd name="connsiteX8" fmla="*/ 230612 w 4232910"/>
              <a:gd name="connsiteY8" fmla="*/ 3096437 h 3117650"/>
              <a:gd name="connsiteX9" fmla="*/ 1796 w 4232910"/>
              <a:gd name="connsiteY9" fmla="*/ 2701358 h 3117650"/>
              <a:gd name="connsiteX10" fmla="*/ 683 w 4232910"/>
              <a:gd name="connsiteY10" fmla="*/ 1589963 h 3117650"/>
              <a:gd name="connsiteX11" fmla="*/ 1145 w 4232910"/>
              <a:gd name="connsiteY11" fmla="*/ 497542 h 3117650"/>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462 w 4232227"/>
              <a:gd name="connsiteY0" fmla="*/ 497542 h 3096437"/>
              <a:gd name="connsiteX1" fmla="*/ 236043 w 4232227"/>
              <a:gd name="connsiteY1" fmla="*/ 0 h 3096437"/>
              <a:gd name="connsiteX2" fmla="*/ 3743780 w 4232227"/>
              <a:gd name="connsiteY2" fmla="*/ 0 h 3096437"/>
              <a:gd name="connsiteX3" fmla="*/ 3913179 w 4232227"/>
              <a:gd name="connsiteY3" fmla="*/ 240968 h 3096437"/>
              <a:gd name="connsiteX4" fmla="*/ 4176755 w 4232227"/>
              <a:gd name="connsiteY4" fmla="*/ 1240774 h 3096437"/>
              <a:gd name="connsiteX5" fmla="*/ 4188161 w 4232227"/>
              <a:gd name="connsiteY5" fmla="*/ 1864525 h 3096437"/>
              <a:gd name="connsiteX6" fmla="*/ 3931100 w 4232227"/>
              <a:gd name="connsiteY6" fmla="*/ 2784458 h 3096437"/>
              <a:gd name="connsiteX7" fmla="*/ 3741989 w 4232227"/>
              <a:gd name="connsiteY7" fmla="*/ 3093697 h 3096437"/>
              <a:gd name="connsiteX8" fmla="*/ 229929 w 4232227"/>
              <a:gd name="connsiteY8" fmla="*/ 3096437 h 3096437"/>
              <a:gd name="connsiteX9" fmla="*/ 1113 w 4232227"/>
              <a:gd name="connsiteY9" fmla="*/ 2701358 h 3096437"/>
              <a:gd name="connsiteX10" fmla="*/ 0 w 4232227"/>
              <a:gd name="connsiteY10" fmla="*/ 1589963 h 3096437"/>
              <a:gd name="connsiteX11" fmla="*/ 462 w 4232227"/>
              <a:gd name="connsiteY11" fmla="*/ 497542 h 3096437"/>
              <a:gd name="connsiteX0" fmla="*/ 462 w 4225672"/>
              <a:gd name="connsiteY0" fmla="*/ 497542 h 3096437"/>
              <a:gd name="connsiteX1" fmla="*/ 236043 w 4225672"/>
              <a:gd name="connsiteY1" fmla="*/ 0 h 3096437"/>
              <a:gd name="connsiteX2" fmla="*/ 3743780 w 4225672"/>
              <a:gd name="connsiteY2" fmla="*/ 0 h 3096437"/>
              <a:gd name="connsiteX3" fmla="*/ 3913179 w 4225672"/>
              <a:gd name="connsiteY3" fmla="*/ 240968 h 3096437"/>
              <a:gd name="connsiteX4" fmla="*/ 4106148 w 4225672"/>
              <a:gd name="connsiteY4" fmla="*/ 1240773 h 3096437"/>
              <a:gd name="connsiteX5" fmla="*/ 4188161 w 4225672"/>
              <a:gd name="connsiteY5" fmla="*/ 1864525 h 3096437"/>
              <a:gd name="connsiteX6" fmla="*/ 3931100 w 4225672"/>
              <a:gd name="connsiteY6" fmla="*/ 2784458 h 3096437"/>
              <a:gd name="connsiteX7" fmla="*/ 3741989 w 4225672"/>
              <a:gd name="connsiteY7" fmla="*/ 3093697 h 3096437"/>
              <a:gd name="connsiteX8" fmla="*/ 229929 w 4225672"/>
              <a:gd name="connsiteY8" fmla="*/ 3096437 h 3096437"/>
              <a:gd name="connsiteX9" fmla="*/ 1113 w 4225672"/>
              <a:gd name="connsiteY9" fmla="*/ 2701358 h 3096437"/>
              <a:gd name="connsiteX10" fmla="*/ 0 w 4225672"/>
              <a:gd name="connsiteY10" fmla="*/ 1589963 h 3096437"/>
              <a:gd name="connsiteX11" fmla="*/ 462 w 4225672"/>
              <a:gd name="connsiteY11" fmla="*/ 497542 h 3096437"/>
              <a:gd name="connsiteX0" fmla="*/ 462 w 4161620"/>
              <a:gd name="connsiteY0" fmla="*/ 497542 h 3096437"/>
              <a:gd name="connsiteX1" fmla="*/ 236043 w 4161620"/>
              <a:gd name="connsiteY1" fmla="*/ 0 h 3096437"/>
              <a:gd name="connsiteX2" fmla="*/ 3743780 w 4161620"/>
              <a:gd name="connsiteY2" fmla="*/ 0 h 3096437"/>
              <a:gd name="connsiteX3" fmla="*/ 3913179 w 4161620"/>
              <a:gd name="connsiteY3" fmla="*/ 240968 h 3096437"/>
              <a:gd name="connsiteX4" fmla="*/ 4106148 w 4161620"/>
              <a:gd name="connsiteY4" fmla="*/ 1240773 h 3096437"/>
              <a:gd name="connsiteX5" fmla="*/ 4100949 w 4161620"/>
              <a:gd name="connsiteY5" fmla="*/ 1877241 h 3096437"/>
              <a:gd name="connsiteX6" fmla="*/ 3931100 w 4161620"/>
              <a:gd name="connsiteY6" fmla="*/ 2784458 h 3096437"/>
              <a:gd name="connsiteX7" fmla="*/ 3741989 w 4161620"/>
              <a:gd name="connsiteY7" fmla="*/ 3093697 h 3096437"/>
              <a:gd name="connsiteX8" fmla="*/ 229929 w 4161620"/>
              <a:gd name="connsiteY8" fmla="*/ 3096437 h 3096437"/>
              <a:gd name="connsiteX9" fmla="*/ 1113 w 4161620"/>
              <a:gd name="connsiteY9" fmla="*/ 2701358 h 3096437"/>
              <a:gd name="connsiteX10" fmla="*/ 0 w 4161620"/>
              <a:gd name="connsiteY10" fmla="*/ 1589963 h 3096437"/>
              <a:gd name="connsiteX11" fmla="*/ 462 w 4161620"/>
              <a:gd name="connsiteY11" fmla="*/ 497542 h 3096437"/>
              <a:gd name="connsiteX0" fmla="*/ 462 w 4176837"/>
              <a:gd name="connsiteY0" fmla="*/ 497542 h 3096437"/>
              <a:gd name="connsiteX1" fmla="*/ 236043 w 4176837"/>
              <a:gd name="connsiteY1" fmla="*/ 0 h 3096437"/>
              <a:gd name="connsiteX2" fmla="*/ 3743780 w 4176837"/>
              <a:gd name="connsiteY2" fmla="*/ 0 h 3096437"/>
              <a:gd name="connsiteX3" fmla="*/ 3913179 w 4176837"/>
              <a:gd name="connsiteY3" fmla="*/ 240968 h 3096437"/>
              <a:gd name="connsiteX4" fmla="*/ 4106148 w 4176837"/>
              <a:gd name="connsiteY4" fmla="*/ 1240773 h 3096437"/>
              <a:gd name="connsiteX5" fmla="*/ 4100949 w 4176837"/>
              <a:gd name="connsiteY5" fmla="*/ 1877241 h 3096437"/>
              <a:gd name="connsiteX6" fmla="*/ 3931100 w 4176837"/>
              <a:gd name="connsiteY6" fmla="*/ 2784458 h 3096437"/>
              <a:gd name="connsiteX7" fmla="*/ 3741989 w 4176837"/>
              <a:gd name="connsiteY7" fmla="*/ 3093697 h 3096437"/>
              <a:gd name="connsiteX8" fmla="*/ 229929 w 4176837"/>
              <a:gd name="connsiteY8" fmla="*/ 3096437 h 3096437"/>
              <a:gd name="connsiteX9" fmla="*/ 1113 w 4176837"/>
              <a:gd name="connsiteY9" fmla="*/ 2701358 h 3096437"/>
              <a:gd name="connsiteX10" fmla="*/ 0 w 4176837"/>
              <a:gd name="connsiteY10" fmla="*/ 1589963 h 3096437"/>
              <a:gd name="connsiteX11" fmla="*/ 462 w 4176837"/>
              <a:gd name="connsiteY11" fmla="*/ 497542 h 3096437"/>
              <a:gd name="connsiteX0" fmla="*/ 462 w 4206920"/>
              <a:gd name="connsiteY0" fmla="*/ 497542 h 3096437"/>
              <a:gd name="connsiteX1" fmla="*/ 236043 w 4206920"/>
              <a:gd name="connsiteY1" fmla="*/ 0 h 3096437"/>
              <a:gd name="connsiteX2" fmla="*/ 3743780 w 4206920"/>
              <a:gd name="connsiteY2" fmla="*/ 0 h 3096437"/>
              <a:gd name="connsiteX3" fmla="*/ 3913179 w 4206920"/>
              <a:gd name="connsiteY3" fmla="*/ 240968 h 3096437"/>
              <a:gd name="connsiteX4" fmla="*/ 4106148 w 4206920"/>
              <a:gd name="connsiteY4" fmla="*/ 1240773 h 3096437"/>
              <a:gd name="connsiteX5" fmla="*/ 4100949 w 4206920"/>
              <a:gd name="connsiteY5" fmla="*/ 1877241 h 3096437"/>
              <a:gd name="connsiteX6" fmla="*/ 3931100 w 4206920"/>
              <a:gd name="connsiteY6" fmla="*/ 2784458 h 3096437"/>
              <a:gd name="connsiteX7" fmla="*/ 3741989 w 4206920"/>
              <a:gd name="connsiteY7" fmla="*/ 3093697 h 3096437"/>
              <a:gd name="connsiteX8" fmla="*/ 229929 w 4206920"/>
              <a:gd name="connsiteY8" fmla="*/ 3096437 h 3096437"/>
              <a:gd name="connsiteX9" fmla="*/ 1113 w 4206920"/>
              <a:gd name="connsiteY9" fmla="*/ 2701358 h 3096437"/>
              <a:gd name="connsiteX10" fmla="*/ 0 w 4206920"/>
              <a:gd name="connsiteY10" fmla="*/ 1589963 h 3096437"/>
              <a:gd name="connsiteX11" fmla="*/ 462 w 4206920"/>
              <a:gd name="connsiteY11" fmla="*/ 497542 h 3096437"/>
              <a:gd name="connsiteX0" fmla="*/ 462 w 4212455"/>
              <a:gd name="connsiteY0" fmla="*/ 497542 h 3096437"/>
              <a:gd name="connsiteX1" fmla="*/ 236043 w 4212455"/>
              <a:gd name="connsiteY1" fmla="*/ 0 h 3096437"/>
              <a:gd name="connsiteX2" fmla="*/ 3743780 w 4212455"/>
              <a:gd name="connsiteY2" fmla="*/ 0 h 3096437"/>
              <a:gd name="connsiteX3" fmla="*/ 3913179 w 4212455"/>
              <a:gd name="connsiteY3" fmla="*/ 240968 h 3096437"/>
              <a:gd name="connsiteX4" fmla="*/ 4111683 w 4212455"/>
              <a:gd name="connsiteY4" fmla="*/ 1317065 h 3096437"/>
              <a:gd name="connsiteX5" fmla="*/ 4100949 w 4212455"/>
              <a:gd name="connsiteY5" fmla="*/ 1877241 h 3096437"/>
              <a:gd name="connsiteX6" fmla="*/ 3931100 w 4212455"/>
              <a:gd name="connsiteY6" fmla="*/ 2784458 h 3096437"/>
              <a:gd name="connsiteX7" fmla="*/ 3741989 w 4212455"/>
              <a:gd name="connsiteY7" fmla="*/ 3093697 h 3096437"/>
              <a:gd name="connsiteX8" fmla="*/ 229929 w 4212455"/>
              <a:gd name="connsiteY8" fmla="*/ 3096437 h 3096437"/>
              <a:gd name="connsiteX9" fmla="*/ 1113 w 4212455"/>
              <a:gd name="connsiteY9" fmla="*/ 2701358 h 3096437"/>
              <a:gd name="connsiteX10" fmla="*/ 0 w 4212455"/>
              <a:gd name="connsiteY10" fmla="*/ 1589963 h 3096437"/>
              <a:gd name="connsiteX11" fmla="*/ 462 w 4212455"/>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00949 w 4245667"/>
              <a:gd name="connsiteY5" fmla="*/ 1877241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28628 w 4245667"/>
              <a:gd name="connsiteY5" fmla="*/ 1800948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28628 w 4229063"/>
              <a:gd name="connsiteY5" fmla="*/ 1800948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39699 w 4229063"/>
              <a:gd name="connsiteY5" fmla="*/ 1826376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741989 w 4229063"/>
              <a:gd name="connsiteY7" fmla="*/ 3106411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611977 h 3210872"/>
              <a:gd name="connsiteX1" fmla="*/ 236043 w 4229063"/>
              <a:gd name="connsiteY1" fmla="*/ 114435 h 3210872"/>
              <a:gd name="connsiteX2" fmla="*/ 3395052 w 4229063"/>
              <a:gd name="connsiteY2" fmla="*/ 0 h 3210872"/>
              <a:gd name="connsiteX3" fmla="*/ 3719440 w 4229063"/>
              <a:gd name="connsiteY3" fmla="*/ 329973 h 3210872"/>
              <a:gd name="connsiteX4" fmla="*/ 4128291 w 4229063"/>
              <a:gd name="connsiteY4" fmla="*/ 1380640 h 3210872"/>
              <a:gd name="connsiteX5" fmla="*/ 4139699 w 4229063"/>
              <a:gd name="connsiteY5" fmla="*/ 1940811 h 3210872"/>
              <a:gd name="connsiteX6" fmla="*/ 3720753 w 4229063"/>
              <a:gd name="connsiteY6" fmla="*/ 2937040 h 3210872"/>
              <a:gd name="connsiteX7" fmla="*/ 3426472 w 4229063"/>
              <a:gd name="connsiteY7" fmla="*/ 3208133 h 3210872"/>
              <a:gd name="connsiteX8" fmla="*/ 229929 w 4229063"/>
              <a:gd name="connsiteY8" fmla="*/ 3210872 h 3210872"/>
              <a:gd name="connsiteX9" fmla="*/ 1113 w 4229063"/>
              <a:gd name="connsiteY9" fmla="*/ 2815793 h 3210872"/>
              <a:gd name="connsiteX10" fmla="*/ 0 w 4229063"/>
              <a:gd name="connsiteY10" fmla="*/ 1704398 h 3210872"/>
              <a:gd name="connsiteX11" fmla="*/ 462 w 4229063"/>
              <a:gd name="connsiteY11" fmla="*/ 611977 h 3210872"/>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20753 w 4229063"/>
              <a:gd name="connsiteY6" fmla="*/ 2822605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9063" h="3096437">
                <a:moveTo>
                  <a:pt x="462" y="497542"/>
                </a:moveTo>
                <a:cubicBezTo>
                  <a:pt x="4160" y="117023"/>
                  <a:pt x="41216" y="20591"/>
                  <a:pt x="236043" y="0"/>
                </a:cubicBezTo>
                <a:lnTo>
                  <a:pt x="3395052" y="12718"/>
                </a:lnTo>
                <a:cubicBezTo>
                  <a:pt x="3638377" y="15457"/>
                  <a:pt x="3629208" y="966"/>
                  <a:pt x="3719440" y="215538"/>
                </a:cubicBezTo>
                <a:lnTo>
                  <a:pt x="4128291" y="1266205"/>
                </a:lnTo>
                <a:cubicBezTo>
                  <a:pt x="4229063" y="1454641"/>
                  <a:pt x="4215587" y="1665852"/>
                  <a:pt x="4139699" y="1826376"/>
                </a:cubicBezTo>
                <a:lnTo>
                  <a:pt x="3751433" y="2763881"/>
                </a:lnTo>
                <a:cubicBezTo>
                  <a:pt x="3680535" y="2912488"/>
                  <a:pt x="3626079" y="3096437"/>
                  <a:pt x="3426472" y="3093698"/>
                </a:cubicBezTo>
                <a:lnTo>
                  <a:pt x="229929" y="3096437"/>
                </a:lnTo>
                <a:cubicBezTo>
                  <a:pt x="66095" y="3096437"/>
                  <a:pt x="8137" y="3019692"/>
                  <a:pt x="1113" y="2701358"/>
                </a:cubicBezTo>
                <a:lnTo>
                  <a:pt x="0" y="1589963"/>
                </a:lnTo>
                <a:cubicBezTo>
                  <a:pt x="154" y="1194221"/>
                  <a:pt x="308" y="893284"/>
                  <a:pt x="462" y="497542"/>
                </a:cubicBezTo>
                <a:close/>
              </a:path>
            </a:pathLst>
          </a:custGeom>
          <a:solidFill>
            <a:srgbClr val="00A4E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sp>
        <p:nvSpPr>
          <p:cNvPr id="14" name="Freeform 13"/>
          <p:cNvSpPr/>
          <p:nvPr/>
        </p:nvSpPr>
        <p:spPr>
          <a:xfrm>
            <a:off x="457202" y="1898650"/>
            <a:ext cx="2747433" cy="655638"/>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83859 w 4277737"/>
              <a:gd name="connsiteY10" fmla="*/ 1435045 h 3052171"/>
              <a:gd name="connsiteX11" fmla="*/ 10917 w 4277737"/>
              <a:gd name="connsiteY11" fmla="*/ 92899 h 3052171"/>
              <a:gd name="connsiteX0" fmla="*/ 80311 w 4347131"/>
              <a:gd name="connsiteY0" fmla="*/ 92899 h 3052171"/>
              <a:gd name="connsiteX1" fmla="*/ 216423 w 4347131"/>
              <a:gd name="connsiteY1" fmla="*/ 93 h 3052171"/>
              <a:gd name="connsiteX2" fmla="*/ 3686744 w 4347131"/>
              <a:gd name="connsiteY2" fmla="*/ 0 h 3052171"/>
              <a:gd name="connsiteX3" fmla="*/ 3849620 w 4347131"/>
              <a:gd name="connsiteY3" fmla="*/ 76549 h 3052171"/>
              <a:gd name="connsiteX4" fmla="*/ 4330753 w 4347131"/>
              <a:gd name="connsiteY4" fmla="*/ 1439952 h 3052171"/>
              <a:gd name="connsiteX5" fmla="*/ 4330753 w 4347131"/>
              <a:gd name="connsiteY5" fmla="*/ 1576820 h 3052171"/>
              <a:gd name="connsiteX6" fmla="*/ 3852881 w 4347131"/>
              <a:gd name="connsiteY6" fmla="*/ 2964668 h 3052171"/>
              <a:gd name="connsiteX7" fmla="*/ 3673543 w 4347131"/>
              <a:gd name="connsiteY7" fmla="*/ 3049434 h 3052171"/>
              <a:gd name="connsiteX8" fmla="*/ 227421 w 4347131"/>
              <a:gd name="connsiteY8" fmla="*/ 3046790 h 3052171"/>
              <a:gd name="connsiteX9" fmla="*/ 92369 w 4347131"/>
              <a:gd name="connsiteY9" fmla="*/ 2966933 h 3052171"/>
              <a:gd name="connsiteX10" fmla="*/ 0 w 4347131"/>
              <a:gd name="connsiteY10" fmla="*/ 1589962 h 3052171"/>
              <a:gd name="connsiteX11" fmla="*/ 80311 w 4347131"/>
              <a:gd name="connsiteY11" fmla="*/ 92899 h 3052171"/>
              <a:gd name="connsiteX0" fmla="*/ 10918 w 4357587"/>
              <a:gd name="connsiteY0" fmla="*/ 402738 h 3052171"/>
              <a:gd name="connsiteX1" fmla="*/ 226879 w 4357587"/>
              <a:gd name="connsiteY1" fmla="*/ 93 h 3052171"/>
              <a:gd name="connsiteX2" fmla="*/ 3697200 w 4357587"/>
              <a:gd name="connsiteY2" fmla="*/ 0 h 3052171"/>
              <a:gd name="connsiteX3" fmla="*/ 3860076 w 4357587"/>
              <a:gd name="connsiteY3" fmla="*/ 76549 h 3052171"/>
              <a:gd name="connsiteX4" fmla="*/ 4341209 w 4357587"/>
              <a:gd name="connsiteY4" fmla="*/ 1439952 h 3052171"/>
              <a:gd name="connsiteX5" fmla="*/ 4341209 w 4357587"/>
              <a:gd name="connsiteY5" fmla="*/ 1576820 h 3052171"/>
              <a:gd name="connsiteX6" fmla="*/ 3863337 w 4357587"/>
              <a:gd name="connsiteY6" fmla="*/ 2964668 h 3052171"/>
              <a:gd name="connsiteX7" fmla="*/ 3683999 w 4357587"/>
              <a:gd name="connsiteY7" fmla="*/ 3049434 h 3052171"/>
              <a:gd name="connsiteX8" fmla="*/ 237877 w 4357587"/>
              <a:gd name="connsiteY8" fmla="*/ 3046790 h 3052171"/>
              <a:gd name="connsiteX9" fmla="*/ 102825 w 4357587"/>
              <a:gd name="connsiteY9" fmla="*/ 2966933 h 3052171"/>
              <a:gd name="connsiteX10" fmla="*/ 10456 w 4357587"/>
              <a:gd name="connsiteY10" fmla="*/ 1589962 h 3052171"/>
              <a:gd name="connsiteX11" fmla="*/ 10918 w 4357587"/>
              <a:gd name="connsiteY11" fmla="*/ 402738 h 3052171"/>
              <a:gd name="connsiteX0" fmla="*/ 11181 w 4357850"/>
              <a:gd name="connsiteY0" fmla="*/ 402738 h 3052171"/>
              <a:gd name="connsiteX1" fmla="*/ 227142 w 4357850"/>
              <a:gd name="connsiteY1" fmla="*/ 93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52171"/>
              <a:gd name="connsiteX1" fmla="*/ 175809 w 4357850"/>
              <a:gd name="connsiteY1" fmla="*/ 96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9 w 4357850"/>
              <a:gd name="connsiteY10" fmla="*/ 1589962 h 3068925"/>
              <a:gd name="connsiteX11" fmla="*/ 11181 w 4357850"/>
              <a:gd name="connsiteY11" fmla="*/ 402738 h 3068925"/>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997513"/>
              <a:gd name="connsiteX1" fmla="*/ 141587 w 4357850"/>
              <a:gd name="connsiteY1" fmla="*/ 96 h 3997513"/>
              <a:gd name="connsiteX2" fmla="*/ 3697463 w 4357850"/>
              <a:gd name="connsiteY2" fmla="*/ 0 h 3997513"/>
              <a:gd name="connsiteX3" fmla="*/ 3860339 w 4357850"/>
              <a:gd name="connsiteY3" fmla="*/ 76549 h 3997513"/>
              <a:gd name="connsiteX4" fmla="*/ 4341472 w 4357850"/>
              <a:gd name="connsiteY4" fmla="*/ 1439952 h 3997513"/>
              <a:gd name="connsiteX5" fmla="*/ 4341472 w 4357850"/>
              <a:gd name="connsiteY5" fmla="*/ 1576820 h 3997513"/>
              <a:gd name="connsiteX6" fmla="*/ 3863600 w 4357850"/>
              <a:gd name="connsiteY6" fmla="*/ 2964668 h 3997513"/>
              <a:gd name="connsiteX7" fmla="*/ 3684262 w 4357850"/>
              <a:gd name="connsiteY7" fmla="*/ 3049434 h 3997513"/>
              <a:gd name="connsiteX8" fmla="*/ 135474 w 4357850"/>
              <a:gd name="connsiteY8" fmla="*/ 3068925 h 3997513"/>
              <a:gd name="connsiteX9" fmla="*/ 11831 w 4357850"/>
              <a:gd name="connsiteY9" fmla="*/ 2701358 h 3997513"/>
              <a:gd name="connsiteX10" fmla="*/ 10718 w 4357850"/>
              <a:gd name="connsiteY10" fmla="*/ 1589963 h 3997513"/>
              <a:gd name="connsiteX11" fmla="*/ 11181 w 4357850"/>
              <a:gd name="connsiteY11" fmla="*/ 402738 h 3997513"/>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49662"/>
              <a:gd name="connsiteY0" fmla="*/ 402738 h 3090138"/>
              <a:gd name="connsiteX1" fmla="*/ 141587 w 4349662"/>
              <a:gd name="connsiteY1" fmla="*/ 96 h 3090138"/>
              <a:gd name="connsiteX2" fmla="*/ 3697463 w 4349662"/>
              <a:gd name="connsiteY2" fmla="*/ 0 h 3090138"/>
              <a:gd name="connsiteX3" fmla="*/ 3860339 w 4349662"/>
              <a:gd name="connsiteY3" fmla="*/ 76549 h 3090138"/>
              <a:gd name="connsiteX4" fmla="*/ 4187473 w 4349662"/>
              <a:gd name="connsiteY4" fmla="*/ 1240774 h 3090138"/>
              <a:gd name="connsiteX5" fmla="*/ 4341472 w 4349662"/>
              <a:gd name="connsiteY5" fmla="*/ 1576820 h 3090138"/>
              <a:gd name="connsiteX6" fmla="*/ 3863600 w 4349662"/>
              <a:gd name="connsiteY6" fmla="*/ 2964668 h 3090138"/>
              <a:gd name="connsiteX7" fmla="*/ 3684262 w 4349662"/>
              <a:gd name="connsiteY7" fmla="*/ 3049434 h 3090138"/>
              <a:gd name="connsiteX8" fmla="*/ 135474 w 4349662"/>
              <a:gd name="connsiteY8" fmla="*/ 3068925 h 3090138"/>
              <a:gd name="connsiteX9" fmla="*/ 11831 w 4349662"/>
              <a:gd name="connsiteY9" fmla="*/ 2701358 h 3090138"/>
              <a:gd name="connsiteX10" fmla="*/ 10718 w 4349662"/>
              <a:gd name="connsiteY10" fmla="*/ 1589963 h 3090138"/>
              <a:gd name="connsiteX11" fmla="*/ 11181 w 4349662"/>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863600 w 4207067"/>
              <a:gd name="connsiteY6" fmla="*/ 2964668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932044 w 4207067"/>
              <a:gd name="connsiteY6" fmla="*/ 2765490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6437"/>
              <a:gd name="connsiteX1" fmla="*/ 141587 w 4207067"/>
              <a:gd name="connsiteY1" fmla="*/ 96 h 3096437"/>
              <a:gd name="connsiteX2" fmla="*/ 3697463 w 4207067"/>
              <a:gd name="connsiteY2" fmla="*/ 0 h 3096437"/>
              <a:gd name="connsiteX3" fmla="*/ 3860339 w 4207067"/>
              <a:gd name="connsiteY3" fmla="*/ 76549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697463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45 w 4232910"/>
              <a:gd name="connsiteY0" fmla="*/ 497542 h 3096437"/>
              <a:gd name="connsiteX1" fmla="*/ 131552 w 4232910"/>
              <a:gd name="connsiteY1" fmla="*/ 96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117650"/>
              <a:gd name="connsiteX1" fmla="*/ 181373 w 4232910"/>
              <a:gd name="connsiteY1" fmla="*/ 0 h 3117650"/>
              <a:gd name="connsiteX2" fmla="*/ 3744463 w 4232910"/>
              <a:gd name="connsiteY2" fmla="*/ 0 h 3117650"/>
              <a:gd name="connsiteX3" fmla="*/ 3913862 w 4232910"/>
              <a:gd name="connsiteY3" fmla="*/ 240968 h 3117650"/>
              <a:gd name="connsiteX4" fmla="*/ 4177438 w 4232910"/>
              <a:gd name="connsiteY4" fmla="*/ 1240774 h 3117650"/>
              <a:gd name="connsiteX5" fmla="*/ 4188844 w 4232910"/>
              <a:gd name="connsiteY5" fmla="*/ 1864525 h 3117650"/>
              <a:gd name="connsiteX6" fmla="*/ 3931783 w 4232910"/>
              <a:gd name="connsiteY6" fmla="*/ 2784458 h 3117650"/>
              <a:gd name="connsiteX7" fmla="*/ 3742672 w 4232910"/>
              <a:gd name="connsiteY7" fmla="*/ 3093697 h 3117650"/>
              <a:gd name="connsiteX8" fmla="*/ 230612 w 4232910"/>
              <a:gd name="connsiteY8" fmla="*/ 3096437 h 3117650"/>
              <a:gd name="connsiteX9" fmla="*/ 1796 w 4232910"/>
              <a:gd name="connsiteY9" fmla="*/ 2701358 h 3117650"/>
              <a:gd name="connsiteX10" fmla="*/ 683 w 4232910"/>
              <a:gd name="connsiteY10" fmla="*/ 1589963 h 3117650"/>
              <a:gd name="connsiteX11" fmla="*/ 1145 w 4232910"/>
              <a:gd name="connsiteY11" fmla="*/ 497542 h 3117650"/>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462 w 4232227"/>
              <a:gd name="connsiteY0" fmla="*/ 497542 h 3096437"/>
              <a:gd name="connsiteX1" fmla="*/ 236043 w 4232227"/>
              <a:gd name="connsiteY1" fmla="*/ 0 h 3096437"/>
              <a:gd name="connsiteX2" fmla="*/ 3743780 w 4232227"/>
              <a:gd name="connsiteY2" fmla="*/ 0 h 3096437"/>
              <a:gd name="connsiteX3" fmla="*/ 3913179 w 4232227"/>
              <a:gd name="connsiteY3" fmla="*/ 240968 h 3096437"/>
              <a:gd name="connsiteX4" fmla="*/ 4176755 w 4232227"/>
              <a:gd name="connsiteY4" fmla="*/ 1240774 h 3096437"/>
              <a:gd name="connsiteX5" fmla="*/ 4188161 w 4232227"/>
              <a:gd name="connsiteY5" fmla="*/ 1864525 h 3096437"/>
              <a:gd name="connsiteX6" fmla="*/ 3931100 w 4232227"/>
              <a:gd name="connsiteY6" fmla="*/ 2784458 h 3096437"/>
              <a:gd name="connsiteX7" fmla="*/ 3741989 w 4232227"/>
              <a:gd name="connsiteY7" fmla="*/ 3093697 h 3096437"/>
              <a:gd name="connsiteX8" fmla="*/ 229929 w 4232227"/>
              <a:gd name="connsiteY8" fmla="*/ 3096437 h 3096437"/>
              <a:gd name="connsiteX9" fmla="*/ 1113 w 4232227"/>
              <a:gd name="connsiteY9" fmla="*/ 2701358 h 3096437"/>
              <a:gd name="connsiteX10" fmla="*/ 0 w 4232227"/>
              <a:gd name="connsiteY10" fmla="*/ 1589963 h 3096437"/>
              <a:gd name="connsiteX11" fmla="*/ 462 w 4232227"/>
              <a:gd name="connsiteY11" fmla="*/ 497542 h 3096437"/>
              <a:gd name="connsiteX0" fmla="*/ 462 w 4225672"/>
              <a:gd name="connsiteY0" fmla="*/ 497542 h 3096437"/>
              <a:gd name="connsiteX1" fmla="*/ 236043 w 4225672"/>
              <a:gd name="connsiteY1" fmla="*/ 0 h 3096437"/>
              <a:gd name="connsiteX2" fmla="*/ 3743780 w 4225672"/>
              <a:gd name="connsiteY2" fmla="*/ 0 h 3096437"/>
              <a:gd name="connsiteX3" fmla="*/ 3913179 w 4225672"/>
              <a:gd name="connsiteY3" fmla="*/ 240968 h 3096437"/>
              <a:gd name="connsiteX4" fmla="*/ 4106148 w 4225672"/>
              <a:gd name="connsiteY4" fmla="*/ 1240773 h 3096437"/>
              <a:gd name="connsiteX5" fmla="*/ 4188161 w 4225672"/>
              <a:gd name="connsiteY5" fmla="*/ 1864525 h 3096437"/>
              <a:gd name="connsiteX6" fmla="*/ 3931100 w 4225672"/>
              <a:gd name="connsiteY6" fmla="*/ 2784458 h 3096437"/>
              <a:gd name="connsiteX7" fmla="*/ 3741989 w 4225672"/>
              <a:gd name="connsiteY7" fmla="*/ 3093697 h 3096437"/>
              <a:gd name="connsiteX8" fmla="*/ 229929 w 4225672"/>
              <a:gd name="connsiteY8" fmla="*/ 3096437 h 3096437"/>
              <a:gd name="connsiteX9" fmla="*/ 1113 w 4225672"/>
              <a:gd name="connsiteY9" fmla="*/ 2701358 h 3096437"/>
              <a:gd name="connsiteX10" fmla="*/ 0 w 4225672"/>
              <a:gd name="connsiteY10" fmla="*/ 1589963 h 3096437"/>
              <a:gd name="connsiteX11" fmla="*/ 462 w 4225672"/>
              <a:gd name="connsiteY11" fmla="*/ 497542 h 3096437"/>
              <a:gd name="connsiteX0" fmla="*/ 462 w 4161620"/>
              <a:gd name="connsiteY0" fmla="*/ 497542 h 3096437"/>
              <a:gd name="connsiteX1" fmla="*/ 236043 w 4161620"/>
              <a:gd name="connsiteY1" fmla="*/ 0 h 3096437"/>
              <a:gd name="connsiteX2" fmla="*/ 3743780 w 4161620"/>
              <a:gd name="connsiteY2" fmla="*/ 0 h 3096437"/>
              <a:gd name="connsiteX3" fmla="*/ 3913179 w 4161620"/>
              <a:gd name="connsiteY3" fmla="*/ 240968 h 3096437"/>
              <a:gd name="connsiteX4" fmla="*/ 4106148 w 4161620"/>
              <a:gd name="connsiteY4" fmla="*/ 1240773 h 3096437"/>
              <a:gd name="connsiteX5" fmla="*/ 4100949 w 4161620"/>
              <a:gd name="connsiteY5" fmla="*/ 1877241 h 3096437"/>
              <a:gd name="connsiteX6" fmla="*/ 3931100 w 4161620"/>
              <a:gd name="connsiteY6" fmla="*/ 2784458 h 3096437"/>
              <a:gd name="connsiteX7" fmla="*/ 3741989 w 4161620"/>
              <a:gd name="connsiteY7" fmla="*/ 3093697 h 3096437"/>
              <a:gd name="connsiteX8" fmla="*/ 229929 w 4161620"/>
              <a:gd name="connsiteY8" fmla="*/ 3096437 h 3096437"/>
              <a:gd name="connsiteX9" fmla="*/ 1113 w 4161620"/>
              <a:gd name="connsiteY9" fmla="*/ 2701358 h 3096437"/>
              <a:gd name="connsiteX10" fmla="*/ 0 w 4161620"/>
              <a:gd name="connsiteY10" fmla="*/ 1589963 h 3096437"/>
              <a:gd name="connsiteX11" fmla="*/ 462 w 4161620"/>
              <a:gd name="connsiteY11" fmla="*/ 497542 h 3096437"/>
              <a:gd name="connsiteX0" fmla="*/ 462 w 4176837"/>
              <a:gd name="connsiteY0" fmla="*/ 497542 h 3096437"/>
              <a:gd name="connsiteX1" fmla="*/ 236043 w 4176837"/>
              <a:gd name="connsiteY1" fmla="*/ 0 h 3096437"/>
              <a:gd name="connsiteX2" fmla="*/ 3743780 w 4176837"/>
              <a:gd name="connsiteY2" fmla="*/ 0 h 3096437"/>
              <a:gd name="connsiteX3" fmla="*/ 3913179 w 4176837"/>
              <a:gd name="connsiteY3" fmla="*/ 240968 h 3096437"/>
              <a:gd name="connsiteX4" fmla="*/ 4106148 w 4176837"/>
              <a:gd name="connsiteY4" fmla="*/ 1240773 h 3096437"/>
              <a:gd name="connsiteX5" fmla="*/ 4100949 w 4176837"/>
              <a:gd name="connsiteY5" fmla="*/ 1877241 h 3096437"/>
              <a:gd name="connsiteX6" fmla="*/ 3931100 w 4176837"/>
              <a:gd name="connsiteY6" fmla="*/ 2784458 h 3096437"/>
              <a:gd name="connsiteX7" fmla="*/ 3741989 w 4176837"/>
              <a:gd name="connsiteY7" fmla="*/ 3093697 h 3096437"/>
              <a:gd name="connsiteX8" fmla="*/ 229929 w 4176837"/>
              <a:gd name="connsiteY8" fmla="*/ 3096437 h 3096437"/>
              <a:gd name="connsiteX9" fmla="*/ 1113 w 4176837"/>
              <a:gd name="connsiteY9" fmla="*/ 2701358 h 3096437"/>
              <a:gd name="connsiteX10" fmla="*/ 0 w 4176837"/>
              <a:gd name="connsiteY10" fmla="*/ 1589963 h 3096437"/>
              <a:gd name="connsiteX11" fmla="*/ 462 w 4176837"/>
              <a:gd name="connsiteY11" fmla="*/ 497542 h 3096437"/>
              <a:gd name="connsiteX0" fmla="*/ 462 w 4206920"/>
              <a:gd name="connsiteY0" fmla="*/ 497542 h 3096437"/>
              <a:gd name="connsiteX1" fmla="*/ 236043 w 4206920"/>
              <a:gd name="connsiteY1" fmla="*/ 0 h 3096437"/>
              <a:gd name="connsiteX2" fmla="*/ 3743780 w 4206920"/>
              <a:gd name="connsiteY2" fmla="*/ 0 h 3096437"/>
              <a:gd name="connsiteX3" fmla="*/ 3913179 w 4206920"/>
              <a:gd name="connsiteY3" fmla="*/ 240968 h 3096437"/>
              <a:gd name="connsiteX4" fmla="*/ 4106148 w 4206920"/>
              <a:gd name="connsiteY4" fmla="*/ 1240773 h 3096437"/>
              <a:gd name="connsiteX5" fmla="*/ 4100949 w 4206920"/>
              <a:gd name="connsiteY5" fmla="*/ 1877241 h 3096437"/>
              <a:gd name="connsiteX6" fmla="*/ 3931100 w 4206920"/>
              <a:gd name="connsiteY6" fmla="*/ 2784458 h 3096437"/>
              <a:gd name="connsiteX7" fmla="*/ 3741989 w 4206920"/>
              <a:gd name="connsiteY7" fmla="*/ 3093697 h 3096437"/>
              <a:gd name="connsiteX8" fmla="*/ 229929 w 4206920"/>
              <a:gd name="connsiteY8" fmla="*/ 3096437 h 3096437"/>
              <a:gd name="connsiteX9" fmla="*/ 1113 w 4206920"/>
              <a:gd name="connsiteY9" fmla="*/ 2701358 h 3096437"/>
              <a:gd name="connsiteX10" fmla="*/ 0 w 4206920"/>
              <a:gd name="connsiteY10" fmla="*/ 1589963 h 3096437"/>
              <a:gd name="connsiteX11" fmla="*/ 462 w 4206920"/>
              <a:gd name="connsiteY11" fmla="*/ 497542 h 3096437"/>
              <a:gd name="connsiteX0" fmla="*/ 462 w 4212455"/>
              <a:gd name="connsiteY0" fmla="*/ 497542 h 3096437"/>
              <a:gd name="connsiteX1" fmla="*/ 236043 w 4212455"/>
              <a:gd name="connsiteY1" fmla="*/ 0 h 3096437"/>
              <a:gd name="connsiteX2" fmla="*/ 3743780 w 4212455"/>
              <a:gd name="connsiteY2" fmla="*/ 0 h 3096437"/>
              <a:gd name="connsiteX3" fmla="*/ 3913179 w 4212455"/>
              <a:gd name="connsiteY3" fmla="*/ 240968 h 3096437"/>
              <a:gd name="connsiteX4" fmla="*/ 4111683 w 4212455"/>
              <a:gd name="connsiteY4" fmla="*/ 1317065 h 3096437"/>
              <a:gd name="connsiteX5" fmla="*/ 4100949 w 4212455"/>
              <a:gd name="connsiteY5" fmla="*/ 1877241 h 3096437"/>
              <a:gd name="connsiteX6" fmla="*/ 3931100 w 4212455"/>
              <a:gd name="connsiteY6" fmla="*/ 2784458 h 3096437"/>
              <a:gd name="connsiteX7" fmla="*/ 3741989 w 4212455"/>
              <a:gd name="connsiteY7" fmla="*/ 3093697 h 3096437"/>
              <a:gd name="connsiteX8" fmla="*/ 229929 w 4212455"/>
              <a:gd name="connsiteY8" fmla="*/ 3096437 h 3096437"/>
              <a:gd name="connsiteX9" fmla="*/ 1113 w 4212455"/>
              <a:gd name="connsiteY9" fmla="*/ 2701358 h 3096437"/>
              <a:gd name="connsiteX10" fmla="*/ 0 w 4212455"/>
              <a:gd name="connsiteY10" fmla="*/ 1589963 h 3096437"/>
              <a:gd name="connsiteX11" fmla="*/ 462 w 4212455"/>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00949 w 4245667"/>
              <a:gd name="connsiteY5" fmla="*/ 1877241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28628 w 4245667"/>
              <a:gd name="connsiteY5" fmla="*/ 1800948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28628 w 4229063"/>
              <a:gd name="connsiteY5" fmla="*/ 1800948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39699 w 4229063"/>
              <a:gd name="connsiteY5" fmla="*/ 1826376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741989 w 4229063"/>
              <a:gd name="connsiteY7" fmla="*/ 3106411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611977 h 3210872"/>
              <a:gd name="connsiteX1" fmla="*/ 236043 w 4229063"/>
              <a:gd name="connsiteY1" fmla="*/ 114435 h 3210872"/>
              <a:gd name="connsiteX2" fmla="*/ 3395052 w 4229063"/>
              <a:gd name="connsiteY2" fmla="*/ 0 h 3210872"/>
              <a:gd name="connsiteX3" fmla="*/ 3719440 w 4229063"/>
              <a:gd name="connsiteY3" fmla="*/ 329973 h 3210872"/>
              <a:gd name="connsiteX4" fmla="*/ 4128291 w 4229063"/>
              <a:gd name="connsiteY4" fmla="*/ 1380640 h 3210872"/>
              <a:gd name="connsiteX5" fmla="*/ 4139699 w 4229063"/>
              <a:gd name="connsiteY5" fmla="*/ 1940811 h 3210872"/>
              <a:gd name="connsiteX6" fmla="*/ 3720753 w 4229063"/>
              <a:gd name="connsiteY6" fmla="*/ 2937040 h 3210872"/>
              <a:gd name="connsiteX7" fmla="*/ 3426472 w 4229063"/>
              <a:gd name="connsiteY7" fmla="*/ 3208133 h 3210872"/>
              <a:gd name="connsiteX8" fmla="*/ 229929 w 4229063"/>
              <a:gd name="connsiteY8" fmla="*/ 3210872 h 3210872"/>
              <a:gd name="connsiteX9" fmla="*/ 1113 w 4229063"/>
              <a:gd name="connsiteY9" fmla="*/ 2815793 h 3210872"/>
              <a:gd name="connsiteX10" fmla="*/ 0 w 4229063"/>
              <a:gd name="connsiteY10" fmla="*/ 1704398 h 3210872"/>
              <a:gd name="connsiteX11" fmla="*/ 462 w 4229063"/>
              <a:gd name="connsiteY11" fmla="*/ 611977 h 3210872"/>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20753 w 4229063"/>
              <a:gd name="connsiteY6" fmla="*/ 2822605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9063" h="3096437">
                <a:moveTo>
                  <a:pt x="462" y="497542"/>
                </a:moveTo>
                <a:cubicBezTo>
                  <a:pt x="4160" y="117023"/>
                  <a:pt x="41216" y="20591"/>
                  <a:pt x="236043" y="0"/>
                </a:cubicBezTo>
                <a:lnTo>
                  <a:pt x="3395052" y="12718"/>
                </a:lnTo>
                <a:cubicBezTo>
                  <a:pt x="3638377" y="15457"/>
                  <a:pt x="3629208" y="966"/>
                  <a:pt x="3719440" y="215538"/>
                </a:cubicBezTo>
                <a:lnTo>
                  <a:pt x="4128291" y="1266205"/>
                </a:lnTo>
                <a:cubicBezTo>
                  <a:pt x="4229063" y="1454641"/>
                  <a:pt x="4215587" y="1665852"/>
                  <a:pt x="4139699" y="1826376"/>
                </a:cubicBezTo>
                <a:lnTo>
                  <a:pt x="3751433" y="2763881"/>
                </a:lnTo>
                <a:cubicBezTo>
                  <a:pt x="3680535" y="2912488"/>
                  <a:pt x="3626079" y="3096437"/>
                  <a:pt x="3426472" y="3093698"/>
                </a:cubicBezTo>
                <a:lnTo>
                  <a:pt x="229929" y="3096437"/>
                </a:lnTo>
                <a:cubicBezTo>
                  <a:pt x="66095" y="3096437"/>
                  <a:pt x="8137" y="3019692"/>
                  <a:pt x="1113" y="2701358"/>
                </a:cubicBezTo>
                <a:lnTo>
                  <a:pt x="0" y="1589963"/>
                </a:lnTo>
                <a:cubicBezTo>
                  <a:pt x="154" y="1194221"/>
                  <a:pt x="308" y="893284"/>
                  <a:pt x="462" y="497542"/>
                </a:cubicBezTo>
                <a:close/>
              </a:path>
            </a:pathLst>
          </a:custGeom>
          <a:solidFill>
            <a:srgbClr val="00A4E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pic>
        <p:nvPicPr>
          <p:cNvPr id="15"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16"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21" name="Content Placeholder 2"/>
          <p:cNvSpPr>
            <a:spLocks noGrp="1"/>
          </p:cNvSpPr>
          <p:nvPr>
            <p:ph idx="1"/>
          </p:nvPr>
        </p:nvSpPr>
        <p:spPr>
          <a:xfrm>
            <a:off x="3306234" y="1842058"/>
            <a:ext cx="8430684" cy="768797"/>
          </a:xfrm>
        </p:spPr>
        <p:txBody>
          <a:bodyPr spcCol="0" anchor="ctr">
            <a:noAutofit/>
          </a:bodyPr>
          <a:lstStyle>
            <a:lvl1pPr marL="0" indent="0">
              <a:lnSpc>
                <a:spcPct val="120000"/>
              </a:lnSpc>
              <a:spcAft>
                <a:spcPts val="0"/>
              </a:spcAft>
              <a:defRPr b="0">
                <a:solidFill>
                  <a:schemeClr val="bg1"/>
                </a:solidFill>
              </a:defRPr>
            </a:lvl1pPr>
            <a:lvl2pPr>
              <a:buNone/>
              <a:defRPr/>
            </a:lvl2pPr>
          </a:lstStyle>
          <a:p>
            <a:pPr lvl="0"/>
            <a:r>
              <a:rPr lang="en-US"/>
              <a:t>Click to edit Master text styles</a:t>
            </a:r>
          </a:p>
        </p:txBody>
      </p:sp>
      <p:sp>
        <p:nvSpPr>
          <p:cNvPr id="22" name="Text Placeholder 9"/>
          <p:cNvSpPr>
            <a:spLocks noGrp="1"/>
          </p:cNvSpPr>
          <p:nvPr>
            <p:ph type="body" sz="quarter" idx="12"/>
          </p:nvPr>
        </p:nvSpPr>
        <p:spPr>
          <a:xfrm>
            <a:off x="595641" y="1987554"/>
            <a:ext cx="2215035" cy="477798"/>
          </a:xfrm>
        </p:spPr>
        <p:txBody>
          <a:bodyPr anchor="ctr"/>
          <a:lstStyle>
            <a:lvl1pPr>
              <a:defRPr>
                <a:solidFill>
                  <a:schemeClr val="tx1"/>
                </a:solidFill>
              </a:defRPr>
            </a:lvl1pPr>
          </a:lstStyle>
          <a:p>
            <a:pPr lvl="0"/>
            <a:r>
              <a:rPr lang="en-US"/>
              <a:t>Click to edit Master text styles</a:t>
            </a:r>
          </a:p>
        </p:txBody>
      </p:sp>
      <p:sp>
        <p:nvSpPr>
          <p:cNvPr id="23" name="Content Placeholder 2"/>
          <p:cNvSpPr>
            <a:spLocks noGrp="1"/>
          </p:cNvSpPr>
          <p:nvPr>
            <p:ph idx="13"/>
          </p:nvPr>
        </p:nvSpPr>
        <p:spPr>
          <a:xfrm>
            <a:off x="3306235" y="2889225"/>
            <a:ext cx="8430684" cy="768797"/>
          </a:xfrm>
        </p:spPr>
        <p:txBody>
          <a:bodyPr spcCol="0" anchor="ctr">
            <a:noAutofit/>
          </a:bodyPr>
          <a:lstStyle>
            <a:lvl1pPr marL="0" indent="0">
              <a:lnSpc>
                <a:spcPct val="120000"/>
              </a:lnSpc>
              <a:spcAft>
                <a:spcPts val="0"/>
              </a:spcAft>
              <a:defRPr b="0">
                <a:solidFill>
                  <a:schemeClr val="bg1"/>
                </a:solidFill>
              </a:defRPr>
            </a:lvl1pPr>
            <a:lvl2pPr>
              <a:buNone/>
              <a:defRPr/>
            </a:lvl2pPr>
          </a:lstStyle>
          <a:p>
            <a:pPr lvl="0"/>
            <a:r>
              <a:rPr lang="en-US"/>
              <a:t>Click to edit Master text styles</a:t>
            </a:r>
          </a:p>
        </p:txBody>
      </p:sp>
      <p:sp>
        <p:nvSpPr>
          <p:cNvPr id="24" name="Text Placeholder 9"/>
          <p:cNvSpPr>
            <a:spLocks noGrp="1"/>
          </p:cNvSpPr>
          <p:nvPr>
            <p:ph type="body" sz="quarter" idx="14"/>
          </p:nvPr>
        </p:nvSpPr>
        <p:spPr>
          <a:xfrm>
            <a:off x="595641" y="3034721"/>
            <a:ext cx="2215035" cy="477798"/>
          </a:xfrm>
        </p:spPr>
        <p:txBody>
          <a:bodyPr anchor="ctr"/>
          <a:lstStyle>
            <a:lvl1pPr>
              <a:defRPr>
                <a:solidFill>
                  <a:schemeClr val="tx1"/>
                </a:solidFill>
              </a:defRPr>
            </a:lvl1pPr>
          </a:lstStyle>
          <a:p>
            <a:pPr lvl="0"/>
            <a:r>
              <a:rPr lang="en-US"/>
              <a:t>Click to edit Master text styles</a:t>
            </a:r>
          </a:p>
        </p:txBody>
      </p:sp>
      <p:sp>
        <p:nvSpPr>
          <p:cNvPr id="25" name="Content Placeholder 2"/>
          <p:cNvSpPr>
            <a:spLocks noGrp="1"/>
          </p:cNvSpPr>
          <p:nvPr>
            <p:ph idx="15"/>
          </p:nvPr>
        </p:nvSpPr>
        <p:spPr>
          <a:xfrm>
            <a:off x="3306235" y="3936392"/>
            <a:ext cx="8430684" cy="768797"/>
          </a:xfrm>
        </p:spPr>
        <p:txBody>
          <a:bodyPr spcCol="0" anchor="ctr">
            <a:noAutofit/>
          </a:bodyPr>
          <a:lstStyle>
            <a:lvl1pPr marL="0" indent="0">
              <a:lnSpc>
                <a:spcPct val="120000"/>
              </a:lnSpc>
              <a:spcAft>
                <a:spcPts val="0"/>
              </a:spcAft>
              <a:defRPr b="0">
                <a:solidFill>
                  <a:schemeClr val="bg1"/>
                </a:solidFill>
              </a:defRPr>
            </a:lvl1pPr>
            <a:lvl2pPr>
              <a:buNone/>
              <a:defRPr/>
            </a:lvl2pPr>
          </a:lstStyle>
          <a:p>
            <a:pPr lvl="0"/>
            <a:r>
              <a:rPr lang="en-US"/>
              <a:t>Click to edit Master text styles</a:t>
            </a:r>
          </a:p>
        </p:txBody>
      </p:sp>
      <p:sp>
        <p:nvSpPr>
          <p:cNvPr id="26" name="Text Placeholder 9"/>
          <p:cNvSpPr>
            <a:spLocks noGrp="1"/>
          </p:cNvSpPr>
          <p:nvPr>
            <p:ph type="body" sz="quarter" idx="16"/>
          </p:nvPr>
        </p:nvSpPr>
        <p:spPr>
          <a:xfrm>
            <a:off x="595641" y="4081888"/>
            <a:ext cx="2215035" cy="477798"/>
          </a:xfrm>
        </p:spPr>
        <p:txBody>
          <a:bodyPr anchor="ctr"/>
          <a:lstStyle>
            <a:lvl1pPr>
              <a:defRPr>
                <a:solidFill>
                  <a:schemeClr val="tx1"/>
                </a:solidFill>
              </a:defRPr>
            </a:lvl1pPr>
          </a:lstStyle>
          <a:p>
            <a:pPr lvl="0"/>
            <a:r>
              <a:rPr lang="en-US"/>
              <a:t>Click to edit Master text styles</a:t>
            </a:r>
          </a:p>
        </p:txBody>
      </p:sp>
      <p:sp>
        <p:nvSpPr>
          <p:cNvPr id="27" name="Content Placeholder 2"/>
          <p:cNvSpPr>
            <a:spLocks noGrp="1"/>
          </p:cNvSpPr>
          <p:nvPr>
            <p:ph idx="17"/>
          </p:nvPr>
        </p:nvSpPr>
        <p:spPr>
          <a:xfrm>
            <a:off x="3306235" y="4983558"/>
            <a:ext cx="8430684" cy="768797"/>
          </a:xfrm>
        </p:spPr>
        <p:txBody>
          <a:bodyPr spcCol="0" anchor="ctr">
            <a:noAutofit/>
          </a:bodyPr>
          <a:lstStyle>
            <a:lvl1pPr marL="0" indent="0">
              <a:lnSpc>
                <a:spcPct val="120000"/>
              </a:lnSpc>
              <a:spcAft>
                <a:spcPts val="0"/>
              </a:spcAft>
              <a:defRPr b="0">
                <a:solidFill>
                  <a:schemeClr val="bg1"/>
                </a:solidFill>
              </a:defRPr>
            </a:lvl1pPr>
            <a:lvl2pPr>
              <a:buNone/>
              <a:defRPr/>
            </a:lvl2pPr>
          </a:lstStyle>
          <a:p>
            <a:pPr lvl="0"/>
            <a:r>
              <a:rPr lang="en-US"/>
              <a:t>Click to edit Master text styles</a:t>
            </a:r>
          </a:p>
        </p:txBody>
      </p:sp>
      <p:sp>
        <p:nvSpPr>
          <p:cNvPr id="28" name="Text Placeholder 9"/>
          <p:cNvSpPr>
            <a:spLocks noGrp="1"/>
          </p:cNvSpPr>
          <p:nvPr>
            <p:ph type="body" sz="quarter" idx="18"/>
          </p:nvPr>
        </p:nvSpPr>
        <p:spPr>
          <a:xfrm>
            <a:off x="595641" y="5129054"/>
            <a:ext cx="2215035" cy="477798"/>
          </a:xfrm>
        </p:spPr>
        <p:txBody>
          <a:bodyPr anchor="ctr"/>
          <a:lstStyle>
            <a:lvl1pPr>
              <a:defRPr>
                <a:solidFill>
                  <a:schemeClr val="tx1"/>
                </a:solidFill>
              </a:defRPr>
            </a:lvl1pPr>
          </a:lstStyle>
          <a:p>
            <a:pPr lvl="0"/>
            <a:r>
              <a:rPr lang="en-US"/>
              <a:t>Click to edit Master text styles</a:t>
            </a:r>
          </a:p>
        </p:txBody>
      </p:sp>
      <p:sp>
        <p:nvSpPr>
          <p:cNvPr id="17" name="Slide Number Placeholder 6"/>
          <p:cNvSpPr>
            <a:spLocks noGrp="1"/>
          </p:cNvSpPr>
          <p:nvPr>
            <p:ph type="sldNum" sz="quarter" idx="19"/>
          </p:nvPr>
        </p:nvSpPr>
        <p:spPr/>
        <p:txBody>
          <a:bodyPr/>
          <a:lstStyle>
            <a:lvl1pPr>
              <a:defRPr smtClean="0"/>
            </a:lvl1pPr>
          </a:lstStyle>
          <a:p>
            <a:pPr>
              <a:defRPr/>
            </a:pPr>
            <a:fld id="{4DF79FD5-1D56-4D6B-ADAD-620E0A54A4B6}" type="slidenum">
              <a:rPr lang="en-US">
                <a:solidFill>
                  <a:srgbClr val="333333"/>
                </a:solidFill>
              </a:rPr>
              <a:pPr>
                <a:defRPr/>
              </a:pPr>
              <a:t>‹#›</a:t>
            </a:fld>
            <a:endParaRPr lang="en-US" dirty="0">
              <a:solidFill>
                <a:srgbClr val="333333"/>
              </a:solidFill>
            </a:endParaRPr>
          </a:p>
        </p:txBody>
      </p:sp>
      <p:sp>
        <p:nvSpPr>
          <p:cNvPr id="18" name="Footer Placeholder 7"/>
          <p:cNvSpPr>
            <a:spLocks noGrp="1"/>
          </p:cNvSpPr>
          <p:nvPr>
            <p:ph type="ftr" sz="quarter" idx="20"/>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1143903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13"/>
                                        </p:tgtEl>
                                        <p:attrNameLst>
                                          <p:attrName>fillcolor</p:attrName>
                                        </p:attrNameLst>
                                      </p:cBhvr>
                                      <p:to>
                                        <a:schemeClr val="accent1"/>
                                      </p:to>
                                    </p:animClr>
                                    <p:set>
                                      <p:cBhvr>
                                        <p:cTn id="7" dur="500" fill="hold"/>
                                        <p:tgtEl>
                                          <p:spTgt spid="13"/>
                                        </p:tgtEl>
                                        <p:attrNameLst>
                                          <p:attrName>fill.type</p:attrName>
                                        </p:attrNameLst>
                                      </p:cBhvr>
                                      <p:to>
                                        <p:strVal val="solid"/>
                                      </p:to>
                                    </p:set>
                                    <p:set>
                                      <p:cBhvr>
                                        <p:cTn id="8" dur="500" fill="hold"/>
                                        <p:tgtEl>
                                          <p:spTgt spid="1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1000" fill="hold"/>
                                        <p:tgtEl>
                                          <p:spTgt spid="14"/>
                                        </p:tgtEl>
                                        <p:attrNameLst>
                                          <p:attrName>fillcolor</p:attrName>
                                        </p:attrNameLst>
                                      </p:cBhvr>
                                      <p:to>
                                        <a:srgbClr val="8CA0A9"/>
                                      </p:to>
                                    </p:animClr>
                                    <p:set>
                                      <p:cBhvr>
                                        <p:cTn id="11" dur="1000" fill="hold"/>
                                        <p:tgtEl>
                                          <p:spTgt spid="14"/>
                                        </p:tgtEl>
                                        <p:attrNameLst>
                                          <p:attrName>fill.type</p:attrName>
                                        </p:attrNameLst>
                                      </p:cBhvr>
                                      <p:to>
                                        <p:strVal val="solid"/>
                                      </p:to>
                                    </p:set>
                                    <p:set>
                                      <p:cBhvr>
                                        <p:cTn id="12" dur="1000" fill="hold"/>
                                        <p:tgtEl>
                                          <p:spTgt spid="14"/>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mph" presetSubtype="2" fill="hold" nodeType="clickEffect">
                                  <p:stCondLst>
                                    <p:cond delay="0"/>
                                  </p:stCondLst>
                                  <p:childTnLst>
                                    <p:animClr clrSpc="rgb" dir="cw">
                                      <p:cBhvr>
                                        <p:cTn id="16" dur="500" fill="hold"/>
                                        <p:tgtEl>
                                          <p:spTgt spid="12"/>
                                        </p:tgtEl>
                                        <p:attrNameLst>
                                          <p:attrName>fillcolor</p:attrName>
                                        </p:attrNameLst>
                                      </p:cBhvr>
                                      <p:to>
                                        <a:schemeClr val="accent1"/>
                                      </p:to>
                                    </p:animClr>
                                    <p:set>
                                      <p:cBhvr>
                                        <p:cTn id="17" dur="500" fill="hold"/>
                                        <p:tgtEl>
                                          <p:spTgt spid="12"/>
                                        </p:tgtEl>
                                        <p:attrNameLst>
                                          <p:attrName>fill.type</p:attrName>
                                        </p:attrNameLst>
                                      </p:cBhvr>
                                      <p:to>
                                        <p:strVal val="solid"/>
                                      </p:to>
                                    </p:set>
                                    <p:set>
                                      <p:cBhvr>
                                        <p:cTn id="18" dur="500" fill="hold"/>
                                        <p:tgtEl>
                                          <p:spTgt spid="12"/>
                                        </p:tgtEl>
                                        <p:attrNameLst>
                                          <p:attrName>fill.on</p:attrName>
                                        </p:attrNameLst>
                                      </p:cBhvr>
                                      <p:to>
                                        <p:strVal val="true"/>
                                      </p:to>
                                    </p:set>
                                  </p:childTnLst>
                                </p:cTn>
                              </p:par>
                              <p:par>
                                <p:cTn id="19" presetID="1" presetClass="emph" presetSubtype="2" fill="hold" nodeType="withEffect">
                                  <p:stCondLst>
                                    <p:cond delay="0"/>
                                  </p:stCondLst>
                                  <p:childTnLst>
                                    <p:animClr clrSpc="rgb" dir="cw">
                                      <p:cBhvr>
                                        <p:cTn id="20" dur="1000" fill="hold"/>
                                        <p:tgtEl>
                                          <p:spTgt spid="13"/>
                                        </p:tgtEl>
                                        <p:attrNameLst>
                                          <p:attrName>fillcolor</p:attrName>
                                        </p:attrNameLst>
                                      </p:cBhvr>
                                      <p:to>
                                        <a:srgbClr val="8CA0A9"/>
                                      </p:to>
                                    </p:animClr>
                                    <p:set>
                                      <p:cBhvr>
                                        <p:cTn id="21" dur="1000" fill="hold"/>
                                        <p:tgtEl>
                                          <p:spTgt spid="13"/>
                                        </p:tgtEl>
                                        <p:attrNameLst>
                                          <p:attrName>fill.type</p:attrName>
                                        </p:attrNameLst>
                                      </p:cBhvr>
                                      <p:to>
                                        <p:strVal val="solid"/>
                                      </p:to>
                                    </p:set>
                                    <p:set>
                                      <p:cBhvr>
                                        <p:cTn id="22" dur="1000" fill="hold"/>
                                        <p:tgtEl>
                                          <p:spTgt spid="13"/>
                                        </p:tgtEl>
                                        <p:attrNameLst>
                                          <p:attrName>fill.on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1" presetClass="emph" presetSubtype="2" fill="hold" nodeType="clickEffect">
                                  <p:stCondLst>
                                    <p:cond delay="0"/>
                                  </p:stCondLst>
                                  <p:childTnLst>
                                    <p:animClr clrSpc="rgb" dir="cw">
                                      <p:cBhvr>
                                        <p:cTn id="26" dur="500" fill="hold"/>
                                        <p:tgtEl>
                                          <p:spTgt spid="11"/>
                                        </p:tgtEl>
                                        <p:attrNameLst>
                                          <p:attrName>fillcolor</p:attrName>
                                        </p:attrNameLst>
                                      </p:cBhvr>
                                      <p:to>
                                        <a:schemeClr val="accent1"/>
                                      </p:to>
                                    </p:animClr>
                                    <p:set>
                                      <p:cBhvr>
                                        <p:cTn id="27" dur="500" fill="hold"/>
                                        <p:tgtEl>
                                          <p:spTgt spid="11"/>
                                        </p:tgtEl>
                                        <p:attrNameLst>
                                          <p:attrName>fill.type</p:attrName>
                                        </p:attrNameLst>
                                      </p:cBhvr>
                                      <p:to>
                                        <p:strVal val="solid"/>
                                      </p:to>
                                    </p:set>
                                    <p:set>
                                      <p:cBhvr>
                                        <p:cTn id="28" dur="500" fill="hold"/>
                                        <p:tgtEl>
                                          <p:spTgt spid="11"/>
                                        </p:tgtEl>
                                        <p:attrNameLst>
                                          <p:attrName>fill.on</p:attrName>
                                        </p:attrNameLst>
                                      </p:cBhvr>
                                      <p:to>
                                        <p:strVal val="true"/>
                                      </p:to>
                                    </p:set>
                                  </p:childTnLst>
                                </p:cTn>
                              </p:par>
                              <p:par>
                                <p:cTn id="29" presetID="1" presetClass="emph" presetSubtype="2" fill="hold" nodeType="withEffect">
                                  <p:stCondLst>
                                    <p:cond delay="0"/>
                                  </p:stCondLst>
                                  <p:childTnLst>
                                    <p:animClr clrSpc="rgb" dir="cw">
                                      <p:cBhvr>
                                        <p:cTn id="30" dur="1000" fill="hold"/>
                                        <p:tgtEl>
                                          <p:spTgt spid="12"/>
                                        </p:tgtEl>
                                        <p:attrNameLst>
                                          <p:attrName>fillcolor</p:attrName>
                                        </p:attrNameLst>
                                      </p:cBhvr>
                                      <p:to>
                                        <a:srgbClr val="8CA0A9"/>
                                      </p:to>
                                    </p:animClr>
                                    <p:set>
                                      <p:cBhvr>
                                        <p:cTn id="31" dur="1000" fill="hold"/>
                                        <p:tgtEl>
                                          <p:spTgt spid="12"/>
                                        </p:tgtEl>
                                        <p:attrNameLst>
                                          <p:attrName>fill.type</p:attrName>
                                        </p:attrNameLst>
                                      </p:cBhvr>
                                      <p:to>
                                        <p:strVal val="solid"/>
                                      </p:to>
                                    </p:set>
                                    <p:set>
                                      <p:cBhvr>
                                        <p:cTn id="32" dur="1000" fill="hold"/>
                                        <p:tgtEl>
                                          <p:spTgt spid="1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2-column text and HighMark">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pic>
        <p:nvPicPr>
          <p:cNvPr id="7" name="Picture 2" descr="\\psf\Host\Volumes\johbee\Documents\01_Freelance_Design\Perspective_Branding\HIGHMARK INSURANCE\exports\SolutionSwirl300.png"/>
          <p:cNvPicPr>
            <a:picLocks noChangeAspect="1" noChangeArrowheads="1"/>
          </p:cNvPicPr>
          <p:nvPr/>
        </p:nvPicPr>
        <p:blipFill>
          <a:blip r:embed="rId4" cstate="print"/>
          <a:srcRect/>
          <a:stretch>
            <a:fillRect/>
          </a:stretch>
        </p:blipFill>
        <p:spPr bwMode="auto">
          <a:xfrm>
            <a:off x="450852" y="1150938"/>
            <a:ext cx="11334749" cy="1444625"/>
          </a:xfrm>
          <a:prstGeom prst="rect">
            <a:avLst/>
          </a:prstGeom>
          <a:noFill/>
          <a:ln w="9525">
            <a:noFill/>
            <a:miter lim="800000"/>
            <a:headEnd/>
            <a:tailEnd/>
          </a:ln>
        </p:spPr>
      </p:pic>
      <p:sp>
        <p:nvSpPr>
          <p:cNvPr id="2" name="Title 1"/>
          <p:cNvSpPr>
            <a:spLocks noGrp="1"/>
          </p:cNvSpPr>
          <p:nvPr>
            <p:ph type="title"/>
          </p:nvPr>
        </p:nvSpPr>
        <p:spPr>
          <a:xfrm>
            <a:off x="457200" y="2271405"/>
            <a:ext cx="11279717" cy="1180571"/>
          </a:xfrm>
        </p:spPr>
        <p:txBody>
          <a:bodyPr anchor="b"/>
          <a:lstStyle>
            <a:lvl1pPr algn="ctr">
              <a:defRPr/>
            </a:lvl1pPr>
          </a:lstStyle>
          <a:p>
            <a:r>
              <a:rPr lang="en-US"/>
              <a:t>Click to edit Master title style</a:t>
            </a:r>
            <a:endParaRPr lang="en-US" dirty="0"/>
          </a:p>
        </p:txBody>
      </p:sp>
      <p:sp>
        <p:nvSpPr>
          <p:cNvPr id="3" name="Content Placeholder 2"/>
          <p:cNvSpPr>
            <a:spLocks noGrp="1"/>
          </p:cNvSpPr>
          <p:nvPr>
            <p:ph idx="1"/>
          </p:nvPr>
        </p:nvSpPr>
        <p:spPr>
          <a:xfrm>
            <a:off x="457200" y="3424245"/>
            <a:ext cx="5579533" cy="2604025"/>
          </a:xfrm>
        </p:spPr>
        <p:txBody>
          <a:bodyPr/>
          <a:lstStyle>
            <a:lvl1pPr marL="0" indent="0">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2"/>
          </p:nvPr>
        </p:nvSpPr>
        <p:spPr>
          <a:xfrm>
            <a:off x="6157384" y="3424245"/>
            <a:ext cx="5579533" cy="2604025"/>
          </a:xfrm>
        </p:spPr>
        <p:txBody>
          <a:bodyPr/>
          <a:lstStyle>
            <a:lvl1pPr marL="0" indent="0">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6"/>
          <p:cNvSpPr>
            <a:spLocks noGrp="1"/>
          </p:cNvSpPr>
          <p:nvPr>
            <p:ph type="sldNum" sz="quarter" idx="13"/>
          </p:nvPr>
        </p:nvSpPr>
        <p:spPr/>
        <p:txBody>
          <a:bodyPr/>
          <a:lstStyle>
            <a:lvl1pPr>
              <a:defRPr smtClean="0"/>
            </a:lvl1pPr>
          </a:lstStyle>
          <a:p>
            <a:pPr>
              <a:defRPr/>
            </a:pPr>
            <a:fld id="{E69ED547-34B7-4359-A5F8-02C6DA67FC1D}" type="slidenum">
              <a:rPr lang="en-US">
                <a:solidFill>
                  <a:srgbClr val="333333"/>
                </a:solidFill>
              </a:rPr>
              <a:pPr>
                <a:defRPr/>
              </a:pPr>
              <a:t>‹#›</a:t>
            </a:fld>
            <a:endParaRPr lang="en-US" dirty="0">
              <a:solidFill>
                <a:srgbClr val="333333"/>
              </a:solidFill>
            </a:endParaRPr>
          </a:p>
        </p:txBody>
      </p:sp>
      <p:sp>
        <p:nvSpPr>
          <p:cNvPr id="10"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32372479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1-column and3-column exhibit area">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5"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15" name="Content Placeholder 2"/>
          <p:cNvSpPr>
            <a:spLocks noGrp="1"/>
          </p:cNvSpPr>
          <p:nvPr>
            <p:ph idx="14"/>
          </p:nvPr>
        </p:nvSpPr>
        <p:spPr>
          <a:xfrm>
            <a:off x="9008533" y="1856317"/>
            <a:ext cx="2634075" cy="4141607"/>
          </a:xfrm>
        </p:spPr>
        <p:txBody>
          <a:bodyPr/>
          <a:lstStyle>
            <a:lvl1pPr marL="0" indent="0">
              <a:spcAft>
                <a:spcPts val="1400"/>
              </a:spcAft>
              <a:defRPr sz="1400"/>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6" name="Slide Number Placeholder 6"/>
          <p:cNvSpPr>
            <a:spLocks noGrp="1"/>
          </p:cNvSpPr>
          <p:nvPr>
            <p:ph type="sldNum" sz="quarter" idx="15"/>
          </p:nvPr>
        </p:nvSpPr>
        <p:spPr/>
        <p:txBody>
          <a:bodyPr/>
          <a:lstStyle>
            <a:lvl1pPr>
              <a:defRPr smtClean="0"/>
            </a:lvl1pPr>
          </a:lstStyle>
          <a:p>
            <a:pPr>
              <a:defRPr/>
            </a:pPr>
            <a:fld id="{F240F6AD-E55F-4534-988A-8B848EF6CC4F}" type="slidenum">
              <a:rPr lang="en-US">
                <a:solidFill>
                  <a:srgbClr val="333333"/>
                </a:solidFill>
              </a:rPr>
              <a:pPr>
                <a:defRPr/>
              </a:pPr>
              <a:t>‹#›</a:t>
            </a:fld>
            <a:endParaRPr lang="en-US" dirty="0">
              <a:solidFill>
                <a:srgbClr val="333333"/>
              </a:solidFill>
            </a:endParaRPr>
          </a:p>
        </p:txBody>
      </p:sp>
      <p:sp>
        <p:nvSpPr>
          <p:cNvPr id="7" name="Footer Placeholder 7"/>
          <p:cNvSpPr>
            <a:spLocks noGrp="1"/>
          </p:cNvSpPr>
          <p:nvPr>
            <p:ph type="ftr" sz="quarter" idx="16"/>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27867550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5"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10" name="Table Placeholder 9"/>
          <p:cNvSpPr>
            <a:spLocks noGrp="1"/>
          </p:cNvSpPr>
          <p:nvPr>
            <p:ph type="tbl" sz="quarter" idx="12"/>
          </p:nvPr>
        </p:nvSpPr>
        <p:spPr>
          <a:xfrm>
            <a:off x="457200" y="1912941"/>
            <a:ext cx="11279717" cy="4029075"/>
          </a:xfrm>
          <a:noFill/>
        </p:spPr>
        <p:txBody>
          <a:bodyPr rtlCol="0">
            <a:normAutofit/>
          </a:bodyPr>
          <a:lstStyle>
            <a:lvl1pPr>
              <a:defRPr>
                <a:solidFill>
                  <a:schemeClr val="bg1"/>
                </a:solidFill>
              </a:defRPr>
            </a:lvl1pPr>
          </a:lstStyle>
          <a:p>
            <a:pPr lvl="0"/>
            <a:r>
              <a:rPr lang="en-US" noProof="0" dirty="0"/>
              <a:t>Click icon to add table</a:t>
            </a:r>
          </a:p>
        </p:txBody>
      </p:sp>
      <p:sp>
        <p:nvSpPr>
          <p:cNvPr id="6" name="Slide Number Placeholder 6"/>
          <p:cNvSpPr>
            <a:spLocks noGrp="1"/>
          </p:cNvSpPr>
          <p:nvPr>
            <p:ph type="sldNum" sz="quarter" idx="13"/>
          </p:nvPr>
        </p:nvSpPr>
        <p:spPr/>
        <p:txBody>
          <a:bodyPr/>
          <a:lstStyle>
            <a:lvl1pPr>
              <a:defRPr smtClean="0"/>
            </a:lvl1pPr>
          </a:lstStyle>
          <a:p>
            <a:pPr>
              <a:defRPr/>
            </a:pPr>
            <a:fld id="{C71389C4-3A7D-4C0D-A2A0-B4E3E3E245F4}" type="slidenum">
              <a:rPr lang="en-US">
                <a:solidFill>
                  <a:srgbClr val="333333"/>
                </a:solidFill>
              </a:rPr>
              <a:pPr>
                <a:defRPr/>
              </a:pPr>
              <a:t>‹#›</a:t>
            </a:fld>
            <a:endParaRPr lang="en-US" dirty="0">
              <a:solidFill>
                <a:srgbClr val="333333"/>
              </a:solidFill>
            </a:endParaRPr>
          </a:p>
        </p:txBody>
      </p:sp>
      <p:sp>
        <p:nvSpPr>
          <p:cNvPr id="7"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30196957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Text and Tabl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5"/>
            <a:ext cx="11279717" cy="1529824"/>
          </a:xfrm>
        </p:spPr>
        <p:txBody>
          <a:bodyPr/>
          <a:lstStyle>
            <a:lvl1pPr marL="0" indent="0">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able Placeholder 9"/>
          <p:cNvSpPr>
            <a:spLocks noGrp="1"/>
          </p:cNvSpPr>
          <p:nvPr>
            <p:ph type="tbl" sz="quarter" idx="12"/>
          </p:nvPr>
        </p:nvSpPr>
        <p:spPr>
          <a:xfrm>
            <a:off x="457200" y="3475041"/>
            <a:ext cx="11279717" cy="2466975"/>
          </a:xfrm>
          <a:noFill/>
        </p:spPr>
        <p:txBody>
          <a:bodyPr rtlCol="0">
            <a:normAutofit/>
          </a:bodyPr>
          <a:lstStyle>
            <a:lvl1pPr>
              <a:defRPr>
                <a:solidFill>
                  <a:schemeClr val="bg1"/>
                </a:solidFill>
              </a:defRPr>
            </a:lvl1pPr>
          </a:lstStyle>
          <a:p>
            <a:pPr lvl="0"/>
            <a:r>
              <a:rPr lang="en-US" noProof="0" dirty="0"/>
              <a:t>Click icon to add table</a:t>
            </a:r>
          </a:p>
        </p:txBody>
      </p:sp>
      <p:sp>
        <p:nvSpPr>
          <p:cNvPr id="7" name="Slide Number Placeholder 6"/>
          <p:cNvSpPr>
            <a:spLocks noGrp="1"/>
          </p:cNvSpPr>
          <p:nvPr>
            <p:ph type="sldNum" sz="quarter" idx="13"/>
          </p:nvPr>
        </p:nvSpPr>
        <p:spPr/>
        <p:txBody>
          <a:bodyPr/>
          <a:lstStyle>
            <a:lvl1pPr>
              <a:defRPr smtClean="0"/>
            </a:lvl1pPr>
          </a:lstStyle>
          <a:p>
            <a:pPr>
              <a:defRPr/>
            </a:pPr>
            <a:fld id="{238F83DF-8498-431E-9825-BA36A211A5AE}"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7762646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Text, 2-column stacked text">
    <p:spTree>
      <p:nvGrpSpPr>
        <p:cNvPr id="1" name=""/>
        <p:cNvGrpSpPr/>
        <p:nvPr/>
      </p:nvGrpSpPr>
      <p:grpSpPr>
        <a:xfrm>
          <a:off x="0" y="0"/>
          <a:ext cx="0" cy="0"/>
          <a:chOff x="0" y="0"/>
          <a:chExt cx="0" cy="0"/>
        </a:xfrm>
      </p:grpSpPr>
      <p:pic>
        <p:nvPicPr>
          <p:cNvPr id="6"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7"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5"/>
            <a:ext cx="11279717" cy="1529824"/>
          </a:xfrm>
        </p:spPr>
        <p:txBody>
          <a:bodyPr/>
          <a:lstStyle>
            <a:lvl1pPr marL="0" indent="0">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2"/>
          </p:nvPr>
        </p:nvSpPr>
        <p:spPr>
          <a:xfrm>
            <a:off x="457200" y="3475041"/>
            <a:ext cx="5579533" cy="2466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13"/>
          </p:nvPr>
        </p:nvSpPr>
        <p:spPr>
          <a:xfrm>
            <a:off x="6159502" y="3475041"/>
            <a:ext cx="5577417" cy="2466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6"/>
          <p:cNvSpPr>
            <a:spLocks noGrp="1"/>
          </p:cNvSpPr>
          <p:nvPr>
            <p:ph type="sldNum" sz="quarter" idx="14"/>
          </p:nvPr>
        </p:nvSpPr>
        <p:spPr/>
        <p:txBody>
          <a:bodyPr/>
          <a:lstStyle>
            <a:lvl1pPr>
              <a:defRPr smtClean="0"/>
            </a:lvl1pPr>
          </a:lstStyle>
          <a:p>
            <a:pPr>
              <a:defRPr/>
            </a:pPr>
            <a:fld id="{1B0E41A5-E91B-401D-A6AB-C5C1C99B84E7}" type="slidenum">
              <a:rPr lang="en-US">
                <a:solidFill>
                  <a:srgbClr val="333333"/>
                </a:solidFill>
              </a:rPr>
              <a:pPr>
                <a:defRPr/>
              </a:pPr>
              <a:t>‹#›</a:t>
            </a:fld>
            <a:endParaRPr lang="en-US" dirty="0">
              <a:solidFill>
                <a:srgbClr val="333333"/>
              </a:solidFill>
            </a:endParaRPr>
          </a:p>
        </p:txBody>
      </p:sp>
      <p:sp>
        <p:nvSpPr>
          <p:cNvPr id="9" name="Footer Placeholder 7"/>
          <p:cNvSpPr>
            <a:spLocks noGrp="1"/>
          </p:cNvSpPr>
          <p:nvPr>
            <p:ph type="ftr" sz="quarter" idx="15"/>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29073088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Text, 4-column stacked text">
    <p:spTree>
      <p:nvGrpSpPr>
        <p:cNvPr id="1" name=""/>
        <p:cNvGrpSpPr/>
        <p:nvPr/>
      </p:nvGrpSpPr>
      <p:grpSpPr>
        <a:xfrm>
          <a:off x="0" y="0"/>
          <a:ext cx="0" cy="0"/>
          <a:chOff x="0" y="0"/>
          <a:chExt cx="0" cy="0"/>
        </a:xfrm>
      </p:grpSpPr>
      <p:pic>
        <p:nvPicPr>
          <p:cNvPr id="8"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9"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5"/>
            <a:ext cx="11279717" cy="1529824"/>
          </a:xfrm>
        </p:spPr>
        <p:txBody>
          <a:bodyPr/>
          <a:lstStyle>
            <a:lvl1pPr marL="0" indent="0">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2"/>
          </p:nvPr>
        </p:nvSpPr>
        <p:spPr>
          <a:xfrm>
            <a:off x="457200" y="3475041"/>
            <a:ext cx="2728384" cy="2466975"/>
          </a:xfrm>
        </p:spPr>
        <p:txBody>
          <a:bodyPr>
            <a:normAutofit/>
          </a:bodyPr>
          <a:lstStyle>
            <a:lvl1pPr>
              <a:defRPr sz="1400"/>
            </a:lvl1pPr>
            <a:lvl2pPr>
              <a:defRPr sz="1400"/>
            </a:lvl2pPr>
            <a:lvl3pPr>
              <a:defRPr sz="1200"/>
            </a:lvl3pPr>
            <a:lvl4pPr>
              <a:defRPr sz="12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3"/>
          </p:nvPr>
        </p:nvSpPr>
        <p:spPr>
          <a:xfrm>
            <a:off x="6152448" y="3475041"/>
            <a:ext cx="2732617" cy="2466975"/>
          </a:xfrm>
        </p:spPr>
        <p:txBody>
          <a:bodyPr>
            <a:normAutofit/>
          </a:bodyPr>
          <a:lstStyle>
            <a:lvl1pPr>
              <a:defRPr sz="1400"/>
            </a:lvl1pPr>
            <a:lvl2pPr>
              <a:defRPr sz="1400"/>
            </a:lvl2pPr>
            <a:lvl3pPr>
              <a:defRPr sz="1200"/>
            </a:lvl3pPr>
            <a:lvl4pPr>
              <a:defRPr sz="12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4"/>
          </p:nvPr>
        </p:nvSpPr>
        <p:spPr>
          <a:xfrm>
            <a:off x="3304823" y="3475041"/>
            <a:ext cx="2728384" cy="2466975"/>
          </a:xfrm>
        </p:spPr>
        <p:txBody>
          <a:bodyPr>
            <a:normAutofit/>
          </a:bodyPr>
          <a:lstStyle>
            <a:lvl1pPr>
              <a:defRPr sz="1400"/>
            </a:lvl1pPr>
            <a:lvl2pPr>
              <a:defRPr sz="1400"/>
            </a:lvl2pPr>
            <a:lvl3pPr>
              <a:defRPr sz="1200"/>
            </a:lvl3pPr>
            <a:lvl4pPr>
              <a:defRPr sz="12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2"/>
          <p:cNvSpPr>
            <a:spLocks noGrp="1"/>
          </p:cNvSpPr>
          <p:nvPr>
            <p:ph sz="quarter" idx="15"/>
          </p:nvPr>
        </p:nvSpPr>
        <p:spPr>
          <a:xfrm>
            <a:off x="9004302" y="3475041"/>
            <a:ext cx="2732617" cy="2466975"/>
          </a:xfrm>
        </p:spPr>
        <p:txBody>
          <a:bodyPr>
            <a:normAutofit/>
          </a:bodyPr>
          <a:lstStyle>
            <a:lvl1pPr>
              <a:defRPr sz="1400"/>
            </a:lvl1pPr>
            <a:lvl2pPr>
              <a:defRPr sz="1400"/>
            </a:lvl2pPr>
            <a:lvl3pPr>
              <a:defRPr sz="1200"/>
            </a:lvl3pPr>
            <a:lvl4pPr>
              <a:defRPr sz="12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Slide Number Placeholder 6"/>
          <p:cNvSpPr>
            <a:spLocks noGrp="1"/>
          </p:cNvSpPr>
          <p:nvPr>
            <p:ph type="sldNum" sz="quarter" idx="16"/>
          </p:nvPr>
        </p:nvSpPr>
        <p:spPr/>
        <p:txBody>
          <a:bodyPr/>
          <a:lstStyle>
            <a:lvl1pPr>
              <a:defRPr smtClean="0"/>
            </a:lvl1pPr>
          </a:lstStyle>
          <a:p>
            <a:pPr>
              <a:defRPr/>
            </a:pPr>
            <a:fld id="{75BE84C4-F2D1-4334-8005-3605C0082E6E}" type="slidenum">
              <a:rPr lang="en-US">
                <a:solidFill>
                  <a:srgbClr val="333333"/>
                </a:solidFill>
              </a:rPr>
              <a:pPr>
                <a:defRPr/>
              </a:pPr>
              <a:t>‹#›</a:t>
            </a:fld>
            <a:endParaRPr lang="en-US" dirty="0">
              <a:solidFill>
                <a:srgbClr val="333333"/>
              </a:solidFill>
            </a:endParaRPr>
          </a:p>
        </p:txBody>
      </p:sp>
      <p:sp>
        <p:nvSpPr>
          <p:cNvPr id="15" name="Footer Placeholder 7"/>
          <p:cNvSpPr>
            <a:spLocks noGrp="1"/>
          </p:cNvSpPr>
          <p:nvPr>
            <p:ph type="ftr" sz="quarter" idx="17"/>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42044047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Logo Matrix">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Picture Placeholder 7"/>
          <p:cNvSpPr>
            <a:spLocks noGrp="1"/>
          </p:cNvSpPr>
          <p:nvPr>
            <p:ph type="pic" sz="quarter" idx="12"/>
          </p:nvPr>
        </p:nvSpPr>
        <p:spPr>
          <a:xfrm>
            <a:off x="457200" y="1912941"/>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9" name="Picture Placeholder 7"/>
          <p:cNvSpPr>
            <a:spLocks noGrp="1"/>
          </p:cNvSpPr>
          <p:nvPr>
            <p:ph type="pic" sz="quarter" idx="13"/>
          </p:nvPr>
        </p:nvSpPr>
        <p:spPr>
          <a:xfrm>
            <a:off x="3311220" y="1912941"/>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0" name="Picture Placeholder 7"/>
          <p:cNvSpPr>
            <a:spLocks noGrp="1"/>
          </p:cNvSpPr>
          <p:nvPr>
            <p:ph type="pic" sz="quarter" idx="14"/>
          </p:nvPr>
        </p:nvSpPr>
        <p:spPr>
          <a:xfrm>
            <a:off x="6165240" y="1912941"/>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1" name="Picture Placeholder 7"/>
          <p:cNvSpPr>
            <a:spLocks noGrp="1"/>
          </p:cNvSpPr>
          <p:nvPr>
            <p:ph type="pic" sz="quarter" idx="15"/>
          </p:nvPr>
        </p:nvSpPr>
        <p:spPr>
          <a:xfrm>
            <a:off x="9019261" y="1912941"/>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2" name="Picture Placeholder 7"/>
          <p:cNvSpPr>
            <a:spLocks noGrp="1"/>
          </p:cNvSpPr>
          <p:nvPr>
            <p:ph type="pic" sz="quarter" idx="16"/>
          </p:nvPr>
        </p:nvSpPr>
        <p:spPr>
          <a:xfrm>
            <a:off x="457200" y="3475040"/>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3" name="Picture Placeholder 7"/>
          <p:cNvSpPr>
            <a:spLocks noGrp="1"/>
          </p:cNvSpPr>
          <p:nvPr>
            <p:ph type="pic" sz="quarter" idx="17"/>
          </p:nvPr>
        </p:nvSpPr>
        <p:spPr>
          <a:xfrm>
            <a:off x="3311220" y="3475040"/>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4" name="Picture Placeholder 7"/>
          <p:cNvSpPr>
            <a:spLocks noGrp="1"/>
          </p:cNvSpPr>
          <p:nvPr>
            <p:ph type="pic" sz="quarter" idx="18"/>
          </p:nvPr>
        </p:nvSpPr>
        <p:spPr>
          <a:xfrm>
            <a:off x="6165240" y="3475040"/>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5" name="Picture Placeholder 7"/>
          <p:cNvSpPr>
            <a:spLocks noGrp="1"/>
          </p:cNvSpPr>
          <p:nvPr>
            <p:ph type="pic" sz="quarter" idx="19"/>
          </p:nvPr>
        </p:nvSpPr>
        <p:spPr>
          <a:xfrm>
            <a:off x="9019261" y="3475040"/>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6" name="Picture Placeholder 7"/>
          <p:cNvSpPr>
            <a:spLocks noGrp="1"/>
          </p:cNvSpPr>
          <p:nvPr>
            <p:ph type="pic" sz="quarter" idx="20"/>
          </p:nvPr>
        </p:nvSpPr>
        <p:spPr>
          <a:xfrm>
            <a:off x="446472" y="5037141"/>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7" name="Picture Placeholder 7"/>
          <p:cNvSpPr>
            <a:spLocks noGrp="1"/>
          </p:cNvSpPr>
          <p:nvPr>
            <p:ph type="pic" sz="quarter" idx="21"/>
          </p:nvPr>
        </p:nvSpPr>
        <p:spPr>
          <a:xfrm>
            <a:off x="3300492" y="5037141"/>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8" name="Picture Placeholder 7"/>
          <p:cNvSpPr>
            <a:spLocks noGrp="1"/>
          </p:cNvSpPr>
          <p:nvPr>
            <p:ph type="pic" sz="quarter" idx="22"/>
          </p:nvPr>
        </p:nvSpPr>
        <p:spPr>
          <a:xfrm>
            <a:off x="6154512" y="5037141"/>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9" name="Picture Placeholder 7"/>
          <p:cNvSpPr>
            <a:spLocks noGrp="1"/>
          </p:cNvSpPr>
          <p:nvPr>
            <p:ph type="pic" sz="quarter" idx="23"/>
          </p:nvPr>
        </p:nvSpPr>
        <p:spPr>
          <a:xfrm>
            <a:off x="9008533" y="5037141"/>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20" name="Footer Placeholder 4"/>
          <p:cNvSpPr>
            <a:spLocks noGrp="1"/>
          </p:cNvSpPr>
          <p:nvPr>
            <p:ph type="ftr" sz="quarter" idx="24"/>
          </p:nvPr>
        </p:nvSpPr>
        <p:spPr/>
        <p:txBody>
          <a:bodyPr/>
          <a:lstStyle>
            <a:lvl1pPr>
              <a:defRPr/>
            </a:lvl1pPr>
          </a:lstStyle>
          <a:p>
            <a:r>
              <a:rPr lang="en-US" dirty="0">
                <a:solidFill>
                  <a:srgbClr val="333333"/>
                </a:solidFill>
              </a:rPr>
              <a:t>HIGHMARK.COM</a:t>
            </a:r>
          </a:p>
        </p:txBody>
      </p:sp>
      <p:sp>
        <p:nvSpPr>
          <p:cNvPr id="21" name="Slide Number Placeholder 5"/>
          <p:cNvSpPr>
            <a:spLocks noGrp="1"/>
          </p:cNvSpPr>
          <p:nvPr>
            <p:ph type="sldNum" sz="quarter" idx="25"/>
          </p:nvPr>
        </p:nvSpPr>
        <p:spPr/>
        <p:txBody>
          <a:bodyPr/>
          <a:lstStyle>
            <a:lvl1pPr>
              <a:defRPr/>
            </a:lvl1pPr>
          </a:lstStyle>
          <a:p>
            <a:pPr>
              <a:defRPr/>
            </a:pPr>
            <a:fld id="{A2A71E53-BB05-43F5-B61F-DF36E1B52CE6}" type="slidenum">
              <a:rPr lang="en-US">
                <a:solidFill>
                  <a:srgbClr val="333333"/>
                </a:solidFill>
              </a:rPr>
              <a:pPr>
                <a:defRPr/>
              </a:pPr>
              <a:t>‹#›</a:t>
            </a:fld>
            <a:endParaRPr lang="en-US" dirty="0">
              <a:solidFill>
                <a:srgbClr val="333333"/>
              </a:solidFill>
            </a:endParaRPr>
          </a:p>
        </p:txBody>
      </p:sp>
    </p:spTree>
    <p:extLst>
      <p:ext uri="{BB962C8B-B14F-4D97-AF65-F5344CB8AC3E}">
        <p14:creationId xmlns:p14="http://schemas.microsoft.com/office/powerpoint/2010/main" val="115970736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Divider1">
    <p:bg>
      <p:bgPr>
        <a:gradFill flip="none" rotWithShape="1">
          <a:gsLst>
            <a:gs pos="0">
              <a:schemeClr val="tx2"/>
            </a:gs>
            <a:gs pos="100000">
              <a:schemeClr val="bg2"/>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2_Mask300.png"/>
          <p:cNvPicPr>
            <a:picLocks noChangeAspect="1" noChangeArrowheads="1"/>
          </p:cNvPicPr>
          <p:nvPr/>
        </p:nvPicPr>
        <p:blipFill>
          <a:blip r:embed="rId2" cstate="print"/>
          <a:srcRect/>
          <a:stretch>
            <a:fillRect/>
          </a:stretch>
        </p:blipFill>
        <p:spPr bwMode="auto">
          <a:xfrm>
            <a:off x="0" y="5538788"/>
            <a:ext cx="12192000" cy="1319212"/>
          </a:xfrm>
          <a:prstGeom prst="rect">
            <a:avLst/>
          </a:prstGeom>
          <a:noFill/>
          <a:ln w="9525">
            <a:noFill/>
            <a:miter lim="800000"/>
            <a:headEnd/>
            <a:tailEnd/>
          </a:ln>
        </p:spPr>
      </p:pic>
      <p:pic>
        <p:nvPicPr>
          <p:cNvPr id="5" name="Picture 7" descr="Highmark_2c.png"/>
          <p:cNvPicPr>
            <a:picLocks noChangeAspect="1"/>
          </p:cNvPicPr>
          <p:nvPr/>
        </p:nvPicPr>
        <p:blipFill>
          <a:blip r:embed="rId3" cstate="print"/>
          <a:srcRect l="-23283" t="-2" r="-2" b="-124632"/>
          <a:stretch>
            <a:fillRect/>
          </a:stretch>
        </p:blipFill>
        <p:spPr bwMode="auto">
          <a:xfrm>
            <a:off x="2" y="6248400"/>
            <a:ext cx="2343151" cy="609600"/>
          </a:xfrm>
          <a:prstGeom prst="rect">
            <a:avLst/>
          </a:prstGeom>
          <a:noFill/>
          <a:ln w="9525">
            <a:noFill/>
            <a:miter lim="800000"/>
            <a:headEnd/>
            <a:tailEnd/>
          </a:ln>
        </p:spPr>
      </p:pic>
      <p:sp>
        <p:nvSpPr>
          <p:cNvPr id="2" name="Title 1"/>
          <p:cNvSpPr>
            <a:spLocks noGrp="1"/>
          </p:cNvSpPr>
          <p:nvPr>
            <p:ph type="ctrTitle"/>
          </p:nvPr>
        </p:nvSpPr>
        <p:spPr>
          <a:xfrm>
            <a:off x="457200" y="2535828"/>
            <a:ext cx="11279717" cy="1181096"/>
          </a:xfrm>
        </p:spPr>
        <p:txBody>
          <a:bodyPr/>
          <a:lstStyle>
            <a:lvl1pPr algn="ctr">
              <a:defRPr>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3819480"/>
            <a:ext cx="11279717"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Footer Placeholder 7"/>
          <p:cNvSpPr>
            <a:spLocks noGrp="1"/>
          </p:cNvSpPr>
          <p:nvPr>
            <p:ph type="ftr" sz="quarter" idx="10"/>
          </p:nvPr>
        </p:nvSpPr>
        <p:spPr>
          <a:xfrm>
            <a:off x="9010653" y="6194428"/>
            <a:ext cx="2738967" cy="365125"/>
          </a:xfrm>
        </p:spPr>
        <p:txBody>
          <a:bodyPr/>
          <a:lstStyle>
            <a:lvl1pPr algn="r">
              <a:defRPr sz="1700"/>
            </a:lvl1pPr>
          </a:lstStyle>
          <a:p>
            <a:r>
              <a:rPr lang="en-US" dirty="0">
                <a:solidFill>
                  <a:srgbClr val="333333"/>
                </a:solidFill>
              </a:rPr>
              <a:t>HIGHMARK.COM</a:t>
            </a:r>
          </a:p>
        </p:txBody>
      </p:sp>
    </p:spTree>
    <p:extLst>
      <p:ext uri="{BB962C8B-B14F-4D97-AF65-F5344CB8AC3E}">
        <p14:creationId xmlns:p14="http://schemas.microsoft.com/office/powerpoint/2010/main" val="422497219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Divider2">
    <p:bg>
      <p:bgPr>
        <a:gradFill flip="none" rotWithShape="1">
          <a:gsLst>
            <a:gs pos="0">
              <a:schemeClr val="tx2"/>
            </a:gs>
            <a:gs pos="100000">
              <a:schemeClr val="bg2"/>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2_Mask300.png"/>
          <p:cNvPicPr>
            <a:picLocks noChangeAspect="1" noChangeArrowheads="1"/>
          </p:cNvPicPr>
          <p:nvPr/>
        </p:nvPicPr>
        <p:blipFill>
          <a:blip r:embed="rId2" cstate="print"/>
          <a:srcRect/>
          <a:stretch>
            <a:fillRect/>
          </a:stretch>
        </p:blipFill>
        <p:spPr bwMode="auto">
          <a:xfrm>
            <a:off x="0" y="5538788"/>
            <a:ext cx="12192000" cy="1319212"/>
          </a:xfrm>
          <a:prstGeom prst="rect">
            <a:avLst/>
          </a:prstGeom>
          <a:noFill/>
          <a:ln w="9525">
            <a:noFill/>
            <a:miter lim="800000"/>
            <a:headEnd/>
            <a:tailEnd/>
          </a:ln>
        </p:spPr>
      </p:pic>
      <p:pic>
        <p:nvPicPr>
          <p:cNvPr id="5" name="Picture 7" descr="\\psf\Host\Volumes\johbee\Documents\01_Freelance_Design\Perspective_Branding\HIGHMARK INSURANCE\exports\Title3_MaskTop300.png"/>
          <p:cNvPicPr>
            <a:picLocks noChangeAspect="1" noChangeArrowheads="1"/>
          </p:cNvPicPr>
          <p:nvPr/>
        </p:nvPicPr>
        <p:blipFill>
          <a:blip r:embed="rId3" cstate="print"/>
          <a:srcRect/>
          <a:stretch>
            <a:fillRect/>
          </a:stretch>
        </p:blipFill>
        <p:spPr bwMode="auto">
          <a:xfrm>
            <a:off x="0" y="3"/>
            <a:ext cx="12192000" cy="2239963"/>
          </a:xfrm>
          <a:prstGeom prst="rect">
            <a:avLst/>
          </a:prstGeom>
          <a:noFill/>
          <a:ln w="9525">
            <a:noFill/>
            <a:miter lim="800000"/>
            <a:headEnd/>
            <a:tailEnd/>
          </a:ln>
        </p:spPr>
      </p:pic>
      <p:pic>
        <p:nvPicPr>
          <p:cNvPr id="6" name="Picture 9" descr="Highmark_2c.png"/>
          <p:cNvPicPr>
            <a:picLocks noChangeAspect="1"/>
          </p:cNvPicPr>
          <p:nvPr/>
        </p:nvPicPr>
        <p:blipFill>
          <a:blip r:embed="rId4" cstate="print"/>
          <a:srcRect l="-23283" t="-2" r="-2" b="-124632"/>
          <a:stretch>
            <a:fillRect/>
          </a:stretch>
        </p:blipFill>
        <p:spPr bwMode="auto">
          <a:xfrm>
            <a:off x="2" y="6248400"/>
            <a:ext cx="2343151" cy="609600"/>
          </a:xfrm>
          <a:prstGeom prst="rect">
            <a:avLst/>
          </a:prstGeom>
          <a:noFill/>
          <a:ln w="9525">
            <a:noFill/>
            <a:miter lim="800000"/>
            <a:headEnd/>
            <a:tailEnd/>
          </a:ln>
        </p:spPr>
      </p:pic>
      <p:sp>
        <p:nvSpPr>
          <p:cNvPr id="2" name="Title 1"/>
          <p:cNvSpPr>
            <a:spLocks noGrp="1"/>
          </p:cNvSpPr>
          <p:nvPr>
            <p:ph type="ctrTitle"/>
          </p:nvPr>
        </p:nvSpPr>
        <p:spPr>
          <a:xfrm>
            <a:off x="457200" y="3414881"/>
            <a:ext cx="11279717" cy="1056917"/>
          </a:xfrm>
        </p:spPr>
        <p:txBody>
          <a:bodyPr/>
          <a:lstStyle>
            <a:lvl1pPr algn="ctr">
              <a:defRPr>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4538156"/>
            <a:ext cx="11291472" cy="412715"/>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Footer Placeholder 7"/>
          <p:cNvSpPr>
            <a:spLocks noGrp="1"/>
          </p:cNvSpPr>
          <p:nvPr>
            <p:ph type="ftr" sz="quarter" idx="10"/>
          </p:nvPr>
        </p:nvSpPr>
        <p:spPr>
          <a:xfrm>
            <a:off x="9010653" y="6194428"/>
            <a:ext cx="2738967" cy="365125"/>
          </a:xfrm>
        </p:spPr>
        <p:txBody>
          <a:bodyPr/>
          <a:lstStyle>
            <a:lvl1pPr algn="r">
              <a:defRPr sz="1700"/>
            </a:lvl1pPr>
          </a:lstStyle>
          <a:p>
            <a:r>
              <a:rPr lang="en-US" dirty="0">
                <a:solidFill>
                  <a:srgbClr val="333333"/>
                </a:solidFill>
              </a:rPr>
              <a:t>HIGHMARK.COM</a:t>
            </a:r>
          </a:p>
        </p:txBody>
      </p:sp>
    </p:spTree>
    <p:extLst>
      <p:ext uri="{BB962C8B-B14F-4D97-AF65-F5344CB8AC3E}">
        <p14:creationId xmlns:p14="http://schemas.microsoft.com/office/powerpoint/2010/main" val="5927526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4"/>
          <p:cNvSpPr>
            <a:spLocks noGrp="1"/>
          </p:cNvSpPr>
          <p:nvPr>
            <p:ph type="ftr" sz="quarter" idx="10"/>
          </p:nvPr>
        </p:nvSpPr>
        <p:spPr/>
        <p:txBody>
          <a:bodyPr/>
          <a:lstStyle>
            <a:lvl1pPr>
              <a:defRPr/>
            </a:lvl1pPr>
          </a:lstStyle>
          <a:p>
            <a:r>
              <a:rPr lang="en-US" dirty="0">
                <a:solidFill>
                  <a:srgbClr val="333333"/>
                </a:solidFill>
              </a:rPr>
              <a:t>HIGHMARK.COM</a:t>
            </a:r>
          </a:p>
        </p:txBody>
      </p:sp>
      <p:sp>
        <p:nvSpPr>
          <p:cNvPr id="5" name="Slide Number Placeholder 5"/>
          <p:cNvSpPr>
            <a:spLocks noGrp="1"/>
          </p:cNvSpPr>
          <p:nvPr>
            <p:ph type="sldNum" sz="quarter" idx="4"/>
          </p:nvPr>
        </p:nvSpPr>
        <p:spPr>
          <a:xfrm>
            <a:off x="11699108" y="6463355"/>
            <a:ext cx="448733" cy="365125"/>
          </a:xfrm>
          <a:prstGeom prst="rect">
            <a:avLst/>
          </a:prstGeom>
        </p:spPr>
        <p:txBody>
          <a:bodyPr vert="horz" wrap="square" lIns="0" tIns="0" rIns="0" bIns="0" numCol="1" anchor="b" anchorCtr="0" compatLnSpc="1">
            <a:prstTxWarp prst="textNoShape">
              <a:avLst/>
            </a:prstTxWarp>
          </a:bodyPr>
          <a:lstStyle>
            <a:lvl1pPr algn="r">
              <a:defRPr sz="1400" smtClean="0">
                <a:solidFill>
                  <a:schemeClr val="bg1"/>
                </a:solidFill>
                <a:ea typeface="ＭＳ Ｐゴシック" charset="-128"/>
              </a:defRPr>
            </a:lvl1pPr>
          </a:lstStyle>
          <a:p>
            <a:pPr fontAlgn="base">
              <a:spcBef>
                <a:spcPct val="0"/>
              </a:spcBef>
              <a:spcAft>
                <a:spcPct val="0"/>
              </a:spcAft>
              <a:defRPr/>
            </a:pPr>
            <a:fld id="{A8DEAE8A-6423-47B1-A5CD-FA95EE93DE68}" type="slidenum">
              <a:rPr lang="en-US">
                <a:solidFill>
                  <a:srgbClr val="333333"/>
                </a:solidFill>
              </a:rPr>
              <a:pPr fontAlgn="base">
                <a:spcBef>
                  <a:spcPct val="0"/>
                </a:spcBef>
                <a:spcAft>
                  <a:spcPct val="0"/>
                </a:spcAft>
                <a:defRPr/>
              </a:pPr>
              <a:t>‹#›</a:t>
            </a:fld>
            <a:endParaRPr lang="en-US" dirty="0">
              <a:solidFill>
                <a:srgbClr val="333333"/>
              </a:solidFill>
            </a:endParaRPr>
          </a:p>
        </p:txBody>
      </p:sp>
    </p:spTree>
    <p:extLst>
      <p:ext uri="{BB962C8B-B14F-4D97-AF65-F5344CB8AC3E}">
        <p14:creationId xmlns:p14="http://schemas.microsoft.com/office/powerpoint/2010/main" val="244039876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r>
              <a:rPr lang="en-US" dirty="0">
                <a:solidFill>
                  <a:srgbClr val="333333"/>
                </a:solidFill>
              </a:rPr>
              <a:t>HIGHMARK.COM</a:t>
            </a:r>
          </a:p>
        </p:txBody>
      </p:sp>
      <p:sp>
        <p:nvSpPr>
          <p:cNvPr id="3" name="Slide Number Placeholder 5"/>
          <p:cNvSpPr>
            <a:spLocks noGrp="1"/>
          </p:cNvSpPr>
          <p:nvPr>
            <p:ph type="sldNum" sz="quarter" idx="11"/>
          </p:nvPr>
        </p:nvSpPr>
        <p:spPr/>
        <p:txBody>
          <a:bodyPr/>
          <a:lstStyle>
            <a:lvl1pPr>
              <a:defRPr/>
            </a:lvl1pPr>
          </a:lstStyle>
          <a:p>
            <a:pPr>
              <a:defRPr/>
            </a:pPr>
            <a:fld id="{4318987E-8BBA-48A7-8C34-DB7B779F2720}" type="slidenum">
              <a:rPr lang="en-US">
                <a:solidFill>
                  <a:srgbClr val="333333"/>
                </a:solidFill>
              </a:rPr>
              <a:pPr>
                <a:defRPr/>
              </a:pPr>
              <a:t>‹#›</a:t>
            </a:fld>
            <a:endParaRPr lang="en-US" dirty="0">
              <a:solidFill>
                <a:srgbClr val="333333"/>
              </a:solidFill>
            </a:endParaRPr>
          </a:p>
        </p:txBody>
      </p:sp>
    </p:spTree>
    <p:extLst>
      <p:ext uri="{BB962C8B-B14F-4D97-AF65-F5344CB8AC3E}">
        <p14:creationId xmlns:p14="http://schemas.microsoft.com/office/powerpoint/2010/main" val="19265924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1_ImageReady">
    <p:bg>
      <p:bgPr>
        <a:gradFill flip="none" rotWithShape="1">
          <a:gsLst>
            <a:gs pos="29000">
              <a:schemeClr val="tx2"/>
            </a:gs>
            <a:gs pos="63000">
              <a:schemeClr val="bg2"/>
            </a:gs>
          </a:gsLst>
          <a:path path="circle">
            <a:fillToRect l="100000" t="100000"/>
          </a:path>
          <a:tileRect r="-100000" b="-100000"/>
        </a:grad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1_Mask300.png"/>
          <p:cNvPicPr>
            <a:picLocks noChangeAspect="1" noChangeArrowheads="1"/>
          </p:cNvPicPr>
          <p:nvPr/>
        </p:nvPicPr>
        <p:blipFill>
          <a:blip r:embed="rId2" cstate="print"/>
          <a:srcRect/>
          <a:stretch>
            <a:fillRect/>
          </a:stretch>
        </p:blipFill>
        <p:spPr bwMode="auto">
          <a:xfrm>
            <a:off x="0" y="5619750"/>
            <a:ext cx="12192000" cy="1238250"/>
          </a:xfrm>
          <a:prstGeom prst="rect">
            <a:avLst/>
          </a:prstGeom>
          <a:noFill/>
          <a:ln w="9525">
            <a:noFill/>
            <a:miter lim="800000"/>
            <a:headEnd/>
            <a:tailEnd/>
          </a:ln>
        </p:spPr>
      </p:pic>
      <p:pic>
        <p:nvPicPr>
          <p:cNvPr id="5" name="Picture 7" descr="Highmark_2c.png"/>
          <p:cNvPicPr>
            <a:picLocks noChangeAspect="1"/>
          </p:cNvPicPr>
          <p:nvPr/>
        </p:nvPicPr>
        <p:blipFill>
          <a:blip r:embed="rId3" cstate="print"/>
          <a:srcRect l="-23283" t="-2" r="-2" b="-124632"/>
          <a:stretch>
            <a:fillRect/>
          </a:stretch>
        </p:blipFill>
        <p:spPr bwMode="auto">
          <a:xfrm>
            <a:off x="2" y="6248400"/>
            <a:ext cx="2343151" cy="609600"/>
          </a:xfrm>
          <a:prstGeom prst="rect">
            <a:avLst/>
          </a:prstGeom>
          <a:noFill/>
          <a:ln w="9525">
            <a:noFill/>
            <a:miter lim="800000"/>
            <a:headEnd/>
            <a:tailEnd/>
          </a:ln>
        </p:spPr>
      </p:pic>
      <p:sp>
        <p:nvSpPr>
          <p:cNvPr id="2" name="Title 1"/>
          <p:cNvSpPr>
            <a:spLocks noGrp="1"/>
          </p:cNvSpPr>
          <p:nvPr>
            <p:ph type="ctrTitle"/>
          </p:nvPr>
        </p:nvSpPr>
        <p:spPr>
          <a:xfrm>
            <a:off x="457200" y="286461"/>
            <a:ext cx="11279717" cy="1181096"/>
          </a:xfrm>
        </p:spPr>
        <p:txBody>
          <a:bodyPr/>
          <a:lstStyle>
            <a:lvl1pPr>
              <a:defRPr>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1570113"/>
            <a:ext cx="8434917"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Footer Placeholder 7"/>
          <p:cNvSpPr>
            <a:spLocks noGrp="1"/>
          </p:cNvSpPr>
          <p:nvPr>
            <p:ph type="ftr" sz="quarter" idx="10"/>
          </p:nvPr>
        </p:nvSpPr>
        <p:spPr>
          <a:xfrm>
            <a:off x="9010653" y="6194428"/>
            <a:ext cx="2738967" cy="365125"/>
          </a:xfrm>
        </p:spPr>
        <p:txBody>
          <a:bodyPr/>
          <a:lstStyle>
            <a:lvl1pPr algn="r">
              <a:defRPr sz="1700"/>
            </a:lvl1pPr>
          </a:lstStyle>
          <a:p>
            <a:r>
              <a:rPr lang="en-US" dirty="0">
                <a:solidFill>
                  <a:srgbClr val="333333"/>
                </a:solidFill>
              </a:rPr>
              <a:t>HIGHMARK.COM</a:t>
            </a:r>
          </a:p>
        </p:txBody>
      </p:sp>
    </p:spTree>
    <p:extLst>
      <p:ext uri="{BB962C8B-B14F-4D97-AF65-F5344CB8AC3E}">
        <p14:creationId xmlns:p14="http://schemas.microsoft.com/office/powerpoint/2010/main" val="201040376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1_NoImage">
    <p:bg>
      <p:bgPr>
        <a:gradFill flip="none" rotWithShape="1">
          <a:gsLst>
            <a:gs pos="0">
              <a:schemeClr val="tx2"/>
            </a:gs>
            <a:gs pos="100000">
              <a:schemeClr val="bg2"/>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2_Mask300.png"/>
          <p:cNvPicPr>
            <a:picLocks noChangeAspect="1" noChangeArrowheads="1"/>
          </p:cNvPicPr>
          <p:nvPr/>
        </p:nvPicPr>
        <p:blipFill>
          <a:blip r:embed="rId2" cstate="print"/>
          <a:srcRect/>
          <a:stretch>
            <a:fillRect/>
          </a:stretch>
        </p:blipFill>
        <p:spPr bwMode="auto">
          <a:xfrm>
            <a:off x="0" y="5538788"/>
            <a:ext cx="12192000" cy="1319212"/>
          </a:xfrm>
          <a:prstGeom prst="rect">
            <a:avLst/>
          </a:prstGeom>
          <a:noFill/>
          <a:ln w="9525">
            <a:noFill/>
            <a:miter lim="800000"/>
            <a:headEnd/>
            <a:tailEnd/>
          </a:ln>
        </p:spPr>
      </p:pic>
      <p:pic>
        <p:nvPicPr>
          <p:cNvPr id="5" name="Picture 7" descr="Highmark_2c.png"/>
          <p:cNvPicPr>
            <a:picLocks noChangeAspect="1"/>
          </p:cNvPicPr>
          <p:nvPr/>
        </p:nvPicPr>
        <p:blipFill>
          <a:blip r:embed="rId3" cstate="print"/>
          <a:srcRect l="-23283" t="-2" r="-2" b="-124632"/>
          <a:stretch>
            <a:fillRect/>
          </a:stretch>
        </p:blipFill>
        <p:spPr bwMode="auto">
          <a:xfrm>
            <a:off x="2" y="6248400"/>
            <a:ext cx="2343151" cy="609600"/>
          </a:xfrm>
          <a:prstGeom prst="rect">
            <a:avLst/>
          </a:prstGeom>
          <a:noFill/>
          <a:ln w="9525">
            <a:noFill/>
            <a:miter lim="800000"/>
            <a:headEnd/>
            <a:tailEnd/>
          </a:ln>
        </p:spPr>
      </p:pic>
      <p:sp>
        <p:nvSpPr>
          <p:cNvPr id="2" name="Title 1"/>
          <p:cNvSpPr>
            <a:spLocks noGrp="1"/>
          </p:cNvSpPr>
          <p:nvPr>
            <p:ph type="ctrTitle"/>
          </p:nvPr>
        </p:nvSpPr>
        <p:spPr>
          <a:xfrm>
            <a:off x="457200" y="286461"/>
            <a:ext cx="11279717" cy="1181096"/>
          </a:xfrm>
        </p:spPr>
        <p:txBody>
          <a:bodyPr/>
          <a:lstStyle>
            <a:lvl1pPr>
              <a:defRPr>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1570113"/>
            <a:ext cx="8434917"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Footer Placeholder 7"/>
          <p:cNvSpPr>
            <a:spLocks noGrp="1"/>
          </p:cNvSpPr>
          <p:nvPr>
            <p:ph type="ftr" sz="quarter" idx="10"/>
          </p:nvPr>
        </p:nvSpPr>
        <p:spPr>
          <a:xfrm>
            <a:off x="9010653" y="6194428"/>
            <a:ext cx="2738967" cy="365125"/>
          </a:xfrm>
        </p:spPr>
        <p:txBody>
          <a:bodyPr/>
          <a:lstStyle>
            <a:lvl1pPr algn="r">
              <a:defRPr sz="1700"/>
            </a:lvl1pPr>
          </a:lstStyle>
          <a:p>
            <a:r>
              <a:rPr lang="en-US" dirty="0">
                <a:solidFill>
                  <a:srgbClr val="333333"/>
                </a:solidFill>
              </a:rPr>
              <a:t>HIGHMARK.COM</a:t>
            </a:r>
          </a:p>
        </p:txBody>
      </p:sp>
    </p:spTree>
    <p:extLst>
      <p:ext uri="{BB962C8B-B14F-4D97-AF65-F5344CB8AC3E}">
        <p14:creationId xmlns:p14="http://schemas.microsoft.com/office/powerpoint/2010/main" val="3866360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2_ImageReady">
    <p:bg>
      <p:bgPr>
        <a:gradFill flip="none" rotWithShape="1">
          <a:gsLst>
            <a:gs pos="29000">
              <a:schemeClr val="tx2"/>
            </a:gs>
            <a:gs pos="63000">
              <a:schemeClr val="bg2"/>
            </a:gs>
          </a:gsLst>
          <a:path path="circle">
            <a:fillToRect t="100000" r="100000"/>
          </a:path>
          <a:tileRect l="-100000" b="-100000"/>
        </a:grad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1_Mask300.png"/>
          <p:cNvPicPr>
            <a:picLocks noChangeAspect="1" noChangeArrowheads="1"/>
          </p:cNvPicPr>
          <p:nvPr/>
        </p:nvPicPr>
        <p:blipFill>
          <a:blip r:embed="rId2" cstate="print"/>
          <a:srcRect/>
          <a:stretch>
            <a:fillRect/>
          </a:stretch>
        </p:blipFill>
        <p:spPr bwMode="auto">
          <a:xfrm>
            <a:off x="0" y="5619750"/>
            <a:ext cx="12192000" cy="1238250"/>
          </a:xfrm>
          <a:prstGeom prst="rect">
            <a:avLst/>
          </a:prstGeom>
          <a:noFill/>
          <a:ln w="9525">
            <a:noFill/>
            <a:miter lim="800000"/>
            <a:headEnd/>
            <a:tailEnd/>
          </a:ln>
        </p:spPr>
      </p:pic>
      <p:pic>
        <p:nvPicPr>
          <p:cNvPr id="5" name="Picture 7" descr="\\psf\Host\Volumes\johbee\Documents\01_Freelance_Design\Perspective_Branding\HIGHMARK INSURANCE\exports\Title3_MaskTop300.png"/>
          <p:cNvPicPr>
            <a:picLocks noChangeAspect="1" noChangeArrowheads="1"/>
          </p:cNvPicPr>
          <p:nvPr/>
        </p:nvPicPr>
        <p:blipFill>
          <a:blip r:embed="rId3" cstate="print"/>
          <a:srcRect/>
          <a:stretch>
            <a:fillRect/>
          </a:stretch>
        </p:blipFill>
        <p:spPr bwMode="auto">
          <a:xfrm>
            <a:off x="0" y="3"/>
            <a:ext cx="12192000" cy="2239963"/>
          </a:xfrm>
          <a:prstGeom prst="rect">
            <a:avLst/>
          </a:prstGeom>
          <a:noFill/>
          <a:ln w="9525">
            <a:noFill/>
            <a:miter lim="800000"/>
            <a:headEnd/>
            <a:tailEnd/>
          </a:ln>
        </p:spPr>
      </p:pic>
      <p:pic>
        <p:nvPicPr>
          <p:cNvPr id="6" name="Picture 9" descr="Highmark_2c.png"/>
          <p:cNvPicPr>
            <a:picLocks noChangeAspect="1"/>
          </p:cNvPicPr>
          <p:nvPr/>
        </p:nvPicPr>
        <p:blipFill>
          <a:blip r:embed="rId4" cstate="print"/>
          <a:srcRect l="-23283" t="-2" r="-2" b="-124632"/>
          <a:stretch>
            <a:fillRect/>
          </a:stretch>
        </p:blipFill>
        <p:spPr bwMode="auto">
          <a:xfrm>
            <a:off x="2" y="6248400"/>
            <a:ext cx="2343151" cy="609600"/>
          </a:xfrm>
          <a:prstGeom prst="rect">
            <a:avLst/>
          </a:prstGeom>
          <a:noFill/>
          <a:ln w="9525">
            <a:noFill/>
            <a:miter lim="800000"/>
            <a:headEnd/>
            <a:tailEnd/>
          </a:ln>
        </p:spPr>
      </p:pic>
      <p:sp>
        <p:nvSpPr>
          <p:cNvPr id="2" name="Title 1"/>
          <p:cNvSpPr>
            <a:spLocks noGrp="1"/>
          </p:cNvSpPr>
          <p:nvPr>
            <p:ph type="ctrTitle"/>
          </p:nvPr>
        </p:nvSpPr>
        <p:spPr>
          <a:xfrm>
            <a:off x="457200" y="286464"/>
            <a:ext cx="11279717" cy="1056917"/>
          </a:xfrm>
        </p:spPr>
        <p:txBody>
          <a:bodyPr/>
          <a:lstStyle>
            <a:lvl1pPr>
              <a:defRPr>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1409738"/>
            <a:ext cx="8434917" cy="412715"/>
          </a:xfrm>
        </p:spPr>
        <p:txBody>
          <a:bodyPr/>
          <a:lstStyle>
            <a:lvl1pPr marL="0" indent="0" algn="l">
              <a:buNone/>
              <a:defRPr>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Footer Placeholder 7"/>
          <p:cNvSpPr>
            <a:spLocks noGrp="1"/>
          </p:cNvSpPr>
          <p:nvPr>
            <p:ph type="ftr" sz="quarter" idx="10"/>
          </p:nvPr>
        </p:nvSpPr>
        <p:spPr>
          <a:xfrm>
            <a:off x="9010653" y="6194428"/>
            <a:ext cx="2738967" cy="365125"/>
          </a:xfrm>
        </p:spPr>
        <p:txBody>
          <a:bodyPr/>
          <a:lstStyle>
            <a:lvl1pPr algn="r">
              <a:defRPr sz="1700"/>
            </a:lvl1pPr>
          </a:lstStyle>
          <a:p>
            <a:r>
              <a:rPr lang="en-US" dirty="0">
                <a:solidFill>
                  <a:srgbClr val="333333"/>
                </a:solidFill>
              </a:rPr>
              <a:t>HIGHMARK.COM</a:t>
            </a:r>
          </a:p>
        </p:txBody>
      </p:sp>
    </p:spTree>
    <p:extLst>
      <p:ext uri="{BB962C8B-B14F-4D97-AF65-F5344CB8AC3E}">
        <p14:creationId xmlns:p14="http://schemas.microsoft.com/office/powerpoint/2010/main" val="2857043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2_NoImage">
    <p:bg>
      <p:bgPr>
        <a:gradFill flip="none" rotWithShape="1">
          <a:gsLst>
            <a:gs pos="0">
              <a:schemeClr val="tx2"/>
            </a:gs>
            <a:gs pos="100000">
              <a:schemeClr val="bg2"/>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2_Mask300.png"/>
          <p:cNvPicPr>
            <a:picLocks noChangeAspect="1" noChangeArrowheads="1"/>
          </p:cNvPicPr>
          <p:nvPr/>
        </p:nvPicPr>
        <p:blipFill>
          <a:blip r:embed="rId2" cstate="print"/>
          <a:srcRect/>
          <a:stretch>
            <a:fillRect/>
          </a:stretch>
        </p:blipFill>
        <p:spPr bwMode="auto">
          <a:xfrm>
            <a:off x="0" y="5538788"/>
            <a:ext cx="12192000" cy="1319212"/>
          </a:xfrm>
          <a:prstGeom prst="rect">
            <a:avLst/>
          </a:prstGeom>
          <a:noFill/>
          <a:ln w="9525">
            <a:noFill/>
            <a:miter lim="800000"/>
            <a:headEnd/>
            <a:tailEnd/>
          </a:ln>
        </p:spPr>
      </p:pic>
      <p:pic>
        <p:nvPicPr>
          <p:cNvPr id="5" name="Picture 7" descr="\\psf\Host\Volumes\johbee\Documents\01_Freelance_Design\Perspective_Branding\HIGHMARK INSURANCE\exports\Title3_MaskTop300.png"/>
          <p:cNvPicPr>
            <a:picLocks noChangeAspect="1" noChangeArrowheads="1"/>
          </p:cNvPicPr>
          <p:nvPr/>
        </p:nvPicPr>
        <p:blipFill>
          <a:blip r:embed="rId3" cstate="print"/>
          <a:srcRect/>
          <a:stretch>
            <a:fillRect/>
          </a:stretch>
        </p:blipFill>
        <p:spPr bwMode="auto">
          <a:xfrm>
            <a:off x="0" y="3"/>
            <a:ext cx="12192000" cy="2239963"/>
          </a:xfrm>
          <a:prstGeom prst="rect">
            <a:avLst/>
          </a:prstGeom>
          <a:noFill/>
          <a:ln w="9525">
            <a:noFill/>
            <a:miter lim="800000"/>
            <a:headEnd/>
            <a:tailEnd/>
          </a:ln>
        </p:spPr>
      </p:pic>
      <p:pic>
        <p:nvPicPr>
          <p:cNvPr id="6" name="Picture 9" descr="Highmark_2c.png"/>
          <p:cNvPicPr>
            <a:picLocks noChangeAspect="1"/>
          </p:cNvPicPr>
          <p:nvPr/>
        </p:nvPicPr>
        <p:blipFill>
          <a:blip r:embed="rId4" cstate="print"/>
          <a:srcRect l="-23283" t="-2" r="-2" b="-124632"/>
          <a:stretch>
            <a:fillRect/>
          </a:stretch>
        </p:blipFill>
        <p:spPr bwMode="auto">
          <a:xfrm>
            <a:off x="2" y="6248400"/>
            <a:ext cx="2343151" cy="609600"/>
          </a:xfrm>
          <a:prstGeom prst="rect">
            <a:avLst/>
          </a:prstGeom>
          <a:noFill/>
          <a:ln w="9525">
            <a:noFill/>
            <a:miter lim="800000"/>
            <a:headEnd/>
            <a:tailEnd/>
          </a:ln>
        </p:spPr>
      </p:pic>
      <p:sp>
        <p:nvSpPr>
          <p:cNvPr id="2" name="Title 1"/>
          <p:cNvSpPr>
            <a:spLocks noGrp="1"/>
          </p:cNvSpPr>
          <p:nvPr>
            <p:ph type="ctrTitle"/>
          </p:nvPr>
        </p:nvSpPr>
        <p:spPr>
          <a:xfrm>
            <a:off x="457200" y="286464"/>
            <a:ext cx="11279717" cy="1056917"/>
          </a:xfrm>
        </p:spPr>
        <p:txBody>
          <a:bodyPr/>
          <a:lstStyle>
            <a:lvl1pPr>
              <a:defRPr>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1409738"/>
            <a:ext cx="8434917" cy="412715"/>
          </a:xfrm>
        </p:spPr>
        <p:txBody>
          <a:bodyPr/>
          <a:lstStyle>
            <a:lvl1pPr marL="0" indent="0" algn="l">
              <a:buNone/>
              <a:defRPr>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Footer Placeholder 7"/>
          <p:cNvSpPr>
            <a:spLocks noGrp="1"/>
          </p:cNvSpPr>
          <p:nvPr>
            <p:ph type="ftr" sz="quarter" idx="10"/>
          </p:nvPr>
        </p:nvSpPr>
        <p:spPr>
          <a:xfrm>
            <a:off x="9010653" y="6194428"/>
            <a:ext cx="2738967" cy="365125"/>
          </a:xfrm>
        </p:spPr>
        <p:txBody>
          <a:bodyPr/>
          <a:lstStyle>
            <a:lvl1pPr algn="r">
              <a:defRPr sz="1700"/>
            </a:lvl1pPr>
          </a:lstStyle>
          <a:p>
            <a:r>
              <a:rPr lang="en-US" dirty="0">
                <a:solidFill>
                  <a:srgbClr val="333333"/>
                </a:solidFill>
              </a:rPr>
              <a:t>HIGHMARK.COM</a:t>
            </a:r>
          </a:p>
        </p:txBody>
      </p:sp>
      <p:sp>
        <p:nvSpPr>
          <p:cNvPr id="8" name="Footer Placeholder 4"/>
          <p:cNvSpPr txBox="1">
            <a:spLocks/>
          </p:cNvSpPr>
          <p:nvPr/>
        </p:nvSpPr>
        <p:spPr bwMode="auto">
          <a:xfrm>
            <a:off x="5888569" y="6310316"/>
            <a:ext cx="4739217" cy="365125"/>
          </a:xfrm>
          <a:prstGeom prst="rect">
            <a:avLst/>
          </a:prstGeom>
          <a:noFill/>
          <a:ln w="9525">
            <a:noFill/>
            <a:miter lim="800000"/>
            <a:headEnd/>
            <a:tailEnd/>
          </a:ln>
        </p:spPr>
        <p:txBody>
          <a:bodyPr lIns="0" tIns="0" rIns="0" bIns="0" anchor="b"/>
          <a:lstStyle/>
          <a:p>
            <a:pPr fontAlgn="base">
              <a:spcBef>
                <a:spcPct val="0"/>
              </a:spcBef>
              <a:spcAft>
                <a:spcPct val="0"/>
              </a:spcAft>
            </a:pPr>
            <a:r>
              <a:rPr lang="en-US" sz="1000" dirty="0">
                <a:solidFill>
                  <a:srgbClr val="898989"/>
                </a:solidFill>
                <a:latin typeface="Arial Narrow" pitchFamily="34" charset="0"/>
              </a:rPr>
              <a:t>PROPRIETARY &amp; CONFIDENTIAL</a:t>
            </a:r>
          </a:p>
        </p:txBody>
      </p:sp>
    </p:spTree>
    <p:extLst>
      <p:ext uri="{BB962C8B-B14F-4D97-AF65-F5344CB8AC3E}">
        <p14:creationId xmlns:p14="http://schemas.microsoft.com/office/powerpoint/2010/main" val="119945325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2"/>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12456"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2118" y="1589"/>
                        <a:ext cx="2116" cy="1587"/>
                      </a:xfrm>
                      <a:prstGeom prst="rect">
                        <a:avLst/>
                      </a:prstGeom>
                    </p:spPr>
                  </p:pic>
                </p:oleObj>
              </mc:Fallback>
            </mc:AlternateContent>
          </a:graphicData>
        </a:graphic>
      </p:graphicFrame>
      <p:sp>
        <p:nvSpPr>
          <p:cNvPr id="9" name="Rectangle 8" hidden="1"/>
          <p:cNvSpPr/>
          <p:nvPr userDrawn="1">
            <p:custDataLst>
              <p:tags r:id="rId3"/>
            </p:custDataLst>
          </p:nvPr>
        </p:nvSpPr>
        <p:spPr>
          <a:xfrm>
            <a:off x="0" y="0"/>
            <a:ext cx="158750" cy="158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lnSpc>
                <a:spcPct val="90000"/>
              </a:lnSpc>
              <a:spcBef>
                <a:spcPct val="0"/>
              </a:spcBef>
              <a:spcAft>
                <a:spcPct val="0"/>
              </a:spcAft>
            </a:pPr>
            <a:endParaRPr lang="en-US" sz="2600" b="1" dirty="0">
              <a:solidFill>
                <a:srgbClr val="333333"/>
              </a:solidFill>
              <a:ea typeface="MS PGothic" panose="020B0600070205080204" pitchFamily="34" charset="-128"/>
              <a:sym typeface="Arial" panose="020B0604020202020204" pitchFamily="34" charset="0"/>
            </a:endParaRPr>
          </a:p>
        </p:txBody>
      </p:sp>
      <p:pic>
        <p:nvPicPr>
          <p:cNvPr id="4" name="Picture 2" descr="\\psf\Host\Volumes\johbee\Documents\01_Freelance_Design\Perspective_Branding\HIGHMARK INSURANCE\exports\Slide1_TopLeft300.png"/>
          <p:cNvPicPr>
            <a:picLocks noChangeAspect="1" noChangeArrowheads="1"/>
          </p:cNvPicPr>
          <p:nvPr/>
        </p:nvPicPr>
        <p:blipFill>
          <a:blip r:embed="rId7" cstate="print"/>
          <a:srcRect/>
          <a:stretch>
            <a:fillRect/>
          </a:stretch>
        </p:blipFill>
        <p:spPr bwMode="auto">
          <a:xfrm>
            <a:off x="2" y="0"/>
            <a:ext cx="5958417" cy="317500"/>
          </a:xfrm>
          <a:prstGeom prst="rect">
            <a:avLst/>
          </a:prstGeom>
          <a:noFill/>
          <a:ln w="9525">
            <a:noFill/>
            <a:miter lim="800000"/>
            <a:headEnd/>
            <a:tailEnd/>
          </a:ln>
        </p:spPr>
      </p:pic>
      <p:pic>
        <p:nvPicPr>
          <p:cNvPr id="5" name="Picture 3" descr="\\psf\Host\Volumes\johbee\Documents\01_Freelance_Design\Perspective_Branding\HIGHMARK INSURANCE\exports\Slide1_BotRight300.png"/>
          <p:cNvPicPr>
            <a:picLocks noChangeAspect="1" noChangeArrowheads="1"/>
          </p:cNvPicPr>
          <p:nvPr/>
        </p:nvPicPr>
        <p:blipFill>
          <a:blip r:embed="rId8"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6"/>
          <p:cNvSpPr>
            <a:spLocks noGrp="1"/>
          </p:cNvSpPr>
          <p:nvPr>
            <p:ph type="sldNum" sz="quarter" idx="10"/>
          </p:nvPr>
        </p:nvSpPr>
        <p:spPr>
          <a:xfrm>
            <a:off x="11725071" y="6492878"/>
            <a:ext cx="448733" cy="365125"/>
          </a:xfrm>
        </p:spPr>
        <p:txBody>
          <a:bodyPr/>
          <a:lstStyle>
            <a:lvl1pPr>
              <a:defRPr sz="1200" smtClean="0"/>
            </a:lvl1pPr>
          </a:lstStyle>
          <a:p>
            <a:pPr>
              <a:defRPr/>
            </a:pPr>
            <a:fld id="{3369F550-7AC1-4C1C-83E8-1EB487366A85}" type="slidenum">
              <a:rPr lang="en-US">
                <a:solidFill>
                  <a:srgbClr val="333333"/>
                </a:solidFill>
              </a:rPr>
              <a:pPr>
                <a:defRPr/>
              </a:pPr>
              <a:t>‹#›</a:t>
            </a:fld>
            <a:endParaRPr lang="en-US" dirty="0">
              <a:solidFill>
                <a:srgbClr val="333333"/>
              </a:solidFill>
            </a:endParaRPr>
          </a:p>
        </p:txBody>
      </p:sp>
      <p:sp>
        <p:nvSpPr>
          <p:cNvPr id="7" name="Footer Placeholder 7"/>
          <p:cNvSpPr>
            <a:spLocks noGrp="1"/>
          </p:cNvSpPr>
          <p:nvPr>
            <p:ph type="ftr" sz="quarter" idx="11"/>
          </p:nvPr>
        </p:nvSpPr>
        <p:spPr/>
        <p:txBody>
          <a:bodyPr/>
          <a:lstStyle>
            <a:lvl1pPr>
              <a:defRPr/>
            </a:lvl1pPr>
          </a:lstStyle>
          <a:p>
            <a:r>
              <a:rPr lang="en-US" dirty="0">
                <a:solidFill>
                  <a:srgbClr val="333333"/>
                </a:solidFill>
              </a:rPr>
              <a:t>HIGHMARK.COM</a:t>
            </a:r>
          </a:p>
        </p:txBody>
      </p:sp>
      <p:sp>
        <p:nvSpPr>
          <p:cNvPr id="8" name="Footer Placeholder 4"/>
          <p:cNvSpPr txBox="1">
            <a:spLocks/>
          </p:cNvSpPr>
          <p:nvPr/>
        </p:nvSpPr>
        <p:spPr bwMode="auto">
          <a:xfrm>
            <a:off x="3796910" y="6388908"/>
            <a:ext cx="4739217" cy="365125"/>
          </a:xfrm>
          <a:prstGeom prst="rect">
            <a:avLst/>
          </a:prstGeom>
          <a:noFill/>
          <a:ln w="9525">
            <a:noFill/>
            <a:miter lim="800000"/>
            <a:headEnd/>
            <a:tailEnd/>
          </a:ln>
        </p:spPr>
        <p:txBody>
          <a:bodyPr lIns="0" tIns="0" rIns="0" bIns="0" anchor="b"/>
          <a:lstStyle/>
          <a:p>
            <a:pPr algn="ctr" fontAlgn="base">
              <a:spcBef>
                <a:spcPct val="0"/>
              </a:spcBef>
              <a:spcAft>
                <a:spcPct val="0"/>
              </a:spcAft>
            </a:pPr>
            <a:r>
              <a:rPr lang="en-US" sz="1000" dirty="0">
                <a:solidFill>
                  <a:srgbClr val="898989"/>
                </a:solidFill>
                <a:latin typeface="Arial Narrow" pitchFamily="34" charset="0"/>
              </a:rPr>
              <a:t>PROPRIETARY &amp; CONFIDENTIAL</a:t>
            </a:r>
          </a:p>
        </p:txBody>
      </p:sp>
    </p:spTree>
    <p:extLst>
      <p:ext uri="{BB962C8B-B14F-4D97-AF65-F5344CB8AC3E}">
        <p14:creationId xmlns:p14="http://schemas.microsoft.com/office/powerpoint/2010/main" val="393225762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2"/>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30888"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2118" y="1589"/>
                        <a:ext cx="2116" cy="1587"/>
                      </a:xfrm>
                      <a:prstGeom prst="rect">
                        <a:avLst/>
                      </a:prstGeom>
                    </p:spPr>
                  </p:pic>
                </p:oleObj>
              </mc:Fallback>
            </mc:AlternateContent>
          </a:graphicData>
        </a:graphic>
      </p:graphicFrame>
      <p:sp>
        <p:nvSpPr>
          <p:cNvPr id="9" name="Rectangle 8" hidden="1"/>
          <p:cNvSpPr/>
          <p:nvPr userDrawn="1">
            <p:custDataLst>
              <p:tags r:id="rId3"/>
            </p:custDataLst>
          </p:nvPr>
        </p:nvSpPr>
        <p:spPr>
          <a:xfrm>
            <a:off x="0" y="0"/>
            <a:ext cx="158750" cy="158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lnSpc>
                <a:spcPct val="90000"/>
              </a:lnSpc>
              <a:spcBef>
                <a:spcPct val="0"/>
              </a:spcBef>
              <a:spcAft>
                <a:spcPct val="0"/>
              </a:spcAft>
            </a:pPr>
            <a:endParaRPr lang="en-US" sz="2600" b="1" dirty="0">
              <a:solidFill>
                <a:srgbClr val="333333"/>
              </a:solidFill>
              <a:ea typeface="MS PGothic" panose="020B0600070205080204" pitchFamily="34" charset="-128"/>
              <a:sym typeface="Arial" panose="020B0604020202020204" pitchFamily="34" charset="0"/>
            </a:endParaRPr>
          </a:p>
        </p:txBody>
      </p:sp>
      <p:pic>
        <p:nvPicPr>
          <p:cNvPr id="4" name="Picture 2" descr="\\psf\Host\Volumes\johbee\Documents\01_Freelance_Design\Perspective_Branding\HIGHMARK INSURANCE\exports\Slide1_TopLeft300.png"/>
          <p:cNvPicPr>
            <a:picLocks noChangeAspect="1" noChangeArrowheads="1"/>
          </p:cNvPicPr>
          <p:nvPr/>
        </p:nvPicPr>
        <p:blipFill>
          <a:blip r:embed="rId7" cstate="print"/>
          <a:srcRect/>
          <a:stretch>
            <a:fillRect/>
          </a:stretch>
        </p:blipFill>
        <p:spPr bwMode="auto">
          <a:xfrm>
            <a:off x="2" y="0"/>
            <a:ext cx="5958417" cy="317500"/>
          </a:xfrm>
          <a:prstGeom prst="rect">
            <a:avLst/>
          </a:prstGeom>
          <a:noFill/>
          <a:ln w="9525">
            <a:noFill/>
            <a:miter lim="800000"/>
            <a:headEnd/>
            <a:tailEnd/>
          </a:ln>
        </p:spPr>
      </p:pic>
      <p:pic>
        <p:nvPicPr>
          <p:cNvPr id="5" name="Picture 3" descr="\\psf\Host\Volumes\johbee\Documents\01_Freelance_Design\Perspective_Branding\HIGHMARK INSURANCE\exports\Slide1_BotRight300.png"/>
          <p:cNvPicPr>
            <a:picLocks noChangeAspect="1" noChangeArrowheads="1"/>
          </p:cNvPicPr>
          <p:nvPr/>
        </p:nvPicPr>
        <p:blipFill>
          <a:blip r:embed="rId8"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6"/>
          <p:cNvSpPr>
            <a:spLocks noGrp="1"/>
          </p:cNvSpPr>
          <p:nvPr>
            <p:ph type="sldNum" sz="quarter" idx="10"/>
          </p:nvPr>
        </p:nvSpPr>
        <p:spPr>
          <a:xfrm>
            <a:off x="11725071" y="6492878"/>
            <a:ext cx="448733" cy="365125"/>
          </a:xfrm>
        </p:spPr>
        <p:txBody>
          <a:bodyPr/>
          <a:lstStyle>
            <a:lvl1pPr>
              <a:defRPr sz="1200" smtClean="0"/>
            </a:lvl1pPr>
          </a:lstStyle>
          <a:p>
            <a:pPr>
              <a:defRPr/>
            </a:pPr>
            <a:fld id="{3369F550-7AC1-4C1C-83E8-1EB487366A85}" type="slidenum">
              <a:rPr lang="en-US">
                <a:solidFill>
                  <a:srgbClr val="333333"/>
                </a:solidFill>
              </a:rPr>
              <a:pPr>
                <a:defRPr/>
              </a:pPr>
              <a:t>‹#›</a:t>
            </a:fld>
            <a:endParaRPr lang="en-US" dirty="0">
              <a:solidFill>
                <a:srgbClr val="333333"/>
              </a:solidFill>
            </a:endParaRPr>
          </a:p>
        </p:txBody>
      </p:sp>
      <p:sp>
        <p:nvSpPr>
          <p:cNvPr id="7" name="Footer Placeholder 7"/>
          <p:cNvSpPr>
            <a:spLocks noGrp="1"/>
          </p:cNvSpPr>
          <p:nvPr>
            <p:ph type="ftr" sz="quarter" idx="11"/>
          </p:nvPr>
        </p:nvSpPr>
        <p:spPr/>
        <p:txBody>
          <a:bodyPr/>
          <a:lstStyle>
            <a:lvl1pPr>
              <a:defRPr/>
            </a:lvl1pPr>
          </a:lstStyle>
          <a:p>
            <a:r>
              <a:rPr lang="en-US" dirty="0">
                <a:solidFill>
                  <a:srgbClr val="333333"/>
                </a:solidFill>
              </a:rPr>
              <a:t>HIGHMARK.COM</a:t>
            </a:r>
          </a:p>
        </p:txBody>
      </p:sp>
      <p:sp>
        <p:nvSpPr>
          <p:cNvPr id="8" name="Footer Placeholder 4"/>
          <p:cNvSpPr txBox="1">
            <a:spLocks/>
          </p:cNvSpPr>
          <p:nvPr/>
        </p:nvSpPr>
        <p:spPr bwMode="auto">
          <a:xfrm>
            <a:off x="3796910" y="6388908"/>
            <a:ext cx="4739217" cy="365125"/>
          </a:xfrm>
          <a:prstGeom prst="rect">
            <a:avLst/>
          </a:prstGeom>
          <a:noFill/>
          <a:ln w="9525">
            <a:noFill/>
            <a:miter lim="800000"/>
            <a:headEnd/>
            <a:tailEnd/>
          </a:ln>
        </p:spPr>
        <p:txBody>
          <a:bodyPr lIns="0" tIns="0" rIns="0" bIns="0" anchor="b"/>
          <a:lstStyle/>
          <a:p>
            <a:pPr algn="ctr" fontAlgn="base">
              <a:spcBef>
                <a:spcPct val="0"/>
              </a:spcBef>
              <a:spcAft>
                <a:spcPct val="0"/>
              </a:spcAft>
            </a:pPr>
            <a:r>
              <a:rPr lang="en-US" sz="1000" dirty="0">
                <a:solidFill>
                  <a:srgbClr val="898989"/>
                </a:solidFill>
                <a:latin typeface="Arial Narrow" pitchFamily="34" charset="0"/>
              </a:rPr>
              <a:t>PROPRIETARY &amp; CONFIDENTIAL</a:t>
            </a:r>
          </a:p>
        </p:txBody>
      </p:sp>
    </p:spTree>
    <p:extLst>
      <p:ext uri="{BB962C8B-B14F-4D97-AF65-F5344CB8AC3E}">
        <p14:creationId xmlns:p14="http://schemas.microsoft.com/office/powerpoint/2010/main" val="366840469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8_Title and Content">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2"/>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31912"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2118" y="1589"/>
                        <a:ext cx="2116" cy="1587"/>
                      </a:xfrm>
                      <a:prstGeom prst="rect">
                        <a:avLst/>
                      </a:prstGeom>
                    </p:spPr>
                  </p:pic>
                </p:oleObj>
              </mc:Fallback>
            </mc:AlternateContent>
          </a:graphicData>
        </a:graphic>
      </p:graphicFrame>
      <p:sp>
        <p:nvSpPr>
          <p:cNvPr id="9" name="Rectangle 8" hidden="1"/>
          <p:cNvSpPr/>
          <p:nvPr userDrawn="1">
            <p:custDataLst>
              <p:tags r:id="rId3"/>
            </p:custDataLst>
          </p:nvPr>
        </p:nvSpPr>
        <p:spPr>
          <a:xfrm>
            <a:off x="0" y="0"/>
            <a:ext cx="158750" cy="158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lnSpc>
                <a:spcPct val="90000"/>
              </a:lnSpc>
              <a:spcBef>
                <a:spcPct val="0"/>
              </a:spcBef>
              <a:spcAft>
                <a:spcPct val="0"/>
              </a:spcAft>
            </a:pPr>
            <a:endParaRPr lang="en-US" sz="2600" b="1" dirty="0">
              <a:solidFill>
                <a:srgbClr val="333333"/>
              </a:solidFill>
              <a:ea typeface="MS PGothic" panose="020B0600070205080204" pitchFamily="34" charset="-128"/>
              <a:sym typeface="Arial" panose="020B0604020202020204" pitchFamily="34" charset="0"/>
            </a:endParaRPr>
          </a:p>
        </p:txBody>
      </p:sp>
      <p:pic>
        <p:nvPicPr>
          <p:cNvPr id="4" name="Picture 2" descr="\\psf\Host\Volumes\johbee\Documents\01_Freelance_Design\Perspective_Branding\HIGHMARK INSURANCE\exports\Slide1_TopLeft300.png"/>
          <p:cNvPicPr>
            <a:picLocks noChangeAspect="1" noChangeArrowheads="1"/>
          </p:cNvPicPr>
          <p:nvPr/>
        </p:nvPicPr>
        <p:blipFill>
          <a:blip r:embed="rId7" cstate="print"/>
          <a:srcRect/>
          <a:stretch>
            <a:fillRect/>
          </a:stretch>
        </p:blipFill>
        <p:spPr bwMode="auto">
          <a:xfrm>
            <a:off x="2" y="0"/>
            <a:ext cx="5958417" cy="317500"/>
          </a:xfrm>
          <a:prstGeom prst="rect">
            <a:avLst/>
          </a:prstGeom>
          <a:noFill/>
          <a:ln w="9525">
            <a:noFill/>
            <a:miter lim="800000"/>
            <a:headEnd/>
            <a:tailEnd/>
          </a:ln>
        </p:spPr>
      </p:pic>
      <p:pic>
        <p:nvPicPr>
          <p:cNvPr id="5" name="Picture 3" descr="\\psf\Host\Volumes\johbee\Documents\01_Freelance_Design\Perspective_Branding\HIGHMARK INSURANCE\exports\Slide1_BotRight300.png"/>
          <p:cNvPicPr>
            <a:picLocks noChangeAspect="1" noChangeArrowheads="1"/>
          </p:cNvPicPr>
          <p:nvPr/>
        </p:nvPicPr>
        <p:blipFill>
          <a:blip r:embed="rId8"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6"/>
          <p:cNvSpPr>
            <a:spLocks noGrp="1"/>
          </p:cNvSpPr>
          <p:nvPr>
            <p:ph type="sldNum" sz="quarter" idx="10"/>
          </p:nvPr>
        </p:nvSpPr>
        <p:spPr>
          <a:xfrm>
            <a:off x="11725071" y="6492878"/>
            <a:ext cx="448733" cy="365125"/>
          </a:xfrm>
        </p:spPr>
        <p:txBody>
          <a:bodyPr/>
          <a:lstStyle>
            <a:lvl1pPr>
              <a:defRPr sz="1200" smtClean="0"/>
            </a:lvl1pPr>
          </a:lstStyle>
          <a:p>
            <a:pPr>
              <a:defRPr/>
            </a:pPr>
            <a:fld id="{3369F550-7AC1-4C1C-83E8-1EB487366A85}" type="slidenum">
              <a:rPr lang="en-US">
                <a:solidFill>
                  <a:srgbClr val="333333"/>
                </a:solidFill>
              </a:rPr>
              <a:pPr>
                <a:defRPr/>
              </a:pPr>
              <a:t>‹#›</a:t>
            </a:fld>
            <a:endParaRPr lang="en-US" dirty="0">
              <a:solidFill>
                <a:srgbClr val="333333"/>
              </a:solidFill>
            </a:endParaRPr>
          </a:p>
        </p:txBody>
      </p:sp>
      <p:sp>
        <p:nvSpPr>
          <p:cNvPr id="7" name="Footer Placeholder 7"/>
          <p:cNvSpPr>
            <a:spLocks noGrp="1"/>
          </p:cNvSpPr>
          <p:nvPr>
            <p:ph type="ftr" sz="quarter" idx="11"/>
          </p:nvPr>
        </p:nvSpPr>
        <p:spPr/>
        <p:txBody>
          <a:bodyPr/>
          <a:lstStyle>
            <a:lvl1pPr>
              <a:defRPr/>
            </a:lvl1pPr>
          </a:lstStyle>
          <a:p>
            <a:r>
              <a:rPr lang="en-US" dirty="0">
                <a:solidFill>
                  <a:srgbClr val="333333"/>
                </a:solidFill>
              </a:rPr>
              <a:t>HIGHMARK.COM</a:t>
            </a:r>
          </a:p>
        </p:txBody>
      </p:sp>
      <p:sp>
        <p:nvSpPr>
          <p:cNvPr id="8" name="Footer Placeholder 4"/>
          <p:cNvSpPr txBox="1">
            <a:spLocks/>
          </p:cNvSpPr>
          <p:nvPr/>
        </p:nvSpPr>
        <p:spPr bwMode="auto">
          <a:xfrm>
            <a:off x="3796910" y="6388908"/>
            <a:ext cx="4739217" cy="365125"/>
          </a:xfrm>
          <a:prstGeom prst="rect">
            <a:avLst/>
          </a:prstGeom>
          <a:noFill/>
          <a:ln w="9525">
            <a:noFill/>
            <a:miter lim="800000"/>
            <a:headEnd/>
            <a:tailEnd/>
          </a:ln>
        </p:spPr>
        <p:txBody>
          <a:bodyPr lIns="0" tIns="0" rIns="0" bIns="0" anchor="b"/>
          <a:lstStyle/>
          <a:p>
            <a:pPr algn="ctr" fontAlgn="base">
              <a:spcBef>
                <a:spcPct val="0"/>
              </a:spcBef>
              <a:spcAft>
                <a:spcPct val="0"/>
              </a:spcAft>
            </a:pPr>
            <a:r>
              <a:rPr lang="en-US" sz="1000" dirty="0">
                <a:solidFill>
                  <a:srgbClr val="898989"/>
                </a:solidFill>
                <a:latin typeface="Arial Narrow" pitchFamily="34" charset="0"/>
              </a:rPr>
              <a:t>PROPRIETARY &amp; CONFIDENTIAL</a:t>
            </a:r>
          </a:p>
        </p:txBody>
      </p:sp>
    </p:spTree>
    <p:extLst>
      <p:ext uri="{BB962C8B-B14F-4D97-AF65-F5344CB8AC3E}">
        <p14:creationId xmlns:p14="http://schemas.microsoft.com/office/powerpoint/2010/main" val="6800376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7_Title and Content">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2"/>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32936"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2118" y="1589"/>
                        <a:ext cx="2116" cy="1587"/>
                      </a:xfrm>
                      <a:prstGeom prst="rect">
                        <a:avLst/>
                      </a:prstGeom>
                    </p:spPr>
                  </p:pic>
                </p:oleObj>
              </mc:Fallback>
            </mc:AlternateContent>
          </a:graphicData>
        </a:graphic>
      </p:graphicFrame>
      <p:sp>
        <p:nvSpPr>
          <p:cNvPr id="9" name="Rectangle 8" hidden="1"/>
          <p:cNvSpPr/>
          <p:nvPr userDrawn="1">
            <p:custDataLst>
              <p:tags r:id="rId3"/>
            </p:custDataLst>
          </p:nvPr>
        </p:nvSpPr>
        <p:spPr>
          <a:xfrm>
            <a:off x="0" y="0"/>
            <a:ext cx="158750" cy="158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lnSpc>
                <a:spcPct val="90000"/>
              </a:lnSpc>
              <a:spcBef>
                <a:spcPct val="0"/>
              </a:spcBef>
              <a:spcAft>
                <a:spcPct val="0"/>
              </a:spcAft>
            </a:pPr>
            <a:endParaRPr lang="en-US" sz="2600" b="1" dirty="0">
              <a:solidFill>
                <a:srgbClr val="333333"/>
              </a:solidFill>
              <a:ea typeface="MS PGothic" panose="020B0600070205080204" pitchFamily="34" charset="-128"/>
              <a:sym typeface="Arial" panose="020B0604020202020204" pitchFamily="34" charset="0"/>
            </a:endParaRPr>
          </a:p>
        </p:txBody>
      </p:sp>
      <p:pic>
        <p:nvPicPr>
          <p:cNvPr id="4" name="Picture 2" descr="\\psf\Host\Volumes\johbee\Documents\01_Freelance_Design\Perspective_Branding\HIGHMARK INSURANCE\exports\Slide1_TopLeft300.png"/>
          <p:cNvPicPr>
            <a:picLocks noChangeAspect="1" noChangeArrowheads="1"/>
          </p:cNvPicPr>
          <p:nvPr/>
        </p:nvPicPr>
        <p:blipFill>
          <a:blip r:embed="rId7" cstate="print"/>
          <a:srcRect/>
          <a:stretch>
            <a:fillRect/>
          </a:stretch>
        </p:blipFill>
        <p:spPr bwMode="auto">
          <a:xfrm>
            <a:off x="2" y="0"/>
            <a:ext cx="5958417" cy="317500"/>
          </a:xfrm>
          <a:prstGeom prst="rect">
            <a:avLst/>
          </a:prstGeom>
          <a:noFill/>
          <a:ln w="9525">
            <a:noFill/>
            <a:miter lim="800000"/>
            <a:headEnd/>
            <a:tailEnd/>
          </a:ln>
        </p:spPr>
      </p:pic>
      <p:pic>
        <p:nvPicPr>
          <p:cNvPr id="5" name="Picture 3" descr="\\psf\Host\Volumes\johbee\Documents\01_Freelance_Design\Perspective_Branding\HIGHMARK INSURANCE\exports\Slide1_BotRight300.png"/>
          <p:cNvPicPr>
            <a:picLocks noChangeAspect="1" noChangeArrowheads="1"/>
          </p:cNvPicPr>
          <p:nvPr/>
        </p:nvPicPr>
        <p:blipFill>
          <a:blip r:embed="rId8"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6"/>
          <p:cNvSpPr>
            <a:spLocks noGrp="1"/>
          </p:cNvSpPr>
          <p:nvPr>
            <p:ph type="sldNum" sz="quarter" idx="10"/>
          </p:nvPr>
        </p:nvSpPr>
        <p:spPr>
          <a:xfrm>
            <a:off x="11725071" y="6492878"/>
            <a:ext cx="448733" cy="365125"/>
          </a:xfrm>
        </p:spPr>
        <p:txBody>
          <a:bodyPr/>
          <a:lstStyle>
            <a:lvl1pPr>
              <a:defRPr sz="1200" smtClean="0"/>
            </a:lvl1pPr>
          </a:lstStyle>
          <a:p>
            <a:pPr>
              <a:defRPr/>
            </a:pPr>
            <a:fld id="{3369F550-7AC1-4C1C-83E8-1EB487366A85}" type="slidenum">
              <a:rPr lang="en-US">
                <a:solidFill>
                  <a:srgbClr val="333333"/>
                </a:solidFill>
              </a:rPr>
              <a:pPr>
                <a:defRPr/>
              </a:pPr>
              <a:t>‹#›</a:t>
            </a:fld>
            <a:endParaRPr lang="en-US" dirty="0">
              <a:solidFill>
                <a:srgbClr val="333333"/>
              </a:solidFill>
            </a:endParaRPr>
          </a:p>
        </p:txBody>
      </p:sp>
      <p:sp>
        <p:nvSpPr>
          <p:cNvPr id="7" name="Footer Placeholder 7"/>
          <p:cNvSpPr>
            <a:spLocks noGrp="1"/>
          </p:cNvSpPr>
          <p:nvPr>
            <p:ph type="ftr" sz="quarter" idx="11"/>
          </p:nvPr>
        </p:nvSpPr>
        <p:spPr/>
        <p:txBody>
          <a:bodyPr/>
          <a:lstStyle>
            <a:lvl1pPr>
              <a:defRPr/>
            </a:lvl1pPr>
          </a:lstStyle>
          <a:p>
            <a:r>
              <a:rPr lang="en-US" dirty="0">
                <a:solidFill>
                  <a:srgbClr val="333333"/>
                </a:solidFill>
              </a:rPr>
              <a:t>HIGHMARK.COM</a:t>
            </a:r>
          </a:p>
        </p:txBody>
      </p:sp>
      <p:sp>
        <p:nvSpPr>
          <p:cNvPr id="8" name="Footer Placeholder 4"/>
          <p:cNvSpPr txBox="1">
            <a:spLocks/>
          </p:cNvSpPr>
          <p:nvPr/>
        </p:nvSpPr>
        <p:spPr bwMode="auto">
          <a:xfrm>
            <a:off x="3796910" y="6388908"/>
            <a:ext cx="4739217" cy="365125"/>
          </a:xfrm>
          <a:prstGeom prst="rect">
            <a:avLst/>
          </a:prstGeom>
          <a:noFill/>
          <a:ln w="9525">
            <a:noFill/>
            <a:miter lim="800000"/>
            <a:headEnd/>
            <a:tailEnd/>
          </a:ln>
        </p:spPr>
        <p:txBody>
          <a:bodyPr lIns="0" tIns="0" rIns="0" bIns="0" anchor="b"/>
          <a:lstStyle/>
          <a:p>
            <a:pPr algn="ctr" fontAlgn="base">
              <a:spcBef>
                <a:spcPct val="0"/>
              </a:spcBef>
              <a:spcAft>
                <a:spcPct val="0"/>
              </a:spcAft>
            </a:pPr>
            <a:r>
              <a:rPr lang="en-US" sz="1000" dirty="0">
                <a:solidFill>
                  <a:srgbClr val="898989"/>
                </a:solidFill>
                <a:latin typeface="Arial Narrow" pitchFamily="34" charset="0"/>
              </a:rPr>
              <a:t>PROPRIETARY &amp; CONFIDENTIAL</a:t>
            </a:r>
          </a:p>
        </p:txBody>
      </p:sp>
    </p:spTree>
    <p:extLst>
      <p:ext uri="{BB962C8B-B14F-4D97-AF65-F5344CB8AC3E}">
        <p14:creationId xmlns:p14="http://schemas.microsoft.com/office/powerpoint/2010/main" val="129007835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6_Title and Content">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2"/>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33960"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2118" y="1589"/>
                        <a:ext cx="2116" cy="1587"/>
                      </a:xfrm>
                      <a:prstGeom prst="rect">
                        <a:avLst/>
                      </a:prstGeom>
                    </p:spPr>
                  </p:pic>
                </p:oleObj>
              </mc:Fallback>
            </mc:AlternateContent>
          </a:graphicData>
        </a:graphic>
      </p:graphicFrame>
      <p:sp>
        <p:nvSpPr>
          <p:cNvPr id="9" name="Rectangle 8" hidden="1"/>
          <p:cNvSpPr/>
          <p:nvPr userDrawn="1">
            <p:custDataLst>
              <p:tags r:id="rId3"/>
            </p:custDataLst>
          </p:nvPr>
        </p:nvSpPr>
        <p:spPr>
          <a:xfrm>
            <a:off x="0" y="0"/>
            <a:ext cx="158750" cy="158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lnSpc>
                <a:spcPct val="90000"/>
              </a:lnSpc>
              <a:spcBef>
                <a:spcPct val="0"/>
              </a:spcBef>
              <a:spcAft>
                <a:spcPct val="0"/>
              </a:spcAft>
            </a:pPr>
            <a:endParaRPr lang="en-US" sz="2600" b="1" dirty="0">
              <a:solidFill>
                <a:srgbClr val="333333"/>
              </a:solidFill>
              <a:ea typeface="MS PGothic" panose="020B0600070205080204" pitchFamily="34" charset="-128"/>
              <a:sym typeface="Arial" panose="020B0604020202020204" pitchFamily="34" charset="0"/>
            </a:endParaRPr>
          </a:p>
        </p:txBody>
      </p:sp>
      <p:pic>
        <p:nvPicPr>
          <p:cNvPr id="4" name="Picture 2" descr="\\psf\Host\Volumes\johbee\Documents\01_Freelance_Design\Perspective_Branding\HIGHMARK INSURANCE\exports\Slide1_TopLeft300.png"/>
          <p:cNvPicPr>
            <a:picLocks noChangeAspect="1" noChangeArrowheads="1"/>
          </p:cNvPicPr>
          <p:nvPr/>
        </p:nvPicPr>
        <p:blipFill>
          <a:blip r:embed="rId7" cstate="print"/>
          <a:srcRect/>
          <a:stretch>
            <a:fillRect/>
          </a:stretch>
        </p:blipFill>
        <p:spPr bwMode="auto">
          <a:xfrm>
            <a:off x="2" y="0"/>
            <a:ext cx="5958417" cy="317500"/>
          </a:xfrm>
          <a:prstGeom prst="rect">
            <a:avLst/>
          </a:prstGeom>
          <a:noFill/>
          <a:ln w="9525">
            <a:noFill/>
            <a:miter lim="800000"/>
            <a:headEnd/>
            <a:tailEnd/>
          </a:ln>
        </p:spPr>
      </p:pic>
      <p:pic>
        <p:nvPicPr>
          <p:cNvPr id="5" name="Picture 3" descr="\\psf\Host\Volumes\johbee\Documents\01_Freelance_Design\Perspective_Branding\HIGHMARK INSURANCE\exports\Slide1_BotRight300.png"/>
          <p:cNvPicPr>
            <a:picLocks noChangeAspect="1" noChangeArrowheads="1"/>
          </p:cNvPicPr>
          <p:nvPr/>
        </p:nvPicPr>
        <p:blipFill>
          <a:blip r:embed="rId8"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6"/>
          <p:cNvSpPr>
            <a:spLocks noGrp="1"/>
          </p:cNvSpPr>
          <p:nvPr>
            <p:ph type="sldNum" sz="quarter" idx="10"/>
          </p:nvPr>
        </p:nvSpPr>
        <p:spPr>
          <a:xfrm>
            <a:off x="11725071" y="6492878"/>
            <a:ext cx="448733" cy="365125"/>
          </a:xfrm>
        </p:spPr>
        <p:txBody>
          <a:bodyPr/>
          <a:lstStyle>
            <a:lvl1pPr>
              <a:defRPr sz="1200" smtClean="0"/>
            </a:lvl1pPr>
          </a:lstStyle>
          <a:p>
            <a:pPr>
              <a:defRPr/>
            </a:pPr>
            <a:fld id="{3369F550-7AC1-4C1C-83E8-1EB487366A85}" type="slidenum">
              <a:rPr lang="en-US">
                <a:solidFill>
                  <a:srgbClr val="333333"/>
                </a:solidFill>
              </a:rPr>
              <a:pPr>
                <a:defRPr/>
              </a:pPr>
              <a:t>‹#›</a:t>
            </a:fld>
            <a:endParaRPr lang="en-US" dirty="0">
              <a:solidFill>
                <a:srgbClr val="333333"/>
              </a:solidFill>
            </a:endParaRPr>
          </a:p>
        </p:txBody>
      </p:sp>
      <p:sp>
        <p:nvSpPr>
          <p:cNvPr id="7" name="Footer Placeholder 7"/>
          <p:cNvSpPr>
            <a:spLocks noGrp="1"/>
          </p:cNvSpPr>
          <p:nvPr>
            <p:ph type="ftr" sz="quarter" idx="11"/>
          </p:nvPr>
        </p:nvSpPr>
        <p:spPr/>
        <p:txBody>
          <a:bodyPr/>
          <a:lstStyle>
            <a:lvl1pPr>
              <a:defRPr/>
            </a:lvl1pPr>
          </a:lstStyle>
          <a:p>
            <a:r>
              <a:rPr lang="en-US" dirty="0">
                <a:solidFill>
                  <a:srgbClr val="333333"/>
                </a:solidFill>
              </a:rPr>
              <a:t>HIGHMARK.COM</a:t>
            </a:r>
          </a:p>
        </p:txBody>
      </p:sp>
      <p:sp>
        <p:nvSpPr>
          <p:cNvPr id="8" name="Footer Placeholder 4"/>
          <p:cNvSpPr txBox="1">
            <a:spLocks/>
          </p:cNvSpPr>
          <p:nvPr/>
        </p:nvSpPr>
        <p:spPr bwMode="auto">
          <a:xfrm>
            <a:off x="3796910" y="6388908"/>
            <a:ext cx="4739217" cy="365125"/>
          </a:xfrm>
          <a:prstGeom prst="rect">
            <a:avLst/>
          </a:prstGeom>
          <a:noFill/>
          <a:ln w="9525">
            <a:noFill/>
            <a:miter lim="800000"/>
            <a:headEnd/>
            <a:tailEnd/>
          </a:ln>
        </p:spPr>
        <p:txBody>
          <a:bodyPr lIns="0" tIns="0" rIns="0" bIns="0" anchor="b"/>
          <a:lstStyle/>
          <a:p>
            <a:pPr algn="ctr" fontAlgn="base">
              <a:spcBef>
                <a:spcPct val="0"/>
              </a:spcBef>
              <a:spcAft>
                <a:spcPct val="0"/>
              </a:spcAft>
            </a:pPr>
            <a:r>
              <a:rPr lang="en-US" sz="1000" dirty="0">
                <a:solidFill>
                  <a:srgbClr val="898989"/>
                </a:solidFill>
                <a:latin typeface="Arial Narrow" pitchFamily="34" charset="0"/>
              </a:rPr>
              <a:t>PROPRIETARY &amp; CONFIDENTIAL</a:t>
            </a:r>
          </a:p>
        </p:txBody>
      </p:sp>
    </p:spTree>
    <p:extLst>
      <p:ext uri="{BB962C8B-B14F-4D97-AF65-F5344CB8AC3E}">
        <p14:creationId xmlns:p14="http://schemas.microsoft.com/office/powerpoint/2010/main" val="42116172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5_Title and Content">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2"/>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34984"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2118" y="1589"/>
                        <a:ext cx="2116" cy="1587"/>
                      </a:xfrm>
                      <a:prstGeom prst="rect">
                        <a:avLst/>
                      </a:prstGeom>
                    </p:spPr>
                  </p:pic>
                </p:oleObj>
              </mc:Fallback>
            </mc:AlternateContent>
          </a:graphicData>
        </a:graphic>
      </p:graphicFrame>
      <p:sp>
        <p:nvSpPr>
          <p:cNvPr id="9" name="Rectangle 8" hidden="1"/>
          <p:cNvSpPr/>
          <p:nvPr userDrawn="1">
            <p:custDataLst>
              <p:tags r:id="rId3"/>
            </p:custDataLst>
          </p:nvPr>
        </p:nvSpPr>
        <p:spPr>
          <a:xfrm>
            <a:off x="0" y="0"/>
            <a:ext cx="158750" cy="158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lnSpc>
                <a:spcPct val="90000"/>
              </a:lnSpc>
              <a:spcBef>
                <a:spcPct val="0"/>
              </a:spcBef>
              <a:spcAft>
                <a:spcPct val="0"/>
              </a:spcAft>
            </a:pPr>
            <a:endParaRPr lang="en-US" sz="2600" b="1" dirty="0">
              <a:solidFill>
                <a:srgbClr val="333333"/>
              </a:solidFill>
              <a:ea typeface="MS PGothic" panose="020B0600070205080204" pitchFamily="34" charset="-128"/>
              <a:sym typeface="Arial" panose="020B0604020202020204" pitchFamily="34" charset="0"/>
            </a:endParaRPr>
          </a:p>
        </p:txBody>
      </p:sp>
      <p:pic>
        <p:nvPicPr>
          <p:cNvPr id="4" name="Picture 2" descr="\\psf\Host\Volumes\johbee\Documents\01_Freelance_Design\Perspective_Branding\HIGHMARK INSURANCE\exports\Slide1_TopLeft300.png"/>
          <p:cNvPicPr>
            <a:picLocks noChangeAspect="1" noChangeArrowheads="1"/>
          </p:cNvPicPr>
          <p:nvPr/>
        </p:nvPicPr>
        <p:blipFill>
          <a:blip r:embed="rId7" cstate="print"/>
          <a:srcRect/>
          <a:stretch>
            <a:fillRect/>
          </a:stretch>
        </p:blipFill>
        <p:spPr bwMode="auto">
          <a:xfrm>
            <a:off x="2" y="0"/>
            <a:ext cx="5958417" cy="317500"/>
          </a:xfrm>
          <a:prstGeom prst="rect">
            <a:avLst/>
          </a:prstGeom>
          <a:noFill/>
          <a:ln w="9525">
            <a:noFill/>
            <a:miter lim="800000"/>
            <a:headEnd/>
            <a:tailEnd/>
          </a:ln>
        </p:spPr>
      </p:pic>
      <p:pic>
        <p:nvPicPr>
          <p:cNvPr id="5" name="Picture 3" descr="\\psf\Host\Volumes\johbee\Documents\01_Freelance_Design\Perspective_Branding\HIGHMARK INSURANCE\exports\Slide1_BotRight300.png"/>
          <p:cNvPicPr>
            <a:picLocks noChangeAspect="1" noChangeArrowheads="1"/>
          </p:cNvPicPr>
          <p:nvPr/>
        </p:nvPicPr>
        <p:blipFill>
          <a:blip r:embed="rId8"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6"/>
          <p:cNvSpPr>
            <a:spLocks noGrp="1"/>
          </p:cNvSpPr>
          <p:nvPr>
            <p:ph type="sldNum" sz="quarter" idx="10"/>
          </p:nvPr>
        </p:nvSpPr>
        <p:spPr>
          <a:xfrm>
            <a:off x="11725071" y="6492878"/>
            <a:ext cx="448733" cy="365125"/>
          </a:xfrm>
        </p:spPr>
        <p:txBody>
          <a:bodyPr/>
          <a:lstStyle>
            <a:lvl1pPr>
              <a:defRPr sz="1200" smtClean="0"/>
            </a:lvl1pPr>
          </a:lstStyle>
          <a:p>
            <a:pPr>
              <a:defRPr/>
            </a:pPr>
            <a:fld id="{3369F550-7AC1-4C1C-83E8-1EB487366A85}" type="slidenum">
              <a:rPr lang="en-US">
                <a:solidFill>
                  <a:srgbClr val="333333"/>
                </a:solidFill>
              </a:rPr>
              <a:pPr>
                <a:defRPr/>
              </a:pPr>
              <a:t>‹#›</a:t>
            </a:fld>
            <a:endParaRPr lang="en-US" dirty="0">
              <a:solidFill>
                <a:srgbClr val="333333"/>
              </a:solidFill>
            </a:endParaRPr>
          </a:p>
        </p:txBody>
      </p:sp>
      <p:sp>
        <p:nvSpPr>
          <p:cNvPr id="7" name="Footer Placeholder 7"/>
          <p:cNvSpPr>
            <a:spLocks noGrp="1"/>
          </p:cNvSpPr>
          <p:nvPr>
            <p:ph type="ftr" sz="quarter" idx="11"/>
          </p:nvPr>
        </p:nvSpPr>
        <p:spPr/>
        <p:txBody>
          <a:bodyPr/>
          <a:lstStyle>
            <a:lvl1pPr>
              <a:defRPr/>
            </a:lvl1pPr>
          </a:lstStyle>
          <a:p>
            <a:r>
              <a:rPr lang="en-US" dirty="0">
                <a:solidFill>
                  <a:srgbClr val="333333"/>
                </a:solidFill>
              </a:rPr>
              <a:t>HIGHMARK.COM</a:t>
            </a:r>
          </a:p>
        </p:txBody>
      </p:sp>
      <p:sp>
        <p:nvSpPr>
          <p:cNvPr id="8" name="Footer Placeholder 4"/>
          <p:cNvSpPr txBox="1">
            <a:spLocks/>
          </p:cNvSpPr>
          <p:nvPr/>
        </p:nvSpPr>
        <p:spPr bwMode="auto">
          <a:xfrm>
            <a:off x="3796910" y="6388908"/>
            <a:ext cx="4739217" cy="365125"/>
          </a:xfrm>
          <a:prstGeom prst="rect">
            <a:avLst/>
          </a:prstGeom>
          <a:noFill/>
          <a:ln w="9525">
            <a:noFill/>
            <a:miter lim="800000"/>
            <a:headEnd/>
            <a:tailEnd/>
          </a:ln>
        </p:spPr>
        <p:txBody>
          <a:bodyPr lIns="0" tIns="0" rIns="0" bIns="0" anchor="b"/>
          <a:lstStyle/>
          <a:p>
            <a:pPr algn="ctr" fontAlgn="base">
              <a:spcBef>
                <a:spcPct val="0"/>
              </a:spcBef>
              <a:spcAft>
                <a:spcPct val="0"/>
              </a:spcAft>
            </a:pPr>
            <a:r>
              <a:rPr lang="en-US" sz="1000" dirty="0">
                <a:solidFill>
                  <a:srgbClr val="898989"/>
                </a:solidFill>
                <a:latin typeface="Arial Narrow" pitchFamily="34" charset="0"/>
              </a:rPr>
              <a:t>PROPRIETARY &amp; CONFIDENTIAL</a:t>
            </a:r>
          </a:p>
        </p:txBody>
      </p:sp>
    </p:spTree>
    <p:extLst>
      <p:ext uri="{BB962C8B-B14F-4D97-AF65-F5344CB8AC3E}">
        <p14:creationId xmlns:p14="http://schemas.microsoft.com/office/powerpoint/2010/main" val="109272200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4_Title and Content">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2"/>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36008"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2118" y="1589"/>
                        <a:ext cx="2116" cy="1587"/>
                      </a:xfrm>
                      <a:prstGeom prst="rect">
                        <a:avLst/>
                      </a:prstGeom>
                    </p:spPr>
                  </p:pic>
                </p:oleObj>
              </mc:Fallback>
            </mc:AlternateContent>
          </a:graphicData>
        </a:graphic>
      </p:graphicFrame>
      <p:sp>
        <p:nvSpPr>
          <p:cNvPr id="9" name="Rectangle 8" hidden="1"/>
          <p:cNvSpPr/>
          <p:nvPr userDrawn="1">
            <p:custDataLst>
              <p:tags r:id="rId3"/>
            </p:custDataLst>
          </p:nvPr>
        </p:nvSpPr>
        <p:spPr>
          <a:xfrm>
            <a:off x="0" y="0"/>
            <a:ext cx="158750" cy="158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lnSpc>
                <a:spcPct val="90000"/>
              </a:lnSpc>
              <a:spcBef>
                <a:spcPct val="0"/>
              </a:spcBef>
              <a:spcAft>
                <a:spcPct val="0"/>
              </a:spcAft>
            </a:pPr>
            <a:endParaRPr lang="en-US" sz="2600" b="1" dirty="0">
              <a:solidFill>
                <a:srgbClr val="333333"/>
              </a:solidFill>
              <a:ea typeface="MS PGothic" panose="020B0600070205080204" pitchFamily="34" charset="-128"/>
              <a:sym typeface="Arial" panose="020B0604020202020204" pitchFamily="34" charset="0"/>
            </a:endParaRPr>
          </a:p>
        </p:txBody>
      </p:sp>
      <p:pic>
        <p:nvPicPr>
          <p:cNvPr id="4" name="Picture 2" descr="\\psf\Host\Volumes\johbee\Documents\01_Freelance_Design\Perspective_Branding\HIGHMARK INSURANCE\exports\Slide1_TopLeft300.png"/>
          <p:cNvPicPr>
            <a:picLocks noChangeAspect="1" noChangeArrowheads="1"/>
          </p:cNvPicPr>
          <p:nvPr/>
        </p:nvPicPr>
        <p:blipFill>
          <a:blip r:embed="rId7" cstate="print"/>
          <a:srcRect/>
          <a:stretch>
            <a:fillRect/>
          </a:stretch>
        </p:blipFill>
        <p:spPr bwMode="auto">
          <a:xfrm>
            <a:off x="2" y="0"/>
            <a:ext cx="5958417" cy="317500"/>
          </a:xfrm>
          <a:prstGeom prst="rect">
            <a:avLst/>
          </a:prstGeom>
          <a:noFill/>
          <a:ln w="9525">
            <a:noFill/>
            <a:miter lim="800000"/>
            <a:headEnd/>
            <a:tailEnd/>
          </a:ln>
        </p:spPr>
      </p:pic>
      <p:pic>
        <p:nvPicPr>
          <p:cNvPr id="5" name="Picture 3" descr="\\psf\Host\Volumes\johbee\Documents\01_Freelance_Design\Perspective_Branding\HIGHMARK INSURANCE\exports\Slide1_BotRight300.png"/>
          <p:cNvPicPr>
            <a:picLocks noChangeAspect="1" noChangeArrowheads="1"/>
          </p:cNvPicPr>
          <p:nvPr/>
        </p:nvPicPr>
        <p:blipFill>
          <a:blip r:embed="rId8"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6"/>
          <p:cNvSpPr>
            <a:spLocks noGrp="1"/>
          </p:cNvSpPr>
          <p:nvPr>
            <p:ph type="sldNum" sz="quarter" idx="10"/>
          </p:nvPr>
        </p:nvSpPr>
        <p:spPr>
          <a:xfrm>
            <a:off x="11725071" y="6492878"/>
            <a:ext cx="448733" cy="365125"/>
          </a:xfrm>
        </p:spPr>
        <p:txBody>
          <a:bodyPr/>
          <a:lstStyle>
            <a:lvl1pPr>
              <a:defRPr sz="1200" smtClean="0"/>
            </a:lvl1pPr>
          </a:lstStyle>
          <a:p>
            <a:pPr>
              <a:defRPr/>
            </a:pPr>
            <a:fld id="{3369F550-7AC1-4C1C-83E8-1EB487366A85}" type="slidenum">
              <a:rPr lang="en-US">
                <a:solidFill>
                  <a:srgbClr val="333333"/>
                </a:solidFill>
              </a:rPr>
              <a:pPr>
                <a:defRPr/>
              </a:pPr>
              <a:t>‹#›</a:t>
            </a:fld>
            <a:endParaRPr lang="en-US" dirty="0">
              <a:solidFill>
                <a:srgbClr val="333333"/>
              </a:solidFill>
            </a:endParaRPr>
          </a:p>
        </p:txBody>
      </p:sp>
      <p:sp>
        <p:nvSpPr>
          <p:cNvPr id="7" name="Footer Placeholder 7"/>
          <p:cNvSpPr>
            <a:spLocks noGrp="1"/>
          </p:cNvSpPr>
          <p:nvPr>
            <p:ph type="ftr" sz="quarter" idx="11"/>
          </p:nvPr>
        </p:nvSpPr>
        <p:spPr/>
        <p:txBody>
          <a:bodyPr/>
          <a:lstStyle>
            <a:lvl1pPr>
              <a:defRPr/>
            </a:lvl1pPr>
          </a:lstStyle>
          <a:p>
            <a:r>
              <a:rPr lang="en-US" dirty="0">
                <a:solidFill>
                  <a:srgbClr val="333333"/>
                </a:solidFill>
              </a:rPr>
              <a:t>HIGHMARK.COM</a:t>
            </a:r>
          </a:p>
        </p:txBody>
      </p:sp>
      <p:sp>
        <p:nvSpPr>
          <p:cNvPr id="8" name="Footer Placeholder 4"/>
          <p:cNvSpPr txBox="1">
            <a:spLocks/>
          </p:cNvSpPr>
          <p:nvPr/>
        </p:nvSpPr>
        <p:spPr bwMode="auto">
          <a:xfrm>
            <a:off x="3796910" y="6388908"/>
            <a:ext cx="4739217" cy="365125"/>
          </a:xfrm>
          <a:prstGeom prst="rect">
            <a:avLst/>
          </a:prstGeom>
          <a:noFill/>
          <a:ln w="9525">
            <a:noFill/>
            <a:miter lim="800000"/>
            <a:headEnd/>
            <a:tailEnd/>
          </a:ln>
        </p:spPr>
        <p:txBody>
          <a:bodyPr lIns="0" tIns="0" rIns="0" bIns="0" anchor="b"/>
          <a:lstStyle/>
          <a:p>
            <a:pPr algn="ctr" fontAlgn="base">
              <a:spcBef>
                <a:spcPct val="0"/>
              </a:spcBef>
              <a:spcAft>
                <a:spcPct val="0"/>
              </a:spcAft>
            </a:pPr>
            <a:r>
              <a:rPr lang="en-US" sz="1000" dirty="0">
                <a:solidFill>
                  <a:srgbClr val="898989"/>
                </a:solidFill>
                <a:latin typeface="Arial Narrow" pitchFamily="34" charset="0"/>
              </a:rPr>
              <a:t>PROPRIETARY &amp; CONFIDENTIAL</a:t>
            </a:r>
          </a:p>
        </p:txBody>
      </p:sp>
    </p:spTree>
    <p:extLst>
      <p:ext uri="{BB962C8B-B14F-4D97-AF65-F5344CB8AC3E}">
        <p14:creationId xmlns:p14="http://schemas.microsoft.com/office/powerpoint/2010/main" val="28824610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2"/>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37032"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2118" y="1589"/>
                        <a:ext cx="2116" cy="1587"/>
                      </a:xfrm>
                      <a:prstGeom prst="rect">
                        <a:avLst/>
                      </a:prstGeom>
                    </p:spPr>
                  </p:pic>
                </p:oleObj>
              </mc:Fallback>
            </mc:AlternateContent>
          </a:graphicData>
        </a:graphic>
      </p:graphicFrame>
      <p:sp>
        <p:nvSpPr>
          <p:cNvPr id="9" name="Rectangle 8" hidden="1"/>
          <p:cNvSpPr/>
          <p:nvPr userDrawn="1">
            <p:custDataLst>
              <p:tags r:id="rId3"/>
            </p:custDataLst>
          </p:nvPr>
        </p:nvSpPr>
        <p:spPr>
          <a:xfrm>
            <a:off x="0" y="0"/>
            <a:ext cx="158750" cy="158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lnSpc>
                <a:spcPct val="90000"/>
              </a:lnSpc>
              <a:spcBef>
                <a:spcPct val="0"/>
              </a:spcBef>
              <a:spcAft>
                <a:spcPct val="0"/>
              </a:spcAft>
            </a:pPr>
            <a:endParaRPr lang="en-US" sz="2600" b="1" dirty="0">
              <a:solidFill>
                <a:srgbClr val="333333"/>
              </a:solidFill>
              <a:ea typeface="MS PGothic" panose="020B0600070205080204" pitchFamily="34" charset="-128"/>
              <a:sym typeface="Arial" panose="020B0604020202020204" pitchFamily="34" charset="0"/>
            </a:endParaRPr>
          </a:p>
        </p:txBody>
      </p:sp>
      <p:pic>
        <p:nvPicPr>
          <p:cNvPr id="4" name="Picture 2" descr="\\psf\Host\Volumes\johbee\Documents\01_Freelance_Design\Perspective_Branding\HIGHMARK INSURANCE\exports\Slide1_TopLeft300.png"/>
          <p:cNvPicPr>
            <a:picLocks noChangeAspect="1" noChangeArrowheads="1"/>
          </p:cNvPicPr>
          <p:nvPr/>
        </p:nvPicPr>
        <p:blipFill>
          <a:blip r:embed="rId7" cstate="print"/>
          <a:srcRect/>
          <a:stretch>
            <a:fillRect/>
          </a:stretch>
        </p:blipFill>
        <p:spPr bwMode="auto">
          <a:xfrm>
            <a:off x="2" y="0"/>
            <a:ext cx="5958417" cy="317500"/>
          </a:xfrm>
          <a:prstGeom prst="rect">
            <a:avLst/>
          </a:prstGeom>
          <a:noFill/>
          <a:ln w="9525">
            <a:noFill/>
            <a:miter lim="800000"/>
            <a:headEnd/>
            <a:tailEnd/>
          </a:ln>
        </p:spPr>
      </p:pic>
      <p:pic>
        <p:nvPicPr>
          <p:cNvPr id="5" name="Picture 3" descr="\\psf\Host\Volumes\johbee\Documents\01_Freelance_Design\Perspective_Branding\HIGHMARK INSURANCE\exports\Slide1_BotRight300.png"/>
          <p:cNvPicPr>
            <a:picLocks noChangeAspect="1" noChangeArrowheads="1"/>
          </p:cNvPicPr>
          <p:nvPr/>
        </p:nvPicPr>
        <p:blipFill>
          <a:blip r:embed="rId8"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6"/>
          <p:cNvSpPr>
            <a:spLocks noGrp="1"/>
          </p:cNvSpPr>
          <p:nvPr>
            <p:ph type="sldNum" sz="quarter" idx="10"/>
          </p:nvPr>
        </p:nvSpPr>
        <p:spPr>
          <a:xfrm>
            <a:off x="11725071" y="6492878"/>
            <a:ext cx="448733" cy="365125"/>
          </a:xfrm>
        </p:spPr>
        <p:txBody>
          <a:bodyPr/>
          <a:lstStyle>
            <a:lvl1pPr>
              <a:defRPr sz="1200" smtClean="0"/>
            </a:lvl1pPr>
          </a:lstStyle>
          <a:p>
            <a:pPr>
              <a:defRPr/>
            </a:pPr>
            <a:fld id="{3369F550-7AC1-4C1C-83E8-1EB487366A85}" type="slidenum">
              <a:rPr lang="en-US">
                <a:solidFill>
                  <a:srgbClr val="333333"/>
                </a:solidFill>
              </a:rPr>
              <a:pPr>
                <a:defRPr/>
              </a:pPr>
              <a:t>‹#›</a:t>
            </a:fld>
            <a:endParaRPr lang="en-US" dirty="0">
              <a:solidFill>
                <a:srgbClr val="333333"/>
              </a:solidFill>
            </a:endParaRPr>
          </a:p>
        </p:txBody>
      </p:sp>
      <p:sp>
        <p:nvSpPr>
          <p:cNvPr id="7" name="Footer Placeholder 7"/>
          <p:cNvSpPr>
            <a:spLocks noGrp="1"/>
          </p:cNvSpPr>
          <p:nvPr>
            <p:ph type="ftr" sz="quarter" idx="11"/>
          </p:nvPr>
        </p:nvSpPr>
        <p:spPr/>
        <p:txBody>
          <a:bodyPr/>
          <a:lstStyle>
            <a:lvl1pPr>
              <a:defRPr/>
            </a:lvl1pPr>
          </a:lstStyle>
          <a:p>
            <a:r>
              <a:rPr lang="en-US" dirty="0">
                <a:solidFill>
                  <a:srgbClr val="333333"/>
                </a:solidFill>
              </a:rPr>
              <a:t>HIGHMARK.COM</a:t>
            </a:r>
          </a:p>
        </p:txBody>
      </p:sp>
      <p:sp>
        <p:nvSpPr>
          <p:cNvPr id="8" name="Footer Placeholder 4"/>
          <p:cNvSpPr txBox="1">
            <a:spLocks/>
          </p:cNvSpPr>
          <p:nvPr/>
        </p:nvSpPr>
        <p:spPr bwMode="auto">
          <a:xfrm>
            <a:off x="3796910" y="6388908"/>
            <a:ext cx="4739217" cy="365125"/>
          </a:xfrm>
          <a:prstGeom prst="rect">
            <a:avLst/>
          </a:prstGeom>
          <a:noFill/>
          <a:ln w="9525">
            <a:noFill/>
            <a:miter lim="800000"/>
            <a:headEnd/>
            <a:tailEnd/>
          </a:ln>
        </p:spPr>
        <p:txBody>
          <a:bodyPr lIns="0" tIns="0" rIns="0" bIns="0" anchor="b"/>
          <a:lstStyle/>
          <a:p>
            <a:pPr algn="ctr" fontAlgn="base">
              <a:spcBef>
                <a:spcPct val="0"/>
              </a:spcBef>
              <a:spcAft>
                <a:spcPct val="0"/>
              </a:spcAft>
            </a:pPr>
            <a:r>
              <a:rPr lang="en-US" sz="1000" dirty="0">
                <a:solidFill>
                  <a:srgbClr val="898989"/>
                </a:solidFill>
                <a:latin typeface="Arial Narrow" pitchFamily="34" charset="0"/>
              </a:rPr>
              <a:t>PROPRIETARY &amp; CONFIDENTIAL</a:t>
            </a:r>
          </a:p>
        </p:txBody>
      </p:sp>
    </p:spTree>
    <p:extLst>
      <p:ext uri="{BB962C8B-B14F-4D97-AF65-F5344CB8AC3E}">
        <p14:creationId xmlns:p14="http://schemas.microsoft.com/office/powerpoint/2010/main" val="9404329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2"/>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39080"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2118" y="1589"/>
                        <a:ext cx="2116" cy="1587"/>
                      </a:xfrm>
                      <a:prstGeom prst="rect">
                        <a:avLst/>
                      </a:prstGeom>
                    </p:spPr>
                  </p:pic>
                </p:oleObj>
              </mc:Fallback>
            </mc:AlternateContent>
          </a:graphicData>
        </a:graphic>
      </p:graphicFrame>
      <p:sp>
        <p:nvSpPr>
          <p:cNvPr id="9" name="Rectangle 8" hidden="1"/>
          <p:cNvSpPr/>
          <p:nvPr userDrawn="1">
            <p:custDataLst>
              <p:tags r:id="rId3"/>
            </p:custDataLst>
          </p:nvPr>
        </p:nvSpPr>
        <p:spPr>
          <a:xfrm>
            <a:off x="0" y="0"/>
            <a:ext cx="158750" cy="158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lnSpc>
                <a:spcPct val="90000"/>
              </a:lnSpc>
              <a:spcBef>
                <a:spcPct val="0"/>
              </a:spcBef>
              <a:spcAft>
                <a:spcPct val="0"/>
              </a:spcAft>
            </a:pPr>
            <a:endParaRPr lang="en-US" sz="2600" b="1" dirty="0">
              <a:solidFill>
                <a:srgbClr val="333333"/>
              </a:solidFill>
              <a:ea typeface="MS PGothic" panose="020B0600070205080204" pitchFamily="34" charset="-128"/>
              <a:sym typeface="Arial" panose="020B0604020202020204" pitchFamily="34" charset="0"/>
            </a:endParaRPr>
          </a:p>
        </p:txBody>
      </p:sp>
      <p:pic>
        <p:nvPicPr>
          <p:cNvPr id="4" name="Picture 2" descr="\\psf\Host\Volumes\johbee\Documents\01_Freelance_Design\Perspective_Branding\HIGHMARK INSURANCE\exports\Slide1_TopLeft300.png"/>
          <p:cNvPicPr>
            <a:picLocks noChangeAspect="1" noChangeArrowheads="1"/>
          </p:cNvPicPr>
          <p:nvPr/>
        </p:nvPicPr>
        <p:blipFill>
          <a:blip r:embed="rId7" cstate="print"/>
          <a:srcRect/>
          <a:stretch>
            <a:fillRect/>
          </a:stretch>
        </p:blipFill>
        <p:spPr bwMode="auto">
          <a:xfrm>
            <a:off x="2" y="0"/>
            <a:ext cx="5958417" cy="317500"/>
          </a:xfrm>
          <a:prstGeom prst="rect">
            <a:avLst/>
          </a:prstGeom>
          <a:noFill/>
          <a:ln w="9525">
            <a:noFill/>
            <a:miter lim="800000"/>
            <a:headEnd/>
            <a:tailEnd/>
          </a:ln>
        </p:spPr>
      </p:pic>
      <p:pic>
        <p:nvPicPr>
          <p:cNvPr id="5" name="Picture 3" descr="\\psf\Host\Volumes\johbee\Documents\01_Freelance_Design\Perspective_Branding\HIGHMARK INSURANCE\exports\Slide1_BotRight300.png"/>
          <p:cNvPicPr>
            <a:picLocks noChangeAspect="1" noChangeArrowheads="1"/>
          </p:cNvPicPr>
          <p:nvPr/>
        </p:nvPicPr>
        <p:blipFill>
          <a:blip r:embed="rId8"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6"/>
          <p:cNvSpPr>
            <a:spLocks noGrp="1"/>
          </p:cNvSpPr>
          <p:nvPr>
            <p:ph type="sldNum" sz="quarter" idx="10"/>
          </p:nvPr>
        </p:nvSpPr>
        <p:spPr>
          <a:xfrm>
            <a:off x="11725071" y="6492878"/>
            <a:ext cx="448733" cy="365125"/>
          </a:xfrm>
        </p:spPr>
        <p:txBody>
          <a:bodyPr/>
          <a:lstStyle>
            <a:lvl1pPr>
              <a:defRPr sz="1200" smtClean="0"/>
            </a:lvl1pPr>
          </a:lstStyle>
          <a:p>
            <a:pPr>
              <a:defRPr/>
            </a:pPr>
            <a:fld id="{3369F550-7AC1-4C1C-83E8-1EB487366A85}" type="slidenum">
              <a:rPr lang="en-US">
                <a:solidFill>
                  <a:srgbClr val="333333"/>
                </a:solidFill>
              </a:rPr>
              <a:pPr>
                <a:defRPr/>
              </a:pPr>
              <a:t>‹#›</a:t>
            </a:fld>
            <a:endParaRPr lang="en-US" dirty="0">
              <a:solidFill>
                <a:srgbClr val="333333"/>
              </a:solidFill>
            </a:endParaRPr>
          </a:p>
        </p:txBody>
      </p:sp>
      <p:sp>
        <p:nvSpPr>
          <p:cNvPr id="7" name="Footer Placeholder 7"/>
          <p:cNvSpPr>
            <a:spLocks noGrp="1"/>
          </p:cNvSpPr>
          <p:nvPr>
            <p:ph type="ftr" sz="quarter" idx="11"/>
          </p:nvPr>
        </p:nvSpPr>
        <p:spPr/>
        <p:txBody>
          <a:bodyPr/>
          <a:lstStyle>
            <a:lvl1pPr>
              <a:defRPr/>
            </a:lvl1pPr>
          </a:lstStyle>
          <a:p>
            <a:r>
              <a:rPr lang="en-US" dirty="0">
                <a:solidFill>
                  <a:srgbClr val="333333"/>
                </a:solidFill>
              </a:rPr>
              <a:t>HIGHMARK.COM</a:t>
            </a:r>
          </a:p>
        </p:txBody>
      </p:sp>
      <p:sp>
        <p:nvSpPr>
          <p:cNvPr id="8" name="Footer Placeholder 4"/>
          <p:cNvSpPr txBox="1">
            <a:spLocks/>
          </p:cNvSpPr>
          <p:nvPr/>
        </p:nvSpPr>
        <p:spPr bwMode="auto">
          <a:xfrm>
            <a:off x="3796910" y="6388908"/>
            <a:ext cx="4739217" cy="365125"/>
          </a:xfrm>
          <a:prstGeom prst="rect">
            <a:avLst/>
          </a:prstGeom>
          <a:noFill/>
          <a:ln w="9525">
            <a:noFill/>
            <a:miter lim="800000"/>
            <a:headEnd/>
            <a:tailEnd/>
          </a:ln>
        </p:spPr>
        <p:txBody>
          <a:bodyPr lIns="0" tIns="0" rIns="0" bIns="0" anchor="b"/>
          <a:lstStyle/>
          <a:p>
            <a:pPr algn="ctr" fontAlgn="base">
              <a:spcBef>
                <a:spcPct val="0"/>
              </a:spcBef>
              <a:spcAft>
                <a:spcPct val="0"/>
              </a:spcAft>
            </a:pPr>
            <a:r>
              <a:rPr lang="en-US" sz="1000" dirty="0">
                <a:solidFill>
                  <a:srgbClr val="898989"/>
                </a:solidFill>
                <a:latin typeface="Arial Narrow" pitchFamily="34" charset="0"/>
              </a:rPr>
              <a:t>PROPRIETARY &amp; CONFIDENTIAL</a:t>
            </a:r>
          </a:p>
        </p:txBody>
      </p:sp>
    </p:spTree>
    <p:extLst>
      <p:ext uri="{BB962C8B-B14F-4D97-AF65-F5344CB8AC3E}">
        <p14:creationId xmlns:p14="http://schemas.microsoft.com/office/powerpoint/2010/main" val="80120132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Content and 1-column Right Imag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7"/>
            <a:ext cx="8434917"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p:cNvSpPr>
            <a:spLocks noGrp="1"/>
          </p:cNvSpPr>
          <p:nvPr>
            <p:ph type="pic" sz="quarter" idx="12"/>
          </p:nvPr>
        </p:nvSpPr>
        <p:spPr>
          <a:xfrm>
            <a:off x="9010652" y="1912941"/>
            <a:ext cx="2726267"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7" name="Slide Number Placeholder 6"/>
          <p:cNvSpPr>
            <a:spLocks noGrp="1"/>
          </p:cNvSpPr>
          <p:nvPr>
            <p:ph type="sldNum" sz="quarter" idx="13"/>
          </p:nvPr>
        </p:nvSpPr>
        <p:spPr/>
        <p:txBody>
          <a:bodyPr/>
          <a:lstStyle>
            <a:lvl1pPr>
              <a:defRPr sz="1200" smtClean="0"/>
            </a:lvl1pPr>
          </a:lstStyle>
          <a:p>
            <a:pPr>
              <a:defRPr/>
            </a:pPr>
            <a:fld id="{9AD8F129-2CCB-49E0-8A69-67C238710746}"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9255957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Content and 1-column Left Imag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302000" y="1856317"/>
            <a:ext cx="8434917"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p:cNvSpPr>
            <a:spLocks noGrp="1"/>
          </p:cNvSpPr>
          <p:nvPr>
            <p:ph type="pic" sz="quarter" idx="12"/>
          </p:nvPr>
        </p:nvSpPr>
        <p:spPr>
          <a:xfrm>
            <a:off x="457201" y="1912941"/>
            <a:ext cx="2726267"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7" name="Slide Number Placeholder 6"/>
          <p:cNvSpPr>
            <a:spLocks noGrp="1"/>
          </p:cNvSpPr>
          <p:nvPr>
            <p:ph type="sldNum" sz="quarter" idx="13"/>
          </p:nvPr>
        </p:nvSpPr>
        <p:spPr/>
        <p:txBody>
          <a:bodyPr/>
          <a:lstStyle>
            <a:lvl1pPr>
              <a:defRPr smtClean="0"/>
            </a:lvl1pPr>
          </a:lstStyle>
          <a:p>
            <a:pPr>
              <a:defRPr/>
            </a:pPr>
            <a:fld id="{0D72326C-FBA7-434C-8A33-9E6FEE2BBFBA}"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160286068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Uneven 2-column Layout">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7"/>
            <a:ext cx="2728384"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2"/>
          </p:nvPr>
        </p:nvSpPr>
        <p:spPr>
          <a:xfrm>
            <a:off x="3306235" y="1856317"/>
            <a:ext cx="8430684"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3"/>
          </p:nvPr>
        </p:nvSpPr>
        <p:spPr/>
        <p:txBody>
          <a:bodyPr/>
          <a:lstStyle>
            <a:lvl1pPr>
              <a:defRPr smtClean="0"/>
            </a:lvl1pPr>
          </a:lstStyle>
          <a:p>
            <a:pPr>
              <a:defRPr/>
            </a:pPr>
            <a:fld id="{441D8398-EE82-4E54-83BE-E779660C1683}"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28106345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2-column text">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7"/>
            <a:ext cx="5579533"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2"/>
          </p:nvPr>
        </p:nvSpPr>
        <p:spPr>
          <a:xfrm>
            <a:off x="6157384" y="1856317"/>
            <a:ext cx="5579533"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3"/>
          </p:nvPr>
        </p:nvSpPr>
        <p:spPr/>
        <p:txBody>
          <a:bodyPr/>
          <a:lstStyle>
            <a:lvl1pPr>
              <a:defRPr smtClean="0"/>
            </a:lvl1pPr>
          </a:lstStyle>
          <a:p>
            <a:pPr>
              <a:defRPr/>
            </a:pPr>
            <a:fld id="{E1DFEBF3-8BE0-44BE-ABB4-7E1CB5202C07}"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27860644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Text, Right Imag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7"/>
            <a:ext cx="5579533"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p:cNvSpPr>
            <a:spLocks noGrp="1"/>
          </p:cNvSpPr>
          <p:nvPr>
            <p:ph type="pic" sz="quarter" idx="12"/>
          </p:nvPr>
        </p:nvSpPr>
        <p:spPr>
          <a:xfrm>
            <a:off x="6159502" y="1912941"/>
            <a:ext cx="5577417"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7" name="Slide Number Placeholder 6"/>
          <p:cNvSpPr>
            <a:spLocks noGrp="1"/>
          </p:cNvSpPr>
          <p:nvPr>
            <p:ph type="sldNum" sz="quarter" idx="13"/>
          </p:nvPr>
        </p:nvSpPr>
        <p:spPr/>
        <p:txBody>
          <a:bodyPr/>
          <a:lstStyle>
            <a:lvl1pPr>
              <a:defRPr smtClean="0"/>
            </a:lvl1pPr>
          </a:lstStyle>
          <a:p>
            <a:pPr>
              <a:defRPr/>
            </a:pPr>
            <a:fld id="{BBD5B826-5AC1-42DC-A195-5BD66E53B1FF}"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295201686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1_Title, Text, Left Imag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159500" y="1856317"/>
            <a:ext cx="5579533"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p:cNvSpPr>
            <a:spLocks noGrp="1"/>
          </p:cNvSpPr>
          <p:nvPr>
            <p:ph type="pic" sz="quarter" idx="12"/>
          </p:nvPr>
        </p:nvSpPr>
        <p:spPr>
          <a:xfrm>
            <a:off x="457200" y="1912941"/>
            <a:ext cx="5579533"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7" name="Slide Number Placeholder 6"/>
          <p:cNvSpPr>
            <a:spLocks noGrp="1"/>
          </p:cNvSpPr>
          <p:nvPr>
            <p:ph type="sldNum" sz="quarter" idx="13"/>
          </p:nvPr>
        </p:nvSpPr>
        <p:spPr/>
        <p:txBody>
          <a:bodyPr/>
          <a:lstStyle>
            <a:lvl1pPr>
              <a:defRPr smtClean="0"/>
            </a:lvl1pPr>
          </a:lstStyle>
          <a:p>
            <a:pPr>
              <a:defRPr/>
            </a:pPr>
            <a:fld id="{F873FE94-FD51-4AAE-9CC9-EAD761FE9A9D}"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249660321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and 2-column with 1 headlin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2123041"/>
            <a:ext cx="11279717" cy="3874883"/>
          </a:xfrm>
        </p:spPr>
        <p:txBody>
          <a:bodyPr numCol="2" spcCol="91440"/>
          <a:lstStyle>
            <a:lvl1pPr marL="0" indent="0">
              <a:lnSpc>
                <a:spcPct val="120000"/>
              </a:lnSpc>
              <a:spcAft>
                <a:spcPts val="800"/>
              </a:spcAft>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457200" y="1854087"/>
            <a:ext cx="11279717" cy="355600"/>
          </a:xfrm>
        </p:spPr>
        <p:txBody>
          <a:bodyPr/>
          <a:lstStyle/>
          <a:p>
            <a:pPr lvl="0"/>
            <a:r>
              <a:rPr lang="en-US"/>
              <a:t>Click to edit Master text styles</a:t>
            </a:r>
          </a:p>
        </p:txBody>
      </p:sp>
      <p:sp>
        <p:nvSpPr>
          <p:cNvPr id="7" name="Slide Number Placeholder 6"/>
          <p:cNvSpPr>
            <a:spLocks noGrp="1"/>
          </p:cNvSpPr>
          <p:nvPr>
            <p:ph type="sldNum" sz="quarter" idx="13"/>
          </p:nvPr>
        </p:nvSpPr>
        <p:spPr/>
        <p:txBody>
          <a:bodyPr/>
          <a:lstStyle>
            <a:lvl1pPr>
              <a:defRPr sz="1200" smtClean="0"/>
            </a:lvl1pPr>
          </a:lstStyle>
          <a:p>
            <a:pPr>
              <a:defRPr/>
            </a:pPr>
            <a:fld id="{D7FEC4DE-878D-402C-B2CC-85F5E95B905D}"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168279737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2-columns, and Image with 1 headline">
    <p:spTree>
      <p:nvGrpSpPr>
        <p:cNvPr id="1" name=""/>
        <p:cNvGrpSpPr/>
        <p:nvPr/>
      </p:nvGrpSpPr>
      <p:grpSpPr>
        <a:xfrm>
          <a:off x="0" y="0"/>
          <a:ext cx="0" cy="0"/>
          <a:chOff x="0" y="0"/>
          <a:chExt cx="0" cy="0"/>
        </a:xfrm>
      </p:grpSpPr>
      <p:pic>
        <p:nvPicPr>
          <p:cNvPr id="6"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7"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2123041"/>
            <a:ext cx="5579533" cy="3874883"/>
          </a:xfrm>
        </p:spPr>
        <p:txBody>
          <a:bodyPr numCol="2" spcCol="91440"/>
          <a:lstStyle>
            <a:lvl1pPr marL="0" indent="0">
              <a:lnSpc>
                <a:spcPct val="120000"/>
              </a:lnSpc>
              <a:spcAft>
                <a:spcPts val="800"/>
              </a:spcAft>
              <a:defRPr sz="1400" b="0">
                <a:solidFill>
                  <a:schemeClr val="bg1"/>
                </a:solidFill>
              </a:defRPr>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457200" y="1854087"/>
            <a:ext cx="5579533" cy="355600"/>
          </a:xfrm>
        </p:spPr>
        <p:txBody>
          <a:bodyPr/>
          <a:lstStyle>
            <a:lvl1pPr marL="0" indent="0">
              <a:defRPr/>
            </a:lvl1pPr>
          </a:lstStyle>
          <a:p>
            <a:pPr lvl="0"/>
            <a:r>
              <a:rPr lang="en-US"/>
              <a:t>Click to edit Master text styles</a:t>
            </a:r>
          </a:p>
        </p:txBody>
      </p:sp>
      <p:sp>
        <p:nvSpPr>
          <p:cNvPr id="11" name="Picture Placeholder 10"/>
          <p:cNvSpPr>
            <a:spLocks noGrp="1"/>
          </p:cNvSpPr>
          <p:nvPr>
            <p:ph type="pic" sz="quarter" idx="13"/>
          </p:nvPr>
        </p:nvSpPr>
        <p:spPr>
          <a:xfrm>
            <a:off x="6159502" y="1912941"/>
            <a:ext cx="5577417"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8" name="Slide Number Placeholder 6"/>
          <p:cNvSpPr>
            <a:spLocks noGrp="1"/>
          </p:cNvSpPr>
          <p:nvPr>
            <p:ph type="sldNum" sz="quarter" idx="14"/>
          </p:nvPr>
        </p:nvSpPr>
        <p:spPr/>
        <p:txBody>
          <a:bodyPr/>
          <a:lstStyle>
            <a:lvl1pPr>
              <a:defRPr sz="1200" smtClean="0"/>
            </a:lvl1pPr>
          </a:lstStyle>
          <a:p>
            <a:pPr>
              <a:defRPr/>
            </a:pPr>
            <a:fld id="{352EF552-0D90-454B-8F67-024893F4D646}" type="slidenum">
              <a:rPr lang="en-US">
                <a:solidFill>
                  <a:srgbClr val="333333"/>
                </a:solidFill>
              </a:rPr>
              <a:pPr>
                <a:defRPr/>
              </a:pPr>
              <a:t>‹#›</a:t>
            </a:fld>
            <a:endParaRPr lang="en-US" dirty="0">
              <a:solidFill>
                <a:srgbClr val="333333"/>
              </a:solidFill>
            </a:endParaRPr>
          </a:p>
        </p:txBody>
      </p:sp>
      <p:sp>
        <p:nvSpPr>
          <p:cNvPr id="9" name="Footer Placeholder 7"/>
          <p:cNvSpPr>
            <a:spLocks noGrp="1"/>
          </p:cNvSpPr>
          <p:nvPr>
            <p:ph type="ftr" sz="quarter" idx="15"/>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198775306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2-columns, and Left Image with 1 headline">
    <p:spTree>
      <p:nvGrpSpPr>
        <p:cNvPr id="1" name=""/>
        <p:cNvGrpSpPr/>
        <p:nvPr/>
      </p:nvGrpSpPr>
      <p:grpSpPr>
        <a:xfrm>
          <a:off x="0" y="0"/>
          <a:ext cx="0" cy="0"/>
          <a:chOff x="0" y="0"/>
          <a:chExt cx="0" cy="0"/>
        </a:xfrm>
      </p:grpSpPr>
      <p:pic>
        <p:nvPicPr>
          <p:cNvPr id="6"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157384" y="2123041"/>
            <a:ext cx="5579533" cy="3874883"/>
          </a:xfrm>
        </p:spPr>
        <p:txBody>
          <a:bodyPr numCol="2" spcCol="91440"/>
          <a:lstStyle>
            <a:lvl1pPr marL="0" indent="0">
              <a:lnSpc>
                <a:spcPct val="120000"/>
              </a:lnSpc>
              <a:spcAft>
                <a:spcPts val="800"/>
              </a:spcAft>
              <a:defRPr sz="1400" b="0">
                <a:solidFill>
                  <a:schemeClr val="bg1"/>
                </a:solidFill>
              </a:defRPr>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6157384" y="1854087"/>
            <a:ext cx="5579533" cy="355600"/>
          </a:xfrm>
        </p:spPr>
        <p:txBody>
          <a:bodyPr/>
          <a:lstStyle/>
          <a:p>
            <a:pPr lvl="0"/>
            <a:r>
              <a:rPr lang="en-US"/>
              <a:t>Click to edit Master text styles</a:t>
            </a:r>
          </a:p>
        </p:txBody>
      </p:sp>
      <p:sp>
        <p:nvSpPr>
          <p:cNvPr id="11" name="Picture Placeholder 10"/>
          <p:cNvSpPr>
            <a:spLocks noGrp="1"/>
          </p:cNvSpPr>
          <p:nvPr>
            <p:ph type="pic" sz="quarter" idx="13"/>
          </p:nvPr>
        </p:nvSpPr>
        <p:spPr>
          <a:xfrm>
            <a:off x="457202" y="1912941"/>
            <a:ext cx="5577417"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9" name="Footer Placeholder 7"/>
          <p:cNvSpPr>
            <a:spLocks noGrp="1"/>
          </p:cNvSpPr>
          <p:nvPr>
            <p:ph type="ftr" sz="quarter" idx="15"/>
          </p:nvPr>
        </p:nvSpPr>
        <p:spPr/>
        <p:txBody>
          <a:bodyPr/>
          <a:lstStyle>
            <a:lvl1pPr>
              <a:defRPr/>
            </a:lvl1pPr>
          </a:lstStyle>
          <a:p>
            <a:r>
              <a:rPr lang="en-US" dirty="0">
                <a:solidFill>
                  <a:srgbClr val="333333"/>
                </a:solidFill>
              </a:rPr>
              <a:t>HIGHMARK.COM</a:t>
            </a:r>
          </a:p>
        </p:txBody>
      </p:sp>
      <p:sp>
        <p:nvSpPr>
          <p:cNvPr id="14" name="Slide Number Placeholder 5"/>
          <p:cNvSpPr>
            <a:spLocks noGrp="1"/>
          </p:cNvSpPr>
          <p:nvPr>
            <p:ph type="sldNum" sz="quarter" idx="4"/>
          </p:nvPr>
        </p:nvSpPr>
        <p:spPr>
          <a:xfrm>
            <a:off x="11699108" y="6463355"/>
            <a:ext cx="448733" cy="365125"/>
          </a:xfrm>
          <a:prstGeom prst="rect">
            <a:avLst/>
          </a:prstGeom>
        </p:spPr>
        <p:txBody>
          <a:bodyPr vert="horz" wrap="square" lIns="0" tIns="0" rIns="0" bIns="0" numCol="1" anchor="b" anchorCtr="0" compatLnSpc="1">
            <a:prstTxWarp prst="textNoShape">
              <a:avLst/>
            </a:prstTxWarp>
          </a:bodyPr>
          <a:lstStyle>
            <a:lvl1pPr algn="r">
              <a:defRPr sz="1400" smtClean="0">
                <a:solidFill>
                  <a:schemeClr val="bg1"/>
                </a:solidFill>
                <a:ea typeface="ＭＳ Ｐゴシック" charset="-128"/>
              </a:defRPr>
            </a:lvl1pPr>
          </a:lstStyle>
          <a:p>
            <a:pPr fontAlgn="base">
              <a:spcBef>
                <a:spcPct val="0"/>
              </a:spcBef>
              <a:spcAft>
                <a:spcPct val="0"/>
              </a:spcAft>
              <a:defRPr/>
            </a:pPr>
            <a:fld id="{A8DEAE8A-6423-47B1-A5CD-FA95EE93DE68}" type="slidenum">
              <a:rPr lang="en-US">
                <a:solidFill>
                  <a:srgbClr val="333333"/>
                </a:solidFill>
              </a:rPr>
              <a:pPr fontAlgn="base">
                <a:spcBef>
                  <a:spcPct val="0"/>
                </a:spcBef>
                <a:spcAft>
                  <a:spcPct val="0"/>
                </a:spcAft>
                <a:defRPr/>
              </a:pPr>
              <a:t>‹#›</a:t>
            </a:fld>
            <a:endParaRPr lang="en-US" dirty="0">
              <a:solidFill>
                <a:srgbClr val="333333"/>
              </a:solidFill>
            </a:endParaRPr>
          </a:p>
        </p:txBody>
      </p:sp>
    </p:spTree>
    <p:extLst>
      <p:ext uri="{BB962C8B-B14F-4D97-AF65-F5344CB8AC3E}">
        <p14:creationId xmlns:p14="http://schemas.microsoft.com/office/powerpoint/2010/main" val="26588980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and 4-column with 1 headlin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2123041"/>
            <a:ext cx="11279717" cy="3874883"/>
          </a:xfrm>
        </p:spPr>
        <p:txBody>
          <a:bodyPr numCol="4" spcCol="91440"/>
          <a:lstStyle>
            <a:lvl1pPr marL="0" indent="0">
              <a:lnSpc>
                <a:spcPct val="120000"/>
              </a:lnSpc>
              <a:spcAft>
                <a:spcPts val="1000"/>
              </a:spcAft>
              <a:defRPr sz="1400" b="0">
                <a:solidFill>
                  <a:schemeClr val="bg1"/>
                </a:solidFill>
              </a:defRPr>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457200" y="1854087"/>
            <a:ext cx="11279717" cy="355600"/>
          </a:xfrm>
        </p:spPr>
        <p:txBody>
          <a:bodyPr/>
          <a:lstStyle/>
          <a:p>
            <a:pPr lvl="0"/>
            <a:r>
              <a:rPr lang="en-US"/>
              <a:t>Click to edit Master text styles</a:t>
            </a:r>
          </a:p>
        </p:txBody>
      </p:sp>
      <p:sp>
        <p:nvSpPr>
          <p:cNvPr id="8"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
        <p:nvSpPr>
          <p:cNvPr id="9" name="Slide Number Placeholder 5"/>
          <p:cNvSpPr>
            <a:spLocks noGrp="1"/>
          </p:cNvSpPr>
          <p:nvPr>
            <p:ph type="sldNum" sz="quarter" idx="4"/>
          </p:nvPr>
        </p:nvSpPr>
        <p:spPr>
          <a:xfrm>
            <a:off x="11699108" y="6463355"/>
            <a:ext cx="448733" cy="365125"/>
          </a:xfrm>
          <a:prstGeom prst="rect">
            <a:avLst/>
          </a:prstGeom>
        </p:spPr>
        <p:txBody>
          <a:bodyPr vert="horz" wrap="square" lIns="0" tIns="0" rIns="0" bIns="0" numCol="1" anchor="b" anchorCtr="0" compatLnSpc="1">
            <a:prstTxWarp prst="textNoShape">
              <a:avLst/>
            </a:prstTxWarp>
          </a:bodyPr>
          <a:lstStyle>
            <a:lvl1pPr algn="r">
              <a:defRPr sz="1400" smtClean="0">
                <a:solidFill>
                  <a:schemeClr val="bg1"/>
                </a:solidFill>
                <a:ea typeface="ＭＳ Ｐゴシック" charset="-128"/>
              </a:defRPr>
            </a:lvl1pPr>
          </a:lstStyle>
          <a:p>
            <a:pPr fontAlgn="base">
              <a:spcBef>
                <a:spcPct val="0"/>
              </a:spcBef>
              <a:spcAft>
                <a:spcPct val="0"/>
              </a:spcAft>
              <a:defRPr/>
            </a:pPr>
            <a:fld id="{A8DEAE8A-6423-47B1-A5CD-FA95EE93DE68}" type="slidenum">
              <a:rPr lang="en-US">
                <a:solidFill>
                  <a:srgbClr val="333333"/>
                </a:solidFill>
              </a:rPr>
              <a:pPr fontAlgn="base">
                <a:spcBef>
                  <a:spcPct val="0"/>
                </a:spcBef>
                <a:spcAft>
                  <a:spcPct val="0"/>
                </a:spcAft>
                <a:defRPr/>
              </a:pPr>
              <a:t>‹#›</a:t>
            </a:fld>
            <a:endParaRPr lang="en-US" dirty="0">
              <a:solidFill>
                <a:srgbClr val="333333"/>
              </a:solidFill>
            </a:endParaRPr>
          </a:p>
        </p:txBody>
      </p:sp>
    </p:spTree>
    <p:extLst>
      <p:ext uri="{BB962C8B-B14F-4D97-AF65-F5344CB8AC3E}">
        <p14:creationId xmlns:p14="http://schemas.microsoft.com/office/powerpoint/2010/main" val="91373583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itle, 3 columns, and Image with 1 headline">
    <p:spTree>
      <p:nvGrpSpPr>
        <p:cNvPr id="1" name=""/>
        <p:cNvGrpSpPr/>
        <p:nvPr/>
      </p:nvGrpSpPr>
      <p:grpSpPr>
        <a:xfrm>
          <a:off x="0" y="0"/>
          <a:ext cx="0" cy="0"/>
          <a:chOff x="0" y="0"/>
          <a:chExt cx="0" cy="0"/>
        </a:xfrm>
      </p:grpSpPr>
      <p:pic>
        <p:nvPicPr>
          <p:cNvPr id="6"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7"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2123041"/>
            <a:ext cx="8434917" cy="3874883"/>
          </a:xfrm>
        </p:spPr>
        <p:txBody>
          <a:bodyPr numCol="3" spcCol="91440"/>
          <a:lstStyle>
            <a:lvl1pPr marL="0" indent="0">
              <a:lnSpc>
                <a:spcPct val="120000"/>
              </a:lnSpc>
              <a:spcAft>
                <a:spcPts val="1000"/>
              </a:spcAft>
              <a:defRPr sz="1400" b="0">
                <a:solidFill>
                  <a:schemeClr val="bg1"/>
                </a:solidFill>
              </a:defRPr>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457200" y="1854087"/>
            <a:ext cx="8434917" cy="355600"/>
          </a:xfrm>
        </p:spPr>
        <p:txBody>
          <a:bodyPr/>
          <a:lstStyle/>
          <a:p>
            <a:pPr lvl="0"/>
            <a:r>
              <a:rPr lang="en-US"/>
              <a:t>Click to edit Master text styles</a:t>
            </a:r>
          </a:p>
        </p:txBody>
      </p:sp>
      <p:sp>
        <p:nvSpPr>
          <p:cNvPr id="11" name="Picture Placeholder 10"/>
          <p:cNvSpPr>
            <a:spLocks noGrp="1"/>
          </p:cNvSpPr>
          <p:nvPr>
            <p:ph type="pic" sz="quarter" idx="13"/>
          </p:nvPr>
        </p:nvSpPr>
        <p:spPr>
          <a:xfrm>
            <a:off x="9010652" y="1912941"/>
            <a:ext cx="2726267"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8" name="Slide Number Placeholder 6"/>
          <p:cNvSpPr>
            <a:spLocks noGrp="1"/>
          </p:cNvSpPr>
          <p:nvPr>
            <p:ph type="sldNum" sz="quarter" idx="14"/>
          </p:nvPr>
        </p:nvSpPr>
        <p:spPr/>
        <p:txBody>
          <a:bodyPr/>
          <a:lstStyle>
            <a:lvl1pPr>
              <a:defRPr smtClean="0"/>
            </a:lvl1pPr>
          </a:lstStyle>
          <a:p>
            <a:pPr>
              <a:defRPr/>
            </a:pPr>
            <a:fld id="{E70564F2-1DDD-46AC-B909-93415429AB2E}" type="slidenum">
              <a:rPr lang="en-US">
                <a:solidFill>
                  <a:srgbClr val="333333"/>
                </a:solidFill>
              </a:rPr>
              <a:pPr>
                <a:defRPr/>
              </a:pPr>
              <a:t>‹#›</a:t>
            </a:fld>
            <a:endParaRPr lang="en-US" dirty="0">
              <a:solidFill>
                <a:srgbClr val="333333"/>
              </a:solidFill>
            </a:endParaRPr>
          </a:p>
        </p:txBody>
      </p:sp>
      <p:sp>
        <p:nvSpPr>
          <p:cNvPr id="9" name="Footer Placeholder 7"/>
          <p:cNvSpPr>
            <a:spLocks noGrp="1"/>
          </p:cNvSpPr>
          <p:nvPr>
            <p:ph type="ftr" sz="quarter" idx="15"/>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168793628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_Title, 3 columns, and Image with 1 headline">
    <p:spTree>
      <p:nvGrpSpPr>
        <p:cNvPr id="1" name=""/>
        <p:cNvGrpSpPr/>
        <p:nvPr/>
      </p:nvGrpSpPr>
      <p:grpSpPr>
        <a:xfrm>
          <a:off x="0" y="0"/>
          <a:ext cx="0" cy="0"/>
          <a:chOff x="0" y="0"/>
          <a:chExt cx="0" cy="0"/>
        </a:xfrm>
      </p:grpSpPr>
      <p:pic>
        <p:nvPicPr>
          <p:cNvPr id="6"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7"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302000" y="2123041"/>
            <a:ext cx="8434917" cy="3874883"/>
          </a:xfrm>
        </p:spPr>
        <p:txBody>
          <a:bodyPr numCol="3" spcCol="91440"/>
          <a:lstStyle>
            <a:lvl1pPr marL="0" indent="0">
              <a:lnSpc>
                <a:spcPct val="120000"/>
              </a:lnSpc>
              <a:spcAft>
                <a:spcPts val="1000"/>
              </a:spcAft>
              <a:defRPr sz="1400" b="0">
                <a:solidFill>
                  <a:schemeClr val="bg1"/>
                </a:solidFill>
              </a:defRPr>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3302000" y="1854087"/>
            <a:ext cx="8434917" cy="355600"/>
          </a:xfrm>
        </p:spPr>
        <p:txBody>
          <a:bodyPr/>
          <a:lstStyle/>
          <a:p>
            <a:pPr lvl="0"/>
            <a:r>
              <a:rPr lang="en-US"/>
              <a:t>Click to edit Master text styles</a:t>
            </a:r>
          </a:p>
        </p:txBody>
      </p:sp>
      <p:sp>
        <p:nvSpPr>
          <p:cNvPr id="11" name="Picture Placeholder 10"/>
          <p:cNvSpPr>
            <a:spLocks noGrp="1"/>
          </p:cNvSpPr>
          <p:nvPr>
            <p:ph type="pic" sz="quarter" idx="13"/>
          </p:nvPr>
        </p:nvSpPr>
        <p:spPr>
          <a:xfrm>
            <a:off x="457201" y="1912941"/>
            <a:ext cx="2726267"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8" name="Slide Number Placeholder 6"/>
          <p:cNvSpPr>
            <a:spLocks noGrp="1"/>
          </p:cNvSpPr>
          <p:nvPr>
            <p:ph type="sldNum" sz="quarter" idx="14"/>
          </p:nvPr>
        </p:nvSpPr>
        <p:spPr/>
        <p:txBody>
          <a:bodyPr/>
          <a:lstStyle>
            <a:lvl1pPr>
              <a:defRPr smtClean="0"/>
            </a:lvl1pPr>
          </a:lstStyle>
          <a:p>
            <a:pPr>
              <a:defRPr/>
            </a:pPr>
            <a:fld id="{62DED867-1A33-4821-9085-B39260A1409D}" type="slidenum">
              <a:rPr lang="en-US">
                <a:solidFill>
                  <a:srgbClr val="333333"/>
                </a:solidFill>
              </a:rPr>
              <a:pPr>
                <a:defRPr/>
              </a:pPr>
              <a:t>‹#›</a:t>
            </a:fld>
            <a:endParaRPr lang="en-US" dirty="0">
              <a:solidFill>
                <a:srgbClr val="333333"/>
              </a:solidFill>
            </a:endParaRPr>
          </a:p>
        </p:txBody>
      </p:sp>
      <p:sp>
        <p:nvSpPr>
          <p:cNvPr id="9" name="Footer Placeholder 7"/>
          <p:cNvSpPr>
            <a:spLocks noGrp="1"/>
          </p:cNvSpPr>
          <p:nvPr>
            <p:ph type="ftr" sz="quarter" idx="15"/>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379891475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4-columns with headlines">
    <p:spTree>
      <p:nvGrpSpPr>
        <p:cNvPr id="1" name=""/>
        <p:cNvGrpSpPr/>
        <p:nvPr/>
      </p:nvGrpSpPr>
      <p:grpSpPr>
        <a:xfrm>
          <a:off x="0" y="0"/>
          <a:ext cx="0" cy="0"/>
          <a:chOff x="0" y="0"/>
          <a:chExt cx="0" cy="0"/>
        </a:xfrm>
      </p:grpSpPr>
      <p:pic>
        <p:nvPicPr>
          <p:cNvPr id="7"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8"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cxnSp>
        <p:nvCxnSpPr>
          <p:cNvPr id="9" name="Straight Connector 8"/>
          <p:cNvCxnSpPr/>
          <p:nvPr/>
        </p:nvCxnSpPr>
        <p:spPr>
          <a:xfrm rot="5400000">
            <a:off x="1623484" y="3384550"/>
            <a:ext cx="31242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4474633" y="3384550"/>
            <a:ext cx="31242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a:off x="7330017" y="3386138"/>
            <a:ext cx="31242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57201" y="1856317"/>
            <a:ext cx="2634075" cy="4141607"/>
          </a:xfrm>
        </p:spPr>
        <p:txBody>
          <a:bodyPr/>
          <a:lstStyle>
            <a:lvl1pPr marL="0" indent="0">
              <a:spcAft>
                <a:spcPts val="1400"/>
              </a:spcAft>
              <a:defRPr sz="1400"/>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
          <p:cNvSpPr>
            <a:spLocks noGrp="1"/>
          </p:cNvSpPr>
          <p:nvPr>
            <p:ph idx="12"/>
          </p:nvPr>
        </p:nvSpPr>
        <p:spPr>
          <a:xfrm>
            <a:off x="3306233" y="1856317"/>
            <a:ext cx="2634075" cy="4141607"/>
          </a:xfrm>
        </p:spPr>
        <p:txBody>
          <a:bodyPr/>
          <a:lstStyle>
            <a:lvl1pPr marL="0" indent="0">
              <a:spcAft>
                <a:spcPts val="1400"/>
              </a:spcAft>
              <a:defRPr sz="1400"/>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3"/>
          </p:nvPr>
        </p:nvSpPr>
        <p:spPr>
          <a:xfrm>
            <a:off x="6159498" y="1856317"/>
            <a:ext cx="2634075" cy="4141607"/>
          </a:xfrm>
        </p:spPr>
        <p:txBody>
          <a:bodyPr/>
          <a:lstStyle>
            <a:lvl1pPr marL="0" indent="0">
              <a:spcAft>
                <a:spcPts val="1400"/>
              </a:spcAft>
              <a:defRPr sz="1400"/>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4"/>
          </p:nvPr>
        </p:nvSpPr>
        <p:spPr>
          <a:xfrm>
            <a:off x="9008533" y="1856317"/>
            <a:ext cx="2634075" cy="4141607"/>
          </a:xfrm>
        </p:spPr>
        <p:txBody>
          <a:bodyPr/>
          <a:lstStyle>
            <a:lvl1pPr marL="0" indent="0">
              <a:spcAft>
                <a:spcPts val="1400"/>
              </a:spcAft>
              <a:defRPr sz="1400"/>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12" name="Slide Number Placeholder 6"/>
          <p:cNvSpPr>
            <a:spLocks noGrp="1"/>
          </p:cNvSpPr>
          <p:nvPr>
            <p:ph type="sldNum" sz="quarter" idx="15"/>
          </p:nvPr>
        </p:nvSpPr>
        <p:spPr/>
        <p:txBody>
          <a:bodyPr/>
          <a:lstStyle>
            <a:lvl1pPr>
              <a:defRPr smtClean="0"/>
            </a:lvl1pPr>
          </a:lstStyle>
          <a:p>
            <a:pPr>
              <a:defRPr/>
            </a:pPr>
            <a:fld id="{E5F9C53E-D30F-43D6-9AB4-1F175F1C24F9}" type="slidenum">
              <a:rPr lang="en-US">
                <a:solidFill>
                  <a:srgbClr val="333333"/>
                </a:solidFill>
              </a:rPr>
              <a:pPr>
                <a:defRPr/>
              </a:pPr>
              <a:t>‹#›</a:t>
            </a:fld>
            <a:endParaRPr lang="en-US" dirty="0">
              <a:solidFill>
                <a:srgbClr val="333333"/>
              </a:solidFill>
            </a:endParaRPr>
          </a:p>
        </p:txBody>
      </p:sp>
      <p:sp>
        <p:nvSpPr>
          <p:cNvPr id="16" name="Footer Placeholder 7"/>
          <p:cNvSpPr>
            <a:spLocks noGrp="1"/>
          </p:cNvSpPr>
          <p:nvPr>
            <p:ph type="ftr" sz="quarter" idx="16"/>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369420766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and 2-column Color Objects">
    <p:spTree>
      <p:nvGrpSpPr>
        <p:cNvPr id="1" name=""/>
        <p:cNvGrpSpPr/>
        <p:nvPr/>
      </p:nvGrpSpPr>
      <p:grpSpPr>
        <a:xfrm>
          <a:off x="0" y="0"/>
          <a:ext cx="0" cy="0"/>
          <a:chOff x="0" y="0"/>
          <a:chExt cx="0" cy="0"/>
        </a:xfrm>
      </p:grpSpPr>
      <p:sp>
        <p:nvSpPr>
          <p:cNvPr id="5" name="Freeform 4"/>
          <p:cNvSpPr/>
          <p:nvPr/>
        </p:nvSpPr>
        <p:spPr>
          <a:xfrm>
            <a:off x="450852" y="1903413"/>
            <a:ext cx="5585883" cy="3052762"/>
          </a:xfrm>
          <a:custGeom>
            <a:avLst/>
            <a:gdLst>
              <a:gd name="connsiteX0" fmla="*/ 0 w 4205111"/>
              <a:gd name="connsiteY0" fmla="*/ 3042356 h 3048000"/>
              <a:gd name="connsiteX1" fmla="*/ 0 w 4205111"/>
              <a:gd name="connsiteY1" fmla="*/ 107245 h 3048000"/>
              <a:gd name="connsiteX2" fmla="*/ 1185333 w 4205111"/>
              <a:gd name="connsiteY2" fmla="*/ 0 h 3048000"/>
              <a:gd name="connsiteX3" fmla="*/ 4205111 w 4205111"/>
              <a:gd name="connsiteY3" fmla="*/ 0 h 3048000"/>
              <a:gd name="connsiteX4" fmla="*/ 4205111 w 4205111"/>
              <a:gd name="connsiteY4" fmla="*/ 2935111 h 3048000"/>
              <a:gd name="connsiteX5" fmla="*/ 3008489 w 4205111"/>
              <a:gd name="connsiteY5" fmla="*/ 3048000 h 3048000"/>
              <a:gd name="connsiteX6" fmla="*/ 0 w 4205111"/>
              <a:gd name="connsiteY6" fmla="*/ 3042356 h 3048000"/>
              <a:gd name="connsiteX0" fmla="*/ 0 w 4205111"/>
              <a:gd name="connsiteY0" fmla="*/ 3042356 h 3048000"/>
              <a:gd name="connsiteX1" fmla="*/ 0 w 4205111"/>
              <a:gd name="connsiteY1" fmla="*/ 107245 h 3048000"/>
              <a:gd name="connsiteX2" fmla="*/ 1185333 w 4205111"/>
              <a:gd name="connsiteY2" fmla="*/ 0 h 3048000"/>
              <a:gd name="connsiteX3" fmla="*/ 4205111 w 4205111"/>
              <a:gd name="connsiteY3" fmla="*/ 0 h 3048000"/>
              <a:gd name="connsiteX4" fmla="*/ 4205111 w 4205111"/>
              <a:gd name="connsiteY4" fmla="*/ 2935111 h 3048000"/>
              <a:gd name="connsiteX5" fmla="*/ 3008489 w 4205111"/>
              <a:gd name="connsiteY5" fmla="*/ 3048000 h 3048000"/>
              <a:gd name="connsiteX6" fmla="*/ 0 w 4205111"/>
              <a:gd name="connsiteY6" fmla="*/ 3042356 h 3048000"/>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100681 h 3106325"/>
              <a:gd name="connsiteX1" fmla="*/ 0 w 4205111"/>
              <a:gd name="connsiteY1" fmla="*/ 165570 h 3106325"/>
              <a:gd name="connsiteX2" fmla="*/ 1185333 w 4205111"/>
              <a:gd name="connsiteY2" fmla="*/ 58325 h 3106325"/>
              <a:gd name="connsiteX3" fmla="*/ 4205111 w 4205111"/>
              <a:gd name="connsiteY3" fmla="*/ 58325 h 3106325"/>
              <a:gd name="connsiteX4" fmla="*/ 4205111 w 4205111"/>
              <a:gd name="connsiteY4" fmla="*/ 2993436 h 3106325"/>
              <a:gd name="connsiteX5" fmla="*/ 3008489 w 4205111"/>
              <a:gd name="connsiteY5" fmla="*/ 3106325 h 3106325"/>
              <a:gd name="connsiteX6" fmla="*/ 0 w 4205111"/>
              <a:gd name="connsiteY6" fmla="*/ 3100681 h 3106325"/>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05111" h="3051763">
                <a:moveTo>
                  <a:pt x="0" y="3046119"/>
                </a:moveTo>
                <a:lnTo>
                  <a:pt x="0" y="111008"/>
                </a:lnTo>
                <a:cubicBezTo>
                  <a:pt x="180622" y="58328"/>
                  <a:pt x="711199" y="0"/>
                  <a:pt x="1185333" y="3763"/>
                </a:cubicBezTo>
                <a:lnTo>
                  <a:pt x="4205111" y="3763"/>
                </a:lnTo>
                <a:lnTo>
                  <a:pt x="4205111" y="2938874"/>
                </a:lnTo>
                <a:cubicBezTo>
                  <a:pt x="4060237" y="2965216"/>
                  <a:pt x="3683941" y="3036712"/>
                  <a:pt x="3008489" y="3051763"/>
                </a:cubicBezTo>
                <a:lnTo>
                  <a:pt x="0" y="304611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333333"/>
              </a:solidFill>
            </a:endParaRPr>
          </a:p>
        </p:txBody>
      </p:sp>
      <p:sp>
        <p:nvSpPr>
          <p:cNvPr id="6" name="Freeform 5"/>
          <p:cNvSpPr/>
          <p:nvPr/>
        </p:nvSpPr>
        <p:spPr>
          <a:xfrm>
            <a:off x="6157384" y="1903413"/>
            <a:ext cx="5579533" cy="3052762"/>
          </a:xfrm>
          <a:custGeom>
            <a:avLst/>
            <a:gdLst>
              <a:gd name="connsiteX0" fmla="*/ 0 w 4205111"/>
              <a:gd name="connsiteY0" fmla="*/ 3042356 h 3048000"/>
              <a:gd name="connsiteX1" fmla="*/ 0 w 4205111"/>
              <a:gd name="connsiteY1" fmla="*/ 107245 h 3048000"/>
              <a:gd name="connsiteX2" fmla="*/ 1185333 w 4205111"/>
              <a:gd name="connsiteY2" fmla="*/ 0 h 3048000"/>
              <a:gd name="connsiteX3" fmla="*/ 4205111 w 4205111"/>
              <a:gd name="connsiteY3" fmla="*/ 0 h 3048000"/>
              <a:gd name="connsiteX4" fmla="*/ 4205111 w 4205111"/>
              <a:gd name="connsiteY4" fmla="*/ 2935111 h 3048000"/>
              <a:gd name="connsiteX5" fmla="*/ 3008489 w 4205111"/>
              <a:gd name="connsiteY5" fmla="*/ 3048000 h 3048000"/>
              <a:gd name="connsiteX6" fmla="*/ 0 w 4205111"/>
              <a:gd name="connsiteY6" fmla="*/ 3042356 h 3048000"/>
              <a:gd name="connsiteX0" fmla="*/ 0 w 4205111"/>
              <a:gd name="connsiteY0" fmla="*/ 3042356 h 3048000"/>
              <a:gd name="connsiteX1" fmla="*/ 0 w 4205111"/>
              <a:gd name="connsiteY1" fmla="*/ 107245 h 3048000"/>
              <a:gd name="connsiteX2" fmla="*/ 1185333 w 4205111"/>
              <a:gd name="connsiteY2" fmla="*/ 0 h 3048000"/>
              <a:gd name="connsiteX3" fmla="*/ 4205111 w 4205111"/>
              <a:gd name="connsiteY3" fmla="*/ 0 h 3048000"/>
              <a:gd name="connsiteX4" fmla="*/ 4205111 w 4205111"/>
              <a:gd name="connsiteY4" fmla="*/ 2935111 h 3048000"/>
              <a:gd name="connsiteX5" fmla="*/ 3008489 w 4205111"/>
              <a:gd name="connsiteY5" fmla="*/ 3048000 h 3048000"/>
              <a:gd name="connsiteX6" fmla="*/ 0 w 4205111"/>
              <a:gd name="connsiteY6" fmla="*/ 3042356 h 3048000"/>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100681 h 3106325"/>
              <a:gd name="connsiteX1" fmla="*/ 0 w 4205111"/>
              <a:gd name="connsiteY1" fmla="*/ 165570 h 3106325"/>
              <a:gd name="connsiteX2" fmla="*/ 1185333 w 4205111"/>
              <a:gd name="connsiteY2" fmla="*/ 58325 h 3106325"/>
              <a:gd name="connsiteX3" fmla="*/ 4205111 w 4205111"/>
              <a:gd name="connsiteY3" fmla="*/ 58325 h 3106325"/>
              <a:gd name="connsiteX4" fmla="*/ 4205111 w 4205111"/>
              <a:gd name="connsiteY4" fmla="*/ 2993436 h 3106325"/>
              <a:gd name="connsiteX5" fmla="*/ 3008489 w 4205111"/>
              <a:gd name="connsiteY5" fmla="*/ 3106325 h 3106325"/>
              <a:gd name="connsiteX6" fmla="*/ 0 w 4205111"/>
              <a:gd name="connsiteY6" fmla="*/ 3100681 h 3106325"/>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05111" h="3051763">
                <a:moveTo>
                  <a:pt x="0" y="3046119"/>
                </a:moveTo>
                <a:lnTo>
                  <a:pt x="0" y="111008"/>
                </a:lnTo>
                <a:cubicBezTo>
                  <a:pt x="180622" y="58328"/>
                  <a:pt x="711199" y="0"/>
                  <a:pt x="1185333" y="3763"/>
                </a:cubicBezTo>
                <a:lnTo>
                  <a:pt x="4205111" y="3763"/>
                </a:lnTo>
                <a:lnTo>
                  <a:pt x="4205111" y="2938874"/>
                </a:lnTo>
                <a:cubicBezTo>
                  <a:pt x="4060237" y="2965216"/>
                  <a:pt x="3683941" y="3036712"/>
                  <a:pt x="3008489" y="3051763"/>
                </a:cubicBezTo>
                <a:lnTo>
                  <a:pt x="0" y="304611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333333"/>
              </a:solidFill>
            </a:endParaRPr>
          </a:p>
        </p:txBody>
      </p:sp>
      <p:pic>
        <p:nvPicPr>
          <p:cNvPr id="7"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8"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3" name="Content Placeholder 2"/>
          <p:cNvSpPr>
            <a:spLocks noGrp="1"/>
          </p:cNvSpPr>
          <p:nvPr>
            <p:ph idx="1"/>
          </p:nvPr>
        </p:nvSpPr>
        <p:spPr>
          <a:xfrm>
            <a:off x="662281" y="2065867"/>
            <a:ext cx="5182307" cy="2889954"/>
          </a:xfrm>
        </p:spPr>
        <p:txBody>
          <a:bodyPr/>
          <a:lstStyle>
            <a:lvl1pPr marL="0" indent="0">
              <a:defRPr>
                <a:solidFill>
                  <a:schemeClr val="tx1"/>
                </a:solidFill>
              </a:defRPr>
            </a:lvl1pPr>
            <a:lvl2pPr>
              <a:buClr>
                <a:schemeClr val="tx1"/>
              </a:buCl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2"/>
          </p:nvPr>
        </p:nvSpPr>
        <p:spPr>
          <a:xfrm>
            <a:off x="6362465" y="2065867"/>
            <a:ext cx="5182307" cy="2889954"/>
          </a:xfrm>
        </p:spPr>
        <p:txBody>
          <a:bodyPr/>
          <a:lstStyle>
            <a:lvl1pPr marL="0" indent="0">
              <a:defRPr>
                <a:solidFill>
                  <a:schemeClr val="tx1"/>
                </a:solidFill>
              </a:defRPr>
            </a:lvl1pPr>
            <a:lvl2pPr>
              <a:buClr>
                <a:schemeClr val="tx1"/>
              </a:buCl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10" name="Slide Number Placeholder 6"/>
          <p:cNvSpPr>
            <a:spLocks noGrp="1"/>
          </p:cNvSpPr>
          <p:nvPr>
            <p:ph type="sldNum" sz="quarter" idx="13"/>
          </p:nvPr>
        </p:nvSpPr>
        <p:spPr/>
        <p:txBody>
          <a:bodyPr/>
          <a:lstStyle>
            <a:lvl1pPr>
              <a:defRPr smtClean="0"/>
            </a:lvl1pPr>
          </a:lstStyle>
          <a:p>
            <a:pPr>
              <a:defRPr/>
            </a:pPr>
            <a:fld id="{7833457A-3285-4F41-805F-2EB8C1F6D982}" type="slidenum">
              <a:rPr lang="en-US">
                <a:solidFill>
                  <a:srgbClr val="333333"/>
                </a:solidFill>
              </a:rPr>
              <a:pPr>
                <a:defRPr/>
              </a:pPr>
              <a:t>‹#›</a:t>
            </a:fld>
            <a:endParaRPr lang="en-US" dirty="0">
              <a:solidFill>
                <a:srgbClr val="333333"/>
              </a:solidFill>
            </a:endParaRPr>
          </a:p>
        </p:txBody>
      </p:sp>
      <p:sp>
        <p:nvSpPr>
          <p:cNvPr id="11"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176702077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2-Column text over Chevrons">
    <p:spTree>
      <p:nvGrpSpPr>
        <p:cNvPr id="1" name=""/>
        <p:cNvGrpSpPr/>
        <p:nvPr/>
      </p:nvGrpSpPr>
      <p:grpSpPr>
        <a:xfrm>
          <a:off x="0" y="0"/>
          <a:ext cx="0" cy="0"/>
          <a:chOff x="0" y="0"/>
          <a:chExt cx="0" cy="0"/>
        </a:xfrm>
      </p:grpSpPr>
      <p:sp>
        <p:nvSpPr>
          <p:cNvPr id="5" name="Freeform 4"/>
          <p:cNvSpPr/>
          <p:nvPr/>
        </p:nvSpPr>
        <p:spPr>
          <a:xfrm>
            <a:off x="472017" y="1905000"/>
            <a:ext cx="5715000" cy="3043238"/>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86308" h="3052171">
                <a:moveTo>
                  <a:pt x="14559" y="95543"/>
                </a:moveTo>
                <a:cubicBezTo>
                  <a:pt x="3642" y="40042"/>
                  <a:pt x="20019" y="3639"/>
                  <a:pt x="96446" y="2737"/>
                </a:cubicBezTo>
                <a:lnTo>
                  <a:pt x="3906900" y="0"/>
                </a:lnTo>
                <a:cubicBezTo>
                  <a:pt x="3966040" y="2737"/>
                  <a:pt x="3997885" y="24636"/>
                  <a:pt x="4010623" y="73908"/>
                </a:cubicBezTo>
                <a:lnTo>
                  <a:pt x="4269930" y="1442596"/>
                </a:lnTo>
                <a:cubicBezTo>
                  <a:pt x="4286308" y="1511031"/>
                  <a:pt x="4278119" y="1532929"/>
                  <a:pt x="4269930" y="1579464"/>
                </a:cubicBezTo>
                <a:lnTo>
                  <a:pt x="4018812" y="2967312"/>
                </a:lnTo>
                <a:cubicBezTo>
                  <a:pt x="4008803" y="3022060"/>
                  <a:pt x="3966040" y="3052171"/>
                  <a:pt x="3923276" y="3049434"/>
                </a:cubicBezTo>
                <a:lnTo>
                  <a:pt x="82796" y="3049434"/>
                </a:lnTo>
                <a:cubicBezTo>
                  <a:pt x="15467" y="3048521"/>
                  <a:pt x="0" y="3022972"/>
                  <a:pt x="11828" y="2956363"/>
                </a:cubicBezTo>
                <a:lnTo>
                  <a:pt x="257488" y="1576727"/>
                </a:lnTo>
                <a:cubicBezTo>
                  <a:pt x="266585" y="1534754"/>
                  <a:pt x="275685" y="1492782"/>
                  <a:pt x="265676" y="1453545"/>
                </a:cubicBezTo>
                <a:lnTo>
                  <a:pt x="14559" y="95543"/>
                </a:lnTo>
                <a:close/>
              </a:path>
            </a:pathLst>
          </a:cu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333333"/>
              </a:solidFill>
            </a:endParaRPr>
          </a:p>
        </p:txBody>
      </p:sp>
      <p:sp>
        <p:nvSpPr>
          <p:cNvPr id="6" name="Freeform 5"/>
          <p:cNvSpPr/>
          <p:nvPr/>
        </p:nvSpPr>
        <p:spPr>
          <a:xfrm>
            <a:off x="6187017" y="1905000"/>
            <a:ext cx="5715000" cy="3043238"/>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86308" h="3052171">
                <a:moveTo>
                  <a:pt x="14559" y="95543"/>
                </a:moveTo>
                <a:cubicBezTo>
                  <a:pt x="3642" y="40042"/>
                  <a:pt x="20019" y="3639"/>
                  <a:pt x="96446" y="2737"/>
                </a:cubicBezTo>
                <a:lnTo>
                  <a:pt x="3906900" y="0"/>
                </a:lnTo>
                <a:cubicBezTo>
                  <a:pt x="3966040" y="2737"/>
                  <a:pt x="3997885" y="24636"/>
                  <a:pt x="4010623" y="73908"/>
                </a:cubicBezTo>
                <a:lnTo>
                  <a:pt x="4269930" y="1442596"/>
                </a:lnTo>
                <a:cubicBezTo>
                  <a:pt x="4286308" y="1511031"/>
                  <a:pt x="4278119" y="1532929"/>
                  <a:pt x="4269930" y="1579464"/>
                </a:cubicBezTo>
                <a:lnTo>
                  <a:pt x="4018812" y="2967312"/>
                </a:lnTo>
                <a:cubicBezTo>
                  <a:pt x="4008803" y="3022060"/>
                  <a:pt x="3966040" y="3052171"/>
                  <a:pt x="3923276" y="3049434"/>
                </a:cubicBezTo>
                <a:lnTo>
                  <a:pt x="82796" y="3049434"/>
                </a:lnTo>
                <a:cubicBezTo>
                  <a:pt x="15467" y="3048521"/>
                  <a:pt x="0" y="3022972"/>
                  <a:pt x="11828" y="2956363"/>
                </a:cubicBezTo>
                <a:lnTo>
                  <a:pt x="257488" y="1576727"/>
                </a:lnTo>
                <a:cubicBezTo>
                  <a:pt x="266585" y="1534754"/>
                  <a:pt x="275685" y="1492782"/>
                  <a:pt x="265676" y="1453545"/>
                </a:cubicBezTo>
                <a:lnTo>
                  <a:pt x="14559" y="95543"/>
                </a:lnTo>
                <a:close/>
              </a:path>
            </a:pathLst>
          </a:cu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333333"/>
              </a:solidFill>
            </a:endParaRPr>
          </a:p>
        </p:txBody>
      </p:sp>
      <p:pic>
        <p:nvPicPr>
          <p:cNvPr id="7"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8"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3" name="Content Placeholder 2"/>
          <p:cNvSpPr>
            <a:spLocks noGrp="1"/>
          </p:cNvSpPr>
          <p:nvPr>
            <p:ph idx="1"/>
          </p:nvPr>
        </p:nvSpPr>
        <p:spPr>
          <a:xfrm>
            <a:off x="1076207" y="2065867"/>
            <a:ext cx="4663017" cy="2889954"/>
          </a:xfrm>
        </p:spPr>
        <p:txBody>
          <a:bodyPr/>
          <a:lstStyle>
            <a:lvl1pPr marL="0" indent="0">
              <a:defRPr>
                <a:solidFill>
                  <a:schemeClr val="tx1"/>
                </a:solidFill>
              </a:defRPr>
            </a:lvl1pPr>
            <a:lvl2pPr>
              <a:buClr>
                <a:schemeClr val="tx1"/>
              </a:buCl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2"/>
          </p:nvPr>
        </p:nvSpPr>
        <p:spPr>
          <a:xfrm>
            <a:off x="6776393" y="2065867"/>
            <a:ext cx="4663017" cy="2889954"/>
          </a:xfrm>
        </p:spPr>
        <p:txBody>
          <a:bodyPr/>
          <a:lstStyle>
            <a:lvl1pPr marL="0" indent="0">
              <a:defRPr>
                <a:solidFill>
                  <a:schemeClr val="tx1"/>
                </a:solidFill>
              </a:defRPr>
            </a:lvl1pPr>
            <a:lvl2pPr>
              <a:buClr>
                <a:schemeClr val="tx1"/>
              </a:buCl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
        <p:nvSpPr>
          <p:cNvPr id="10" name="Slide Number Placeholder 6"/>
          <p:cNvSpPr>
            <a:spLocks noGrp="1"/>
          </p:cNvSpPr>
          <p:nvPr>
            <p:ph type="sldNum" sz="quarter" idx="13"/>
          </p:nvPr>
        </p:nvSpPr>
        <p:spPr/>
        <p:txBody>
          <a:bodyPr/>
          <a:lstStyle>
            <a:lvl1pPr>
              <a:defRPr smtClean="0"/>
            </a:lvl1pPr>
          </a:lstStyle>
          <a:p>
            <a:pPr>
              <a:defRPr/>
            </a:pPr>
            <a:fld id="{4DE00EF4-5801-4A91-8E74-55BA324F7675}" type="slidenum">
              <a:rPr lang="en-US">
                <a:solidFill>
                  <a:srgbClr val="333333"/>
                </a:solidFill>
              </a:rPr>
              <a:pPr>
                <a:defRPr/>
              </a:pPr>
              <a:t>‹#›</a:t>
            </a:fld>
            <a:endParaRPr lang="en-US" dirty="0">
              <a:solidFill>
                <a:srgbClr val="333333"/>
              </a:solidFill>
            </a:endParaRPr>
          </a:p>
        </p:txBody>
      </p:sp>
      <p:sp>
        <p:nvSpPr>
          <p:cNvPr id="11"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147563981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and 4-column Text over Chevrons">
    <p:spTree>
      <p:nvGrpSpPr>
        <p:cNvPr id="1" name=""/>
        <p:cNvGrpSpPr/>
        <p:nvPr/>
      </p:nvGrpSpPr>
      <p:grpSpPr>
        <a:xfrm>
          <a:off x="0" y="0"/>
          <a:ext cx="0" cy="0"/>
          <a:chOff x="0" y="0"/>
          <a:chExt cx="0" cy="0"/>
        </a:xfrm>
      </p:grpSpPr>
      <p:sp>
        <p:nvSpPr>
          <p:cNvPr id="7" name="Freeform 6"/>
          <p:cNvSpPr/>
          <p:nvPr/>
        </p:nvSpPr>
        <p:spPr>
          <a:xfrm>
            <a:off x="359835" y="1916113"/>
            <a:ext cx="3050117" cy="3043237"/>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77737" h="3052171">
                <a:moveTo>
                  <a:pt x="10917" y="92899"/>
                </a:moveTo>
                <a:cubicBezTo>
                  <a:pt x="0" y="37398"/>
                  <a:pt x="26238" y="995"/>
                  <a:pt x="147029" y="93"/>
                </a:cubicBezTo>
                <a:lnTo>
                  <a:pt x="3617350" y="0"/>
                </a:lnTo>
                <a:cubicBezTo>
                  <a:pt x="3676490" y="2737"/>
                  <a:pt x="3767488" y="27277"/>
                  <a:pt x="3780226" y="76549"/>
                </a:cubicBezTo>
                <a:lnTo>
                  <a:pt x="4261359" y="1439952"/>
                </a:lnTo>
                <a:cubicBezTo>
                  <a:pt x="4277737" y="1508387"/>
                  <a:pt x="4269548" y="1530285"/>
                  <a:pt x="4261359" y="1576820"/>
                </a:cubicBezTo>
                <a:lnTo>
                  <a:pt x="3783487" y="2964668"/>
                </a:lnTo>
                <a:cubicBezTo>
                  <a:pt x="3773478" y="3019416"/>
                  <a:pt x="3646913" y="3052171"/>
                  <a:pt x="3604149" y="3049434"/>
                </a:cubicBezTo>
                <a:lnTo>
                  <a:pt x="158027" y="3046790"/>
                </a:lnTo>
                <a:cubicBezTo>
                  <a:pt x="61122" y="3045877"/>
                  <a:pt x="11145" y="3025614"/>
                  <a:pt x="22975" y="2966933"/>
                </a:cubicBezTo>
                <a:lnTo>
                  <a:pt x="475673" y="1565525"/>
                </a:lnTo>
                <a:cubicBezTo>
                  <a:pt x="484770" y="1523552"/>
                  <a:pt x="493868" y="1474282"/>
                  <a:pt x="483859" y="1435045"/>
                </a:cubicBezTo>
                <a:lnTo>
                  <a:pt x="10917" y="92899"/>
                </a:lnTo>
                <a:close/>
              </a:path>
            </a:pathLst>
          </a:cu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333333"/>
              </a:solidFill>
            </a:endParaRPr>
          </a:p>
        </p:txBody>
      </p:sp>
      <p:sp>
        <p:nvSpPr>
          <p:cNvPr id="8" name="Freeform 7"/>
          <p:cNvSpPr/>
          <p:nvPr/>
        </p:nvSpPr>
        <p:spPr>
          <a:xfrm>
            <a:off x="3194051" y="1916113"/>
            <a:ext cx="3050116" cy="3043237"/>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77737" h="3052171">
                <a:moveTo>
                  <a:pt x="10917" y="92899"/>
                </a:moveTo>
                <a:cubicBezTo>
                  <a:pt x="0" y="37398"/>
                  <a:pt x="26238" y="995"/>
                  <a:pt x="147029" y="93"/>
                </a:cubicBezTo>
                <a:lnTo>
                  <a:pt x="3617350" y="0"/>
                </a:lnTo>
                <a:cubicBezTo>
                  <a:pt x="3676490" y="2737"/>
                  <a:pt x="3767488" y="27277"/>
                  <a:pt x="3780226" y="76549"/>
                </a:cubicBezTo>
                <a:lnTo>
                  <a:pt x="4261359" y="1439952"/>
                </a:lnTo>
                <a:cubicBezTo>
                  <a:pt x="4277737" y="1508387"/>
                  <a:pt x="4269548" y="1530285"/>
                  <a:pt x="4261359" y="1576820"/>
                </a:cubicBezTo>
                <a:lnTo>
                  <a:pt x="3783487" y="2964668"/>
                </a:lnTo>
                <a:cubicBezTo>
                  <a:pt x="3773478" y="3019416"/>
                  <a:pt x="3646913" y="3052171"/>
                  <a:pt x="3604149" y="3049434"/>
                </a:cubicBezTo>
                <a:lnTo>
                  <a:pt x="158027" y="3046790"/>
                </a:lnTo>
                <a:cubicBezTo>
                  <a:pt x="61122" y="3045877"/>
                  <a:pt x="11145" y="3025614"/>
                  <a:pt x="22975" y="2966933"/>
                </a:cubicBezTo>
                <a:lnTo>
                  <a:pt x="475673" y="1565525"/>
                </a:lnTo>
                <a:cubicBezTo>
                  <a:pt x="484770" y="1523552"/>
                  <a:pt x="493868" y="1474282"/>
                  <a:pt x="483859" y="1435045"/>
                </a:cubicBezTo>
                <a:lnTo>
                  <a:pt x="10917" y="92899"/>
                </a:lnTo>
                <a:close/>
              </a:path>
            </a:pathLst>
          </a:custGeom>
          <a:solidFill>
            <a:srgbClr val="00A4E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333333"/>
              </a:solidFill>
            </a:endParaRPr>
          </a:p>
        </p:txBody>
      </p:sp>
      <p:sp>
        <p:nvSpPr>
          <p:cNvPr id="9" name="Freeform 8"/>
          <p:cNvSpPr/>
          <p:nvPr/>
        </p:nvSpPr>
        <p:spPr>
          <a:xfrm>
            <a:off x="6028267" y="1912941"/>
            <a:ext cx="3048000" cy="3043237"/>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77737" h="3052171">
                <a:moveTo>
                  <a:pt x="10917" y="92899"/>
                </a:moveTo>
                <a:cubicBezTo>
                  <a:pt x="0" y="37398"/>
                  <a:pt x="26238" y="995"/>
                  <a:pt x="147029" y="93"/>
                </a:cubicBezTo>
                <a:lnTo>
                  <a:pt x="3617350" y="0"/>
                </a:lnTo>
                <a:cubicBezTo>
                  <a:pt x="3676490" y="2737"/>
                  <a:pt x="3767488" y="27277"/>
                  <a:pt x="3780226" y="76549"/>
                </a:cubicBezTo>
                <a:lnTo>
                  <a:pt x="4261359" y="1439952"/>
                </a:lnTo>
                <a:cubicBezTo>
                  <a:pt x="4277737" y="1508387"/>
                  <a:pt x="4269548" y="1530285"/>
                  <a:pt x="4261359" y="1576820"/>
                </a:cubicBezTo>
                <a:lnTo>
                  <a:pt x="3783487" y="2964668"/>
                </a:lnTo>
                <a:cubicBezTo>
                  <a:pt x="3773478" y="3019416"/>
                  <a:pt x="3646913" y="3052171"/>
                  <a:pt x="3604149" y="3049434"/>
                </a:cubicBezTo>
                <a:lnTo>
                  <a:pt x="158027" y="3046790"/>
                </a:lnTo>
                <a:cubicBezTo>
                  <a:pt x="61122" y="3045877"/>
                  <a:pt x="11145" y="3025614"/>
                  <a:pt x="22975" y="2966933"/>
                </a:cubicBezTo>
                <a:lnTo>
                  <a:pt x="475673" y="1565525"/>
                </a:lnTo>
                <a:cubicBezTo>
                  <a:pt x="484770" y="1523552"/>
                  <a:pt x="493868" y="1474282"/>
                  <a:pt x="483859" y="1435045"/>
                </a:cubicBezTo>
                <a:lnTo>
                  <a:pt x="10917" y="92899"/>
                </a:lnTo>
                <a:close/>
              </a:path>
            </a:pathLst>
          </a:custGeom>
          <a:solidFill>
            <a:srgbClr val="00A4E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333333"/>
              </a:solidFill>
            </a:endParaRPr>
          </a:p>
        </p:txBody>
      </p:sp>
      <p:sp>
        <p:nvSpPr>
          <p:cNvPr id="10" name="Freeform 9"/>
          <p:cNvSpPr/>
          <p:nvPr/>
        </p:nvSpPr>
        <p:spPr>
          <a:xfrm>
            <a:off x="8862484" y="1912941"/>
            <a:ext cx="3048000" cy="3043237"/>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77737" h="3052171">
                <a:moveTo>
                  <a:pt x="10917" y="92899"/>
                </a:moveTo>
                <a:cubicBezTo>
                  <a:pt x="0" y="37398"/>
                  <a:pt x="26238" y="995"/>
                  <a:pt x="147029" y="93"/>
                </a:cubicBezTo>
                <a:lnTo>
                  <a:pt x="3617350" y="0"/>
                </a:lnTo>
                <a:cubicBezTo>
                  <a:pt x="3676490" y="2737"/>
                  <a:pt x="3767488" y="27277"/>
                  <a:pt x="3780226" y="76549"/>
                </a:cubicBezTo>
                <a:lnTo>
                  <a:pt x="4261359" y="1439952"/>
                </a:lnTo>
                <a:cubicBezTo>
                  <a:pt x="4277737" y="1508387"/>
                  <a:pt x="4269548" y="1530285"/>
                  <a:pt x="4261359" y="1576820"/>
                </a:cubicBezTo>
                <a:lnTo>
                  <a:pt x="3783487" y="2964668"/>
                </a:lnTo>
                <a:cubicBezTo>
                  <a:pt x="3773478" y="3019416"/>
                  <a:pt x="3646913" y="3052171"/>
                  <a:pt x="3604149" y="3049434"/>
                </a:cubicBezTo>
                <a:lnTo>
                  <a:pt x="158027" y="3046790"/>
                </a:lnTo>
                <a:cubicBezTo>
                  <a:pt x="61122" y="3045877"/>
                  <a:pt x="11145" y="3025614"/>
                  <a:pt x="22975" y="2966933"/>
                </a:cubicBezTo>
                <a:lnTo>
                  <a:pt x="475673" y="1565525"/>
                </a:lnTo>
                <a:cubicBezTo>
                  <a:pt x="484770" y="1523552"/>
                  <a:pt x="493868" y="1474282"/>
                  <a:pt x="483859" y="1435045"/>
                </a:cubicBezTo>
                <a:lnTo>
                  <a:pt x="10917" y="92899"/>
                </a:lnTo>
                <a:close/>
              </a:path>
            </a:pathLst>
          </a:custGeom>
          <a:solidFill>
            <a:srgbClr val="00A4E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333333"/>
              </a:solidFill>
            </a:endParaRPr>
          </a:p>
        </p:txBody>
      </p:sp>
      <p:pic>
        <p:nvPicPr>
          <p:cNvPr id="11"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12"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3" name="Content Placeholder 2"/>
          <p:cNvSpPr>
            <a:spLocks noGrp="1"/>
          </p:cNvSpPr>
          <p:nvPr>
            <p:ph idx="1"/>
          </p:nvPr>
        </p:nvSpPr>
        <p:spPr>
          <a:xfrm>
            <a:off x="745067" y="1946803"/>
            <a:ext cx="2238492" cy="3012222"/>
          </a:xfrm>
        </p:spPr>
        <p:txBody>
          <a:bodyPr>
            <a:normAutofit/>
          </a:bodyPr>
          <a:lstStyle>
            <a:lvl1pPr marL="0" indent="0">
              <a:spcAft>
                <a:spcPts val="1400"/>
              </a:spcAft>
              <a:defRPr sz="1200">
                <a:solidFill>
                  <a:schemeClr val="tx1"/>
                </a:solidFill>
              </a:defRPr>
            </a:lvl1pPr>
            <a:lvl2pPr>
              <a:buClr>
                <a:schemeClr val="tx1"/>
              </a:buClr>
              <a:defRPr sz="1200">
                <a:solidFill>
                  <a:schemeClr val="tx1"/>
                </a:solidFill>
              </a:defRPr>
            </a:lvl2pPr>
            <a:lvl3pPr>
              <a:defRPr sz="1100">
                <a:solidFill>
                  <a:schemeClr val="tx1"/>
                </a:solidFill>
              </a:defRPr>
            </a:lvl3pPr>
            <a:lvl4pPr>
              <a:defRPr sz="1100">
                <a:solidFill>
                  <a:schemeClr val="tx1"/>
                </a:solidFill>
              </a:defRPr>
            </a:lvl4pPr>
            <a:lvl5pPr>
              <a:defRPr sz="9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
          <p:cNvSpPr>
            <a:spLocks noGrp="1"/>
          </p:cNvSpPr>
          <p:nvPr>
            <p:ph idx="12"/>
          </p:nvPr>
        </p:nvSpPr>
        <p:spPr>
          <a:xfrm>
            <a:off x="3580459" y="1946803"/>
            <a:ext cx="2238492" cy="3012222"/>
          </a:xfrm>
        </p:spPr>
        <p:txBody>
          <a:bodyPr>
            <a:normAutofit/>
          </a:bodyPr>
          <a:lstStyle>
            <a:lvl1pPr marL="0" indent="0">
              <a:spcAft>
                <a:spcPts val="1400"/>
              </a:spcAft>
              <a:defRPr sz="1200">
                <a:solidFill>
                  <a:schemeClr val="tx1"/>
                </a:solidFill>
              </a:defRPr>
            </a:lvl1pPr>
            <a:lvl2pPr>
              <a:buClr>
                <a:schemeClr val="tx1"/>
              </a:buClr>
              <a:defRPr sz="1200">
                <a:solidFill>
                  <a:schemeClr val="tx1"/>
                </a:solidFill>
              </a:defRPr>
            </a:lvl2pPr>
            <a:lvl3pPr>
              <a:defRPr sz="1100">
                <a:solidFill>
                  <a:schemeClr val="tx1"/>
                </a:solidFill>
              </a:defRPr>
            </a:lvl3pPr>
            <a:lvl4pPr>
              <a:defRPr sz="1100">
                <a:solidFill>
                  <a:schemeClr val="tx1"/>
                </a:solidFill>
              </a:defRPr>
            </a:lvl4pPr>
            <a:lvl5pPr>
              <a:defRPr sz="9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3"/>
          </p:nvPr>
        </p:nvSpPr>
        <p:spPr>
          <a:xfrm>
            <a:off x="6415854" y="1946803"/>
            <a:ext cx="2238492" cy="3012222"/>
          </a:xfrm>
        </p:spPr>
        <p:txBody>
          <a:bodyPr>
            <a:normAutofit/>
          </a:bodyPr>
          <a:lstStyle>
            <a:lvl1pPr marL="0" indent="0">
              <a:spcAft>
                <a:spcPts val="1400"/>
              </a:spcAft>
              <a:defRPr sz="1200">
                <a:solidFill>
                  <a:schemeClr val="tx1"/>
                </a:solidFill>
              </a:defRPr>
            </a:lvl1pPr>
            <a:lvl2pPr>
              <a:buClr>
                <a:schemeClr val="tx1"/>
              </a:buClr>
              <a:defRPr sz="1200">
                <a:solidFill>
                  <a:schemeClr val="tx1"/>
                </a:solidFill>
              </a:defRPr>
            </a:lvl2pPr>
            <a:lvl3pPr>
              <a:defRPr sz="1100">
                <a:solidFill>
                  <a:schemeClr val="tx1"/>
                </a:solidFill>
              </a:defRPr>
            </a:lvl3pPr>
            <a:lvl4pPr>
              <a:defRPr sz="1100">
                <a:solidFill>
                  <a:schemeClr val="tx1"/>
                </a:solidFill>
              </a:defRPr>
            </a:lvl4pPr>
            <a:lvl5pPr>
              <a:defRPr sz="9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4"/>
          </p:nvPr>
        </p:nvSpPr>
        <p:spPr>
          <a:xfrm>
            <a:off x="9251247" y="1946803"/>
            <a:ext cx="2238492" cy="3012222"/>
          </a:xfrm>
        </p:spPr>
        <p:txBody>
          <a:bodyPr>
            <a:normAutofit/>
          </a:bodyPr>
          <a:lstStyle>
            <a:lvl1pPr marL="0" indent="0">
              <a:spcAft>
                <a:spcPts val="1400"/>
              </a:spcAft>
              <a:defRPr sz="1200">
                <a:solidFill>
                  <a:schemeClr val="tx1"/>
                </a:solidFill>
              </a:defRPr>
            </a:lvl1pPr>
            <a:lvl2pPr>
              <a:buClr>
                <a:schemeClr val="tx1"/>
              </a:buClr>
              <a:defRPr sz="1200">
                <a:solidFill>
                  <a:schemeClr val="tx1"/>
                </a:solidFill>
              </a:defRPr>
            </a:lvl2pPr>
            <a:lvl3pPr>
              <a:defRPr sz="1100">
                <a:solidFill>
                  <a:schemeClr val="tx1"/>
                </a:solidFill>
              </a:defRPr>
            </a:lvl3pPr>
            <a:lvl4pPr>
              <a:defRPr sz="1100">
                <a:solidFill>
                  <a:schemeClr val="tx1"/>
                </a:solidFill>
              </a:defRPr>
            </a:lvl4pPr>
            <a:lvl5pPr>
              <a:defRPr sz="9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16" name="Slide Number Placeholder 6"/>
          <p:cNvSpPr>
            <a:spLocks noGrp="1"/>
          </p:cNvSpPr>
          <p:nvPr>
            <p:ph type="sldNum" sz="quarter" idx="15"/>
          </p:nvPr>
        </p:nvSpPr>
        <p:spPr/>
        <p:txBody>
          <a:bodyPr/>
          <a:lstStyle>
            <a:lvl1pPr>
              <a:defRPr smtClean="0"/>
            </a:lvl1pPr>
          </a:lstStyle>
          <a:p>
            <a:pPr>
              <a:defRPr/>
            </a:pPr>
            <a:fld id="{839B598F-200E-4427-B830-ADBF0EC3AE3A}" type="slidenum">
              <a:rPr lang="en-US">
                <a:solidFill>
                  <a:srgbClr val="333333"/>
                </a:solidFill>
              </a:rPr>
              <a:pPr>
                <a:defRPr/>
              </a:pPr>
              <a:t>‹#›</a:t>
            </a:fld>
            <a:endParaRPr lang="en-US" dirty="0">
              <a:solidFill>
                <a:srgbClr val="333333"/>
              </a:solidFill>
            </a:endParaRPr>
          </a:p>
        </p:txBody>
      </p:sp>
      <p:sp>
        <p:nvSpPr>
          <p:cNvPr id="17" name="Footer Placeholder 7"/>
          <p:cNvSpPr>
            <a:spLocks noGrp="1"/>
          </p:cNvSpPr>
          <p:nvPr>
            <p:ph type="ftr" sz="quarter" idx="16"/>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564546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8"/>
                                        </p:tgtEl>
                                        <p:attrNameLst>
                                          <p:attrName>fillcolor</p:attrName>
                                        </p:attrNameLst>
                                      </p:cBhvr>
                                      <p:to>
                                        <a:schemeClr val="accent1"/>
                                      </p:to>
                                    </p:animClr>
                                    <p:set>
                                      <p:cBhvr>
                                        <p:cTn id="7" dur="500" fill="hold"/>
                                        <p:tgtEl>
                                          <p:spTgt spid="8"/>
                                        </p:tgtEl>
                                        <p:attrNameLst>
                                          <p:attrName>fill.type</p:attrName>
                                        </p:attrNameLst>
                                      </p:cBhvr>
                                      <p:to>
                                        <p:strVal val="solid"/>
                                      </p:to>
                                    </p:set>
                                    <p:set>
                                      <p:cBhvr>
                                        <p:cTn id="8" dur="500" fill="hold"/>
                                        <p:tgtEl>
                                          <p:spTgt spid="8"/>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1000" fill="hold"/>
                                        <p:tgtEl>
                                          <p:spTgt spid="7"/>
                                        </p:tgtEl>
                                        <p:attrNameLst>
                                          <p:attrName>fillcolor</p:attrName>
                                        </p:attrNameLst>
                                      </p:cBhvr>
                                      <p:to>
                                        <a:srgbClr val="8CA0A9"/>
                                      </p:to>
                                    </p:animClr>
                                    <p:set>
                                      <p:cBhvr>
                                        <p:cTn id="11" dur="1000" fill="hold"/>
                                        <p:tgtEl>
                                          <p:spTgt spid="7"/>
                                        </p:tgtEl>
                                        <p:attrNameLst>
                                          <p:attrName>fill.type</p:attrName>
                                        </p:attrNameLst>
                                      </p:cBhvr>
                                      <p:to>
                                        <p:strVal val="solid"/>
                                      </p:to>
                                    </p:set>
                                    <p:set>
                                      <p:cBhvr>
                                        <p:cTn id="12" dur="1000" fill="hold"/>
                                        <p:tgtEl>
                                          <p:spTgt spid="7"/>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mph" presetSubtype="2" fill="hold" nodeType="clickEffect">
                                  <p:stCondLst>
                                    <p:cond delay="0"/>
                                  </p:stCondLst>
                                  <p:childTnLst>
                                    <p:animClr clrSpc="rgb" dir="cw">
                                      <p:cBhvr>
                                        <p:cTn id="16" dur="500" fill="hold"/>
                                        <p:tgtEl>
                                          <p:spTgt spid="9"/>
                                        </p:tgtEl>
                                        <p:attrNameLst>
                                          <p:attrName>fillcolor</p:attrName>
                                        </p:attrNameLst>
                                      </p:cBhvr>
                                      <p:to>
                                        <a:schemeClr val="accent1"/>
                                      </p:to>
                                    </p:animClr>
                                    <p:set>
                                      <p:cBhvr>
                                        <p:cTn id="17" dur="500" fill="hold"/>
                                        <p:tgtEl>
                                          <p:spTgt spid="9"/>
                                        </p:tgtEl>
                                        <p:attrNameLst>
                                          <p:attrName>fill.type</p:attrName>
                                        </p:attrNameLst>
                                      </p:cBhvr>
                                      <p:to>
                                        <p:strVal val="solid"/>
                                      </p:to>
                                    </p:set>
                                    <p:set>
                                      <p:cBhvr>
                                        <p:cTn id="18" dur="500" fill="hold"/>
                                        <p:tgtEl>
                                          <p:spTgt spid="9"/>
                                        </p:tgtEl>
                                        <p:attrNameLst>
                                          <p:attrName>fill.on</p:attrName>
                                        </p:attrNameLst>
                                      </p:cBhvr>
                                      <p:to>
                                        <p:strVal val="true"/>
                                      </p:to>
                                    </p:set>
                                  </p:childTnLst>
                                </p:cTn>
                              </p:par>
                              <p:par>
                                <p:cTn id="19" presetID="1" presetClass="emph" presetSubtype="2" fill="hold" nodeType="withEffect">
                                  <p:stCondLst>
                                    <p:cond delay="0"/>
                                  </p:stCondLst>
                                  <p:childTnLst>
                                    <p:animClr clrSpc="rgb" dir="cw">
                                      <p:cBhvr>
                                        <p:cTn id="20" dur="1000" fill="hold"/>
                                        <p:tgtEl>
                                          <p:spTgt spid="8"/>
                                        </p:tgtEl>
                                        <p:attrNameLst>
                                          <p:attrName>fillcolor</p:attrName>
                                        </p:attrNameLst>
                                      </p:cBhvr>
                                      <p:to>
                                        <a:srgbClr val="8CA0A9"/>
                                      </p:to>
                                    </p:animClr>
                                    <p:set>
                                      <p:cBhvr>
                                        <p:cTn id="21" dur="1000" fill="hold"/>
                                        <p:tgtEl>
                                          <p:spTgt spid="8"/>
                                        </p:tgtEl>
                                        <p:attrNameLst>
                                          <p:attrName>fill.type</p:attrName>
                                        </p:attrNameLst>
                                      </p:cBhvr>
                                      <p:to>
                                        <p:strVal val="solid"/>
                                      </p:to>
                                    </p:set>
                                    <p:set>
                                      <p:cBhvr>
                                        <p:cTn id="22" dur="1000" fill="hold"/>
                                        <p:tgtEl>
                                          <p:spTgt spid="8"/>
                                        </p:tgtEl>
                                        <p:attrNameLst>
                                          <p:attrName>fill.on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1" presetClass="emph" presetSubtype="2" fill="hold" nodeType="clickEffect">
                                  <p:stCondLst>
                                    <p:cond delay="0"/>
                                  </p:stCondLst>
                                  <p:childTnLst>
                                    <p:animClr clrSpc="rgb" dir="cw">
                                      <p:cBhvr>
                                        <p:cTn id="26" dur="500" fill="hold"/>
                                        <p:tgtEl>
                                          <p:spTgt spid="10"/>
                                        </p:tgtEl>
                                        <p:attrNameLst>
                                          <p:attrName>fillcolor</p:attrName>
                                        </p:attrNameLst>
                                      </p:cBhvr>
                                      <p:to>
                                        <a:schemeClr val="accent1"/>
                                      </p:to>
                                    </p:animClr>
                                    <p:set>
                                      <p:cBhvr>
                                        <p:cTn id="27" dur="500" fill="hold"/>
                                        <p:tgtEl>
                                          <p:spTgt spid="10"/>
                                        </p:tgtEl>
                                        <p:attrNameLst>
                                          <p:attrName>fill.type</p:attrName>
                                        </p:attrNameLst>
                                      </p:cBhvr>
                                      <p:to>
                                        <p:strVal val="solid"/>
                                      </p:to>
                                    </p:set>
                                    <p:set>
                                      <p:cBhvr>
                                        <p:cTn id="28" dur="500" fill="hold"/>
                                        <p:tgtEl>
                                          <p:spTgt spid="10"/>
                                        </p:tgtEl>
                                        <p:attrNameLst>
                                          <p:attrName>fill.on</p:attrName>
                                        </p:attrNameLst>
                                      </p:cBhvr>
                                      <p:to>
                                        <p:strVal val="true"/>
                                      </p:to>
                                    </p:set>
                                  </p:childTnLst>
                                </p:cTn>
                              </p:par>
                              <p:par>
                                <p:cTn id="29" presetID="1" presetClass="emph" presetSubtype="2" fill="hold" nodeType="withEffect">
                                  <p:stCondLst>
                                    <p:cond delay="0"/>
                                  </p:stCondLst>
                                  <p:childTnLst>
                                    <p:animClr clrSpc="rgb" dir="cw">
                                      <p:cBhvr>
                                        <p:cTn id="30" dur="1000" fill="hold"/>
                                        <p:tgtEl>
                                          <p:spTgt spid="9"/>
                                        </p:tgtEl>
                                        <p:attrNameLst>
                                          <p:attrName>fillcolor</p:attrName>
                                        </p:attrNameLst>
                                      </p:cBhvr>
                                      <p:to>
                                        <a:srgbClr val="8CA0A9"/>
                                      </p:to>
                                    </p:animClr>
                                    <p:set>
                                      <p:cBhvr>
                                        <p:cTn id="31" dur="1000" fill="hold"/>
                                        <p:tgtEl>
                                          <p:spTgt spid="9"/>
                                        </p:tgtEl>
                                        <p:attrNameLst>
                                          <p:attrName>fill.type</p:attrName>
                                        </p:attrNameLst>
                                      </p:cBhvr>
                                      <p:to>
                                        <p:strVal val="solid"/>
                                      </p:to>
                                    </p:set>
                                    <p:set>
                                      <p:cBhvr>
                                        <p:cTn id="32" dur="1000" fill="hold"/>
                                        <p:tgtEl>
                                          <p:spTgt spid="9"/>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4-column text Arrow Headlines">
    <p:spTree>
      <p:nvGrpSpPr>
        <p:cNvPr id="1" name=""/>
        <p:cNvGrpSpPr/>
        <p:nvPr/>
      </p:nvGrpSpPr>
      <p:grpSpPr>
        <a:xfrm>
          <a:off x="0" y="0"/>
          <a:ext cx="0" cy="0"/>
          <a:chOff x="0" y="0"/>
          <a:chExt cx="0" cy="0"/>
        </a:xfrm>
      </p:grpSpPr>
      <p:pic>
        <p:nvPicPr>
          <p:cNvPr id="7"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8"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3" name="Content Placeholder 2"/>
          <p:cNvSpPr>
            <a:spLocks noGrp="1"/>
          </p:cNvSpPr>
          <p:nvPr>
            <p:ph idx="1"/>
          </p:nvPr>
        </p:nvSpPr>
        <p:spPr>
          <a:xfrm>
            <a:off x="556923" y="1986311"/>
            <a:ext cx="2404061" cy="3955702"/>
          </a:xfrm>
        </p:spPr>
        <p:txBody>
          <a:bodyPr>
            <a:normAutofit/>
          </a:bodyPr>
          <a:lstStyle>
            <a:lvl1pPr marL="0" indent="0">
              <a:spcAft>
                <a:spcPts val="1400"/>
              </a:spcAft>
              <a:defRPr sz="1400">
                <a:solidFill>
                  <a:schemeClr val="tx1"/>
                </a:solidFill>
              </a:defRPr>
            </a:lvl1pPr>
            <a:lvl2pPr>
              <a:buClr>
                <a:schemeClr val="bg1"/>
              </a:buClr>
              <a:defRPr sz="1200">
                <a:solidFill>
                  <a:schemeClr val="bg1"/>
                </a:solidFill>
              </a:defRPr>
            </a:lvl2pPr>
            <a:lvl3pPr>
              <a:defRPr sz="1100">
                <a:solidFill>
                  <a:schemeClr val="bg1"/>
                </a:solidFill>
              </a:defRPr>
            </a:lvl3pPr>
            <a:lvl4pPr>
              <a:defRPr sz="11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
          <p:cNvSpPr>
            <a:spLocks noGrp="1"/>
          </p:cNvSpPr>
          <p:nvPr>
            <p:ph idx="12"/>
          </p:nvPr>
        </p:nvSpPr>
        <p:spPr>
          <a:xfrm>
            <a:off x="3404859" y="1986311"/>
            <a:ext cx="2404061" cy="3955702"/>
          </a:xfrm>
        </p:spPr>
        <p:txBody>
          <a:bodyPr>
            <a:normAutofit/>
          </a:bodyPr>
          <a:lstStyle>
            <a:lvl1pPr marL="0" indent="0">
              <a:spcAft>
                <a:spcPts val="1400"/>
              </a:spcAft>
              <a:defRPr sz="1400">
                <a:solidFill>
                  <a:schemeClr val="tx1"/>
                </a:solidFill>
              </a:defRPr>
            </a:lvl1pPr>
            <a:lvl2pPr>
              <a:buClr>
                <a:schemeClr val="bg1"/>
              </a:buClr>
              <a:defRPr sz="1200">
                <a:solidFill>
                  <a:schemeClr val="bg1"/>
                </a:solidFill>
              </a:defRPr>
            </a:lvl2pPr>
            <a:lvl3pPr>
              <a:defRPr sz="1100">
                <a:solidFill>
                  <a:schemeClr val="bg1"/>
                </a:solidFill>
              </a:defRPr>
            </a:lvl3pPr>
            <a:lvl4pPr>
              <a:defRPr sz="11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3"/>
          </p:nvPr>
        </p:nvSpPr>
        <p:spPr>
          <a:xfrm>
            <a:off x="6252795" y="1986311"/>
            <a:ext cx="2404061" cy="3955702"/>
          </a:xfrm>
        </p:spPr>
        <p:txBody>
          <a:bodyPr>
            <a:normAutofit/>
          </a:bodyPr>
          <a:lstStyle>
            <a:lvl1pPr marL="0" indent="0">
              <a:spcAft>
                <a:spcPts val="1400"/>
              </a:spcAft>
              <a:defRPr sz="1400">
                <a:solidFill>
                  <a:schemeClr val="tx1"/>
                </a:solidFill>
              </a:defRPr>
            </a:lvl1pPr>
            <a:lvl2pPr>
              <a:buClr>
                <a:schemeClr val="bg1"/>
              </a:buClr>
              <a:defRPr sz="1200">
                <a:solidFill>
                  <a:schemeClr val="bg1"/>
                </a:solidFill>
              </a:defRPr>
            </a:lvl2pPr>
            <a:lvl3pPr>
              <a:defRPr sz="1100">
                <a:solidFill>
                  <a:schemeClr val="bg1"/>
                </a:solidFill>
              </a:defRPr>
            </a:lvl3pPr>
            <a:lvl4pPr>
              <a:defRPr sz="11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4"/>
          </p:nvPr>
        </p:nvSpPr>
        <p:spPr>
          <a:xfrm>
            <a:off x="9100731" y="1986311"/>
            <a:ext cx="2404061" cy="3955702"/>
          </a:xfrm>
        </p:spPr>
        <p:txBody>
          <a:bodyPr>
            <a:normAutofit/>
          </a:bodyPr>
          <a:lstStyle>
            <a:lvl1pPr marL="0" indent="0">
              <a:spcAft>
                <a:spcPts val="1400"/>
              </a:spcAft>
              <a:defRPr sz="1400">
                <a:solidFill>
                  <a:schemeClr val="tx1"/>
                </a:solidFill>
              </a:defRPr>
            </a:lvl1pPr>
            <a:lvl2pPr>
              <a:buClr>
                <a:schemeClr val="bg1"/>
              </a:buClr>
              <a:defRPr sz="1200">
                <a:solidFill>
                  <a:schemeClr val="bg1"/>
                </a:solidFill>
              </a:defRPr>
            </a:lvl2pPr>
            <a:lvl3pPr>
              <a:defRPr sz="1100">
                <a:solidFill>
                  <a:schemeClr val="bg1"/>
                </a:solidFill>
              </a:defRPr>
            </a:lvl3pPr>
            <a:lvl4pPr>
              <a:defRPr sz="11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9" name="Slide Number Placeholder 6"/>
          <p:cNvSpPr>
            <a:spLocks noGrp="1"/>
          </p:cNvSpPr>
          <p:nvPr>
            <p:ph type="sldNum" sz="quarter" idx="15"/>
          </p:nvPr>
        </p:nvSpPr>
        <p:spPr/>
        <p:txBody>
          <a:bodyPr/>
          <a:lstStyle>
            <a:lvl1pPr>
              <a:defRPr smtClean="0"/>
            </a:lvl1pPr>
          </a:lstStyle>
          <a:p>
            <a:pPr>
              <a:defRPr/>
            </a:pPr>
            <a:fld id="{54E96721-EFD3-46C7-B4C7-162DB866211D}" type="slidenum">
              <a:rPr lang="en-US">
                <a:solidFill>
                  <a:srgbClr val="333333"/>
                </a:solidFill>
              </a:rPr>
              <a:pPr>
                <a:defRPr/>
              </a:pPr>
              <a:t>‹#›</a:t>
            </a:fld>
            <a:endParaRPr lang="en-US" dirty="0">
              <a:solidFill>
                <a:srgbClr val="333333"/>
              </a:solidFill>
            </a:endParaRPr>
          </a:p>
        </p:txBody>
      </p:sp>
      <p:sp>
        <p:nvSpPr>
          <p:cNvPr id="10" name="Footer Placeholder 7"/>
          <p:cNvSpPr>
            <a:spLocks noGrp="1"/>
          </p:cNvSpPr>
          <p:nvPr>
            <p:ph type="ftr" sz="quarter" idx="16"/>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46161921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 and 4-column Vertical Stack Arrows">
    <p:spTree>
      <p:nvGrpSpPr>
        <p:cNvPr id="1" name=""/>
        <p:cNvGrpSpPr/>
        <p:nvPr/>
      </p:nvGrpSpPr>
      <p:grpSpPr>
        <a:xfrm>
          <a:off x="0" y="0"/>
          <a:ext cx="0" cy="0"/>
          <a:chOff x="0" y="0"/>
          <a:chExt cx="0" cy="0"/>
        </a:xfrm>
      </p:grpSpPr>
      <p:sp>
        <p:nvSpPr>
          <p:cNvPr id="11" name="Freeform 10"/>
          <p:cNvSpPr/>
          <p:nvPr/>
        </p:nvSpPr>
        <p:spPr>
          <a:xfrm>
            <a:off x="457202" y="5040316"/>
            <a:ext cx="2747433" cy="655637"/>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83859 w 4277737"/>
              <a:gd name="connsiteY10" fmla="*/ 1435045 h 3052171"/>
              <a:gd name="connsiteX11" fmla="*/ 10917 w 4277737"/>
              <a:gd name="connsiteY11" fmla="*/ 92899 h 3052171"/>
              <a:gd name="connsiteX0" fmla="*/ 80311 w 4347131"/>
              <a:gd name="connsiteY0" fmla="*/ 92899 h 3052171"/>
              <a:gd name="connsiteX1" fmla="*/ 216423 w 4347131"/>
              <a:gd name="connsiteY1" fmla="*/ 93 h 3052171"/>
              <a:gd name="connsiteX2" fmla="*/ 3686744 w 4347131"/>
              <a:gd name="connsiteY2" fmla="*/ 0 h 3052171"/>
              <a:gd name="connsiteX3" fmla="*/ 3849620 w 4347131"/>
              <a:gd name="connsiteY3" fmla="*/ 76549 h 3052171"/>
              <a:gd name="connsiteX4" fmla="*/ 4330753 w 4347131"/>
              <a:gd name="connsiteY4" fmla="*/ 1439952 h 3052171"/>
              <a:gd name="connsiteX5" fmla="*/ 4330753 w 4347131"/>
              <a:gd name="connsiteY5" fmla="*/ 1576820 h 3052171"/>
              <a:gd name="connsiteX6" fmla="*/ 3852881 w 4347131"/>
              <a:gd name="connsiteY6" fmla="*/ 2964668 h 3052171"/>
              <a:gd name="connsiteX7" fmla="*/ 3673543 w 4347131"/>
              <a:gd name="connsiteY7" fmla="*/ 3049434 h 3052171"/>
              <a:gd name="connsiteX8" fmla="*/ 227421 w 4347131"/>
              <a:gd name="connsiteY8" fmla="*/ 3046790 h 3052171"/>
              <a:gd name="connsiteX9" fmla="*/ 92369 w 4347131"/>
              <a:gd name="connsiteY9" fmla="*/ 2966933 h 3052171"/>
              <a:gd name="connsiteX10" fmla="*/ 0 w 4347131"/>
              <a:gd name="connsiteY10" fmla="*/ 1589962 h 3052171"/>
              <a:gd name="connsiteX11" fmla="*/ 80311 w 4347131"/>
              <a:gd name="connsiteY11" fmla="*/ 92899 h 3052171"/>
              <a:gd name="connsiteX0" fmla="*/ 10918 w 4357587"/>
              <a:gd name="connsiteY0" fmla="*/ 402738 h 3052171"/>
              <a:gd name="connsiteX1" fmla="*/ 226879 w 4357587"/>
              <a:gd name="connsiteY1" fmla="*/ 93 h 3052171"/>
              <a:gd name="connsiteX2" fmla="*/ 3697200 w 4357587"/>
              <a:gd name="connsiteY2" fmla="*/ 0 h 3052171"/>
              <a:gd name="connsiteX3" fmla="*/ 3860076 w 4357587"/>
              <a:gd name="connsiteY3" fmla="*/ 76549 h 3052171"/>
              <a:gd name="connsiteX4" fmla="*/ 4341209 w 4357587"/>
              <a:gd name="connsiteY4" fmla="*/ 1439952 h 3052171"/>
              <a:gd name="connsiteX5" fmla="*/ 4341209 w 4357587"/>
              <a:gd name="connsiteY5" fmla="*/ 1576820 h 3052171"/>
              <a:gd name="connsiteX6" fmla="*/ 3863337 w 4357587"/>
              <a:gd name="connsiteY6" fmla="*/ 2964668 h 3052171"/>
              <a:gd name="connsiteX7" fmla="*/ 3683999 w 4357587"/>
              <a:gd name="connsiteY7" fmla="*/ 3049434 h 3052171"/>
              <a:gd name="connsiteX8" fmla="*/ 237877 w 4357587"/>
              <a:gd name="connsiteY8" fmla="*/ 3046790 h 3052171"/>
              <a:gd name="connsiteX9" fmla="*/ 102825 w 4357587"/>
              <a:gd name="connsiteY9" fmla="*/ 2966933 h 3052171"/>
              <a:gd name="connsiteX10" fmla="*/ 10456 w 4357587"/>
              <a:gd name="connsiteY10" fmla="*/ 1589962 h 3052171"/>
              <a:gd name="connsiteX11" fmla="*/ 10918 w 4357587"/>
              <a:gd name="connsiteY11" fmla="*/ 402738 h 3052171"/>
              <a:gd name="connsiteX0" fmla="*/ 11181 w 4357850"/>
              <a:gd name="connsiteY0" fmla="*/ 402738 h 3052171"/>
              <a:gd name="connsiteX1" fmla="*/ 227142 w 4357850"/>
              <a:gd name="connsiteY1" fmla="*/ 93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52171"/>
              <a:gd name="connsiteX1" fmla="*/ 175809 w 4357850"/>
              <a:gd name="connsiteY1" fmla="*/ 96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9 w 4357850"/>
              <a:gd name="connsiteY10" fmla="*/ 1589962 h 3068925"/>
              <a:gd name="connsiteX11" fmla="*/ 11181 w 4357850"/>
              <a:gd name="connsiteY11" fmla="*/ 402738 h 3068925"/>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997513"/>
              <a:gd name="connsiteX1" fmla="*/ 141587 w 4357850"/>
              <a:gd name="connsiteY1" fmla="*/ 96 h 3997513"/>
              <a:gd name="connsiteX2" fmla="*/ 3697463 w 4357850"/>
              <a:gd name="connsiteY2" fmla="*/ 0 h 3997513"/>
              <a:gd name="connsiteX3" fmla="*/ 3860339 w 4357850"/>
              <a:gd name="connsiteY3" fmla="*/ 76549 h 3997513"/>
              <a:gd name="connsiteX4" fmla="*/ 4341472 w 4357850"/>
              <a:gd name="connsiteY4" fmla="*/ 1439952 h 3997513"/>
              <a:gd name="connsiteX5" fmla="*/ 4341472 w 4357850"/>
              <a:gd name="connsiteY5" fmla="*/ 1576820 h 3997513"/>
              <a:gd name="connsiteX6" fmla="*/ 3863600 w 4357850"/>
              <a:gd name="connsiteY6" fmla="*/ 2964668 h 3997513"/>
              <a:gd name="connsiteX7" fmla="*/ 3684262 w 4357850"/>
              <a:gd name="connsiteY7" fmla="*/ 3049434 h 3997513"/>
              <a:gd name="connsiteX8" fmla="*/ 135474 w 4357850"/>
              <a:gd name="connsiteY8" fmla="*/ 3068925 h 3997513"/>
              <a:gd name="connsiteX9" fmla="*/ 11831 w 4357850"/>
              <a:gd name="connsiteY9" fmla="*/ 2701358 h 3997513"/>
              <a:gd name="connsiteX10" fmla="*/ 10718 w 4357850"/>
              <a:gd name="connsiteY10" fmla="*/ 1589963 h 3997513"/>
              <a:gd name="connsiteX11" fmla="*/ 11181 w 4357850"/>
              <a:gd name="connsiteY11" fmla="*/ 402738 h 3997513"/>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49662"/>
              <a:gd name="connsiteY0" fmla="*/ 402738 h 3090138"/>
              <a:gd name="connsiteX1" fmla="*/ 141587 w 4349662"/>
              <a:gd name="connsiteY1" fmla="*/ 96 h 3090138"/>
              <a:gd name="connsiteX2" fmla="*/ 3697463 w 4349662"/>
              <a:gd name="connsiteY2" fmla="*/ 0 h 3090138"/>
              <a:gd name="connsiteX3" fmla="*/ 3860339 w 4349662"/>
              <a:gd name="connsiteY3" fmla="*/ 76549 h 3090138"/>
              <a:gd name="connsiteX4" fmla="*/ 4187473 w 4349662"/>
              <a:gd name="connsiteY4" fmla="*/ 1240774 h 3090138"/>
              <a:gd name="connsiteX5" fmla="*/ 4341472 w 4349662"/>
              <a:gd name="connsiteY5" fmla="*/ 1576820 h 3090138"/>
              <a:gd name="connsiteX6" fmla="*/ 3863600 w 4349662"/>
              <a:gd name="connsiteY6" fmla="*/ 2964668 h 3090138"/>
              <a:gd name="connsiteX7" fmla="*/ 3684262 w 4349662"/>
              <a:gd name="connsiteY7" fmla="*/ 3049434 h 3090138"/>
              <a:gd name="connsiteX8" fmla="*/ 135474 w 4349662"/>
              <a:gd name="connsiteY8" fmla="*/ 3068925 h 3090138"/>
              <a:gd name="connsiteX9" fmla="*/ 11831 w 4349662"/>
              <a:gd name="connsiteY9" fmla="*/ 2701358 h 3090138"/>
              <a:gd name="connsiteX10" fmla="*/ 10718 w 4349662"/>
              <a:gd name="connsiteY10" fmla="*/ 1589963 h 3090138"/>
              <a:gd name="connsiteX11" fmla="*/ 11181 w 4349662"/>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863600 w 4207067"/>
              <a:gd name="connsiteY6" fmla="*/ 2964668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932044 w 4207067"/>
              <a:gd name="connsiteY6" fmla="*/ 2765490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6437"/>
              <a:gd name="connsiteX1" fmla="*/ 141587 w 4207067"/>
              <a:gd name="connsiteY1" fmla="*/ 96 h 3096437"/>
              <a:gd name="connsiteX2" fmla="*/ 3697463 w 4207067"/>
              <a:gd name="connsiteY2" fmla="*/ 0 h 3096437"/>
              <a:gd name="connsiteX3" fmla="*/ 3860339 w 4207067"/>
              <a:gd name="connsiteY3" fmla="*/ 76549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697463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45 w 4232910"/>
              <a:gd name="connsiteY0" fmla="*/ 497542 h 3096437"/>
              <a:gd name="connsiteX1" fmla="*/ 131552 w 4232910"/>
              <a:gd name="connsiteY1" fmla="*/ 96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117650"/>
              <a:gd name="connsiteX1" fmla="*/ 181373 w 4232910"/>
              <a:gd name="connsiteY1" fmla="*/ 0 h 3117650"/>
              <a:gd name="connsiteX2" fmla="*/ 3744463 w 4232910"/>
              <a:gd name="connsiteY2" fmla="*/ 0 h 3117650"/>
              <a:gd name="connsiteX3" fmla="*/ 3913862 w 4232910"/>
              <a:gd name="connsiteY3" fmla="*/ 240968 h 3117650"/>
              <a:gd name="connsiteX4" fmla="*/ 4177438 w 4232910"/>
              <a:gd name="connsiteY4" fmla="*/ 1240774 h 3117650"/>
              <a:gd name="connsiteX5" fmla="*/ 4188844 w 4232910"/>
              <a:gd name="connsiteY5" fmla="*/ 1864525 h 3117650"/>
              <a:gd name="connsiteX6" fmla="*/ 3931783 w 4232910"/>
              <a:gd name="connsiteY6" fmla="*/ 2784458 h 3117650"/>
              <a:gd name="connsiteX7" fmla="*/ 3742672 w 4232910"/>
              <a:gd name="connsiteY7" fmla="*/ 3093697 h 3117650"/>
              <a:gd name="connsiteX8" fmla="*/ 230612 w 4232910"/>
              <a:gd name="connsiteY8" fmla="*/ 3096437 h 3117650"/>
              <a:gd name="connsiteX9" fmla="*/ 1796 w 4232910"/>
              <a:gd name="connsiteY9" fmla="*/ 2701358 h 3117650"/>
              <a:gd name="connsiteX10" fmla="*/ 683 w 4232910"/>
              <a:gd name="connsiteY10" fmla="*/ 1589963 h 3117650"/>
              <a:gd name="connsiteX11" fmla="*/ 1145 w 4232910"/>
              <a:gd name="connsiteY11" fmla="*/ 497542 h 3117650"/>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462 w 4232227"/>
              <a:gd name="connsiteY0" fmla="*/ 497542 h 3096437"/>
              <a:gd name="connsiteX1" fmla="*/ 236043 w 4232227"/>
              <a:gd name="connsiteY1" fmla="*/ 0 h 3096437"/>
              <a:gd name="connsiteX2" fmla="*/ 3743780 w 4232227"/>
              <a:gd name="connsiteY2" fmla="*/ 0 h 3096437"/>
              <a:gd name="connsiteX3" fmla="*/ 3913179 w 4232227"/>
              <a:gd name="connsiteY3" fmla="*/ 240968 h 3096437"/>
              <a:gd name="connsiteX4" fmla="*/ 4176755 w 4232227"/>
              <a:gd name="connsiteY4" fmla="*/ 1240774 h 3096437"/>
              <a:gd name="connsiteX5" fmla="*/ 4188161 w 4232227"/>
              <a:gd name="connsiteY5" fmla="*/ 1864525 h 3096437"/>
              <a:gd name="connsiteX6" fmla="*/ 3931100 w 4232227"/>
              <a:gd name="connsiteY6" fmla="*/ 2784458 h 3096437"/>
              <a:gd name="connsiteX7" fmla="*/ 3741989 w 4232227"/>
              <a:gd name="connsiteY7" fmla="*/ 3093697 h 3096437"/>
              <a:gd name="connsiteX8" fmla="*/ 229929 w 4232227"/>
              <a:gd name="connsiteY8" fmla="*/ 3096437 h 3096437"/>
              <a:gd name="connsiteX9" fmla="*/ 1113 w 4232227"/>
              <a:gd name="connsiteY9" fmla="*/ 2701358 h 3096437"/>
              <a:gd name="connsiteX10" fmla="*/ 0 w 4232227"/>
              <a:gd name="connsiteY10" fmla="*/ 1589963 h 3096437"/>
              <a:gd name="connsiteX11" fmla="*/ 462 w 4232227"/>
              <a:gd name="connsiteY11" fmla="*/ 497542 h 3096437"/>
              <a:gd name="connsiteX0" fmla="*/ 462 w 4225672"/>
              <a:gd name="connsiteY0" fmla="*/ 497542 h 3096437"/>
              <a:gd name="connsiteX1" fmla="*/ 236043 w 4225672"/>
              <a:gd name="connsiteY1" fmla="*/ 0 h 3096437"/>
              <a:gd name="connsiteX2" fmla="*/ 3743780 w 4225672"/>
              <a:gd name="connsiteY2" fmla="*/ 0 h 3096437"/>
              <a:gd name="connsiteX3" fmla="*/ 3913179 w 4225672"/>
              <a:gd name="connsiteY3" fmla="*/ 240968 h 3096437"/>
              <a:gd name="connsiteX4" fmla="*/ 4106148 w 4225672"/>
              <a:gd name="connsiteY4" fmla="*/ 1240773 h 3096437"/>
              <a:gd name="connsiteX5" fmla="*/ 4188161 w 4225672"/>
              <a:gd name="connsiteY5" fmla="*/ 1864525 h 3096437"/>
              <a:gd name="connsiteX6" fmla="*/ 3931100 w 4225672"/>
              <a:gd name="connsiteY6" fmla="*/ 2784458 h 3096437"/>
              <a:gd name="connsiteX7" fmla="*/ 3741989 w 4225672"/>
              <a:gd name="connsiteY7" fmla="*/ 3093697 h 3096437"/>
              <a:gd name="connsiteX8" fmla="*/ 229929 w 4225672"/>
              <a:gd name="connsiteY8" fmla="*/ 3096437 h 3096437"/>
              <a:gd name="connsiteX9" fmla="*/ 1113 w 4225672"/>
              <a:gd name="connsiteY9" fmla="*/ 2701358 h 3096437"/>
              <a:gd name="connsiteX10" fmla="*/ 0 w 4225672"/>
              <a:gd name="connsiteY10" fmla="*/ 1589963 h 3096437"/>
              <a:gd name="connsiteX11" fmla="*/ 462 w 4225672"/>
              <a:gd name="connsiteY11" fmla="*/ 497542 h 3096437"/>
              <a:gd name="connsiteX0" fmla="*/ 462 w 4161620"/>
              <a:gd name="connsiteY0" fmla="*/ 497542 h 3096437"/>
              <a:gd name="connsiteX1" fmla="*/ 236043 w 4161620"/>
              <a:gd name="connsiteY1" fmla="*/ 0 h 3096437"/>
              <a:gd name="connsiteX2" fmla="*/ 3743780 w 4161620"/>
              <a:gd name="connsiteY2" fmla="*/ 0 h 3096437"/>
              <a:gd name="connsiteX3" fmla="*/ 3913179 w 4161620"/>
              <a:gd name="connsiteY3" fmla="*/ 240968 h 3096437"/>
              <a:gd name="connsiteX4" fmla="*/ 4106148 w 4161620"/>
              <a:gd name="connsiteY4" fmla="*/ 1240773 h 3096437"/>
              <a:gd name="connsiteX5" fmla="*/ 4100949 w 4161620"/>
              <a:gd name="connsiteY5" fmla="*/ 1877241 h 3096437"/>
              <a:gd name="connsiteX6" fmla="*/ 3931100 w 4161620"/>
              <a:gd name="connsiteY6" fmla="*/ 2784458 h 3096437"/>
              <a:gd name="connsiteX7" fmla="*/ 3741989 w 4161620"/>
              <a:gd name="connsiteY7" fmla="*/ 3093697 h 3096437"/>
              <a:gd name="connsiteX8" fmla="*/ 229929 w 4161620"/>
              <a:gd name="connsiteY8" fmla="*/ 3096437 h 3096437"/>
              <a:gd name="connsiteX9" fmla="*/ 1113 w 4161620"/>
              <a:gd name="connsiteY9" fmla="*/ 2701358 h 3096437"/>
              <a:gd name="connsiteX10" fmla="*/ 0 w 4161620"/>
              <a:gd name="connsiteY10" fmla="*/ 1589963 h 3096437"/>
              <a:gd name="connsiteX11" fmla="*/ 462 w 4161620"/>
              <a:gd name="connsiteY11" fmla="*/ 497542 h 3096437"/>
              <a:gd name="connsiteX0" fmla="*/ 462 w 4176837"/>
              <a:gd name="connsiteY0" fmla="*/ 497542 h 3096437"/>
              <a:gd name="connsiteX1" fmla="*/ 236043 w 4176837"/>
              <a:gd name="connsiteY1" fmla="*/ 0 h 3096437"/>
              <a:gd name="connsiteX2" fmla="*/ 3743780 w 4176837"/>
              <a:gd name="connsiteY2" fmla="*/ 0 h 3096437"/>
              <a:gd name="connsiteX3" fmla="*/ 3913179 w 4176837"/>
              <a:gd name="connsiteY3" fmla="*/ 240968 h 3096437"/>
              <a:gd name="connsiteX4" fmla="*/ 4106148 w 4176837"/>
              <a:gd name="connsiteY4" fmla="*/ 1240773 h 3096437"/>
              <a:gd name="connsiteX5" fmla="*/ 4100949 w 4176837"/>
              <a:gd name="connsiteY5" fmla="*/ 1877241 h 3096437"/>
              <a:gd name="connsiteX6" fmla="*/ 3931100 w 4176837"/>
              <a:gd name="connsiteY6" fmla="*/ 2784458 h 3096437"/>
              <a:gd name="connsiteX7" fmla="*/ 3741989 w 4176837"/>
              <a:gd name="connsiteY7" fmla="*/ 3093697 h 3096437"/>
              <a:gd name="connsiteX8" fmla="*/ 229929 w 4176837"/>
              <a:gd name="connsiteY8" fmla="*/ 3096437 h 3096437"/>
              <a:gd name="connsiteX9" fmla="*/ 1113 w 4176837"/>
              <a:gd name="connsiteY9" fmla="*/ 2701358 h 3096437"/>
              <a:gd name="connsiteX10" fmla="*/ 0 w 4176837"/>
              <a:gd name="connsiteY10" fmla="*/ 1589963 h 3096437"/>
              <a:gd name="connsiteX11" fmla="*/ 462 w 4176837"/>
              <a:gd name="connsiteY11" fmla="*/ 497542 h 3096437"/>
              <a:gd name="connsiteX0" fmla="*/ 462 w 4206920"/>
              <a:gd name="connsiteY0" fmla="*/ 497542 h 3096437"/>
              <a:gd name="connsiteX1" fmla="*/ 236043 w 4206920"/>
              <a:gd name="connsiteY1" fmla="*/ 0 h 3096437"/>
              <a:gd name="connsiteX2" fmla="*/ 3743780 w 4206920"/>
              <a:gd name="connsiteY2" fmla="*/ 0 h 3096437"/>
              <a:gd name="connsiteX3" fmla="*/ 3913179 w 4206920"/>
              <a:gd name="connsiteY3" fmla="*/ 240968 h 3096437"/>
              <a:gd name="connsiteX4" fmla="*/ 4106148 w 4206920"/>
              <a:gd name="connsiteY4" fmla="*/ 1240773 h 3096437"/>
              <a:gd name="connsiteX5" fmla="*/ 4100949 w 4206920"/>
              <a:gd name="connsiteY5" fmla="*/ 1877241 h 3096437"/>
              <a:gd name="connsiteX6" fmla="*/ 3931100 w 4206920"/>
              <a:gd name="connsiteY6" fmla="*/ 2784458 h 3096437"/>
              <a:gd name="connsiteX7" fmla="*/ 3741989 w 4206920"/>
              <a:gd name="connsiteY7" fmla="*/ 3093697 h 3096437"/>
              <a:gd name="connsiteX8" fmla="*/ 229929 w 4206920"/>
              <a:gd name="connsiteY8" fmla="*/ 3096437 h 3096437"/>
              <a:gd name="connsiteX9" fmla="*/ 1113 w 4206920"/>
              <a:gd name="connsiteY9" fmla="*/ 2701358 h 3096437"/>
              <a:gd name="connsiteX10" fmla="*/ 0 w 4206920"/>
              <a:gd name="connsiteY10" fmla="*/ 1589963 h 3096437"/>
              <a:gd name="connsiteX11" fmla="*/ 462 w 4206920"/>
              <a:gd name="connsiteY11" fmla="*/ 497542 h 3096437"/>
              <a:gd name="connsiteX0" fmla="*/ 462 w 4212455"/>
              <a:gd name="connsiteY0" fmla="*/ 497542 h 3096437"/>
              <a:gd name="connsiteX1" fmla="*/ 236043 w 4212455"/>
              <a:gd name="connsiteY1" fmla="*/ 0 h 3096437"/>
              <a:gd name="connsiteX2" fmla="*/ 3743780 w 4212455"/>
              <a:gd name="connsiteY2" fmla="*/ 0 h 3096437"/>
              <a:gd name="connsiteX3" fmla="*/ 3913179 w 4212455"/>
              <a:gd name="connsiteY3" fmla="*/ 240968 h 3096437"/>
              <a:gd name="connsiteX4" fmla="*/ 4111683 w 4212455"/>
              <a:gd name="connsiteY4" fmla="*/ 1317065 h 3096437"/>
              <a:gd name="connsiteX5" fmla="*/ 4100949 w 4212455"/>
              <a:gd name="connsiteY5" fmla="*/ 1877241 h 3096437"/>
              <a:gd name="connsiteX6" fmla="*/ 3931100 w 4212455"/>
              <a:gd name="connsiteY6" fmla="*/ 2784458 h 3096437"/>
              <a:gd name="connsiteX7" fmla="*/ 3741989 w 4212455"/>
              <a:gd name="connsiteY7" fmla="*/ 3093697 h 3096437"/>
              <a:gd name="connsiteX8" fmla="*/ 229929 w 4212455"/>
              <a:gd name="connsiteY8" fmla="*/ 3096437 h 3096437"/>
              <a:gd name="connsiteX9" fmla="*/ 1113 w 4212455"/>
              <a:gd name="connsiteY9" fmla="*/ 2701358 h 3096437"/>
              <a:gd name="connsiteX10" fmla="*/ 0 w 4212455"/>
              <a:gd name="connsiteY10" fmla="*/ 1589963 h 3096437"/>
              <a:gd name="connsiteX11" fmla="*/ 462 w 4212455"/>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00949 w 4245667"/>
              <a:gd name="connsiteY5" fmla="*/ 1877241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28628 w 4245667"/>
              <a:gd name="connsiteY5" fmla="*/ 1800948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28628 w 4229063"/>
              <a:gd name="connsiteY5" fmla="*/ 1800948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39699 w 4229063"/>
              <a:gd name="connsiteY5" fmla="*/ 1826376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741989 w 4229063"/>
              <a:gd name="connsiteY7" fmla="*/ 3106411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611977 h 3210872"/>
              <a:gd name="connsiteX1" fmla="*/ 236043 w 4229063"/>
              <a:gd name="connsiteY1" fmla="*/ 114435 h 3210872"/>
              <a:gd name="connsiteX2" fmla="*/ 3395052 w 4229063"/>
              <a:gd name="connsiteY2" fmla="*/ 0 h 3210872"/>
              <a:gd name="connsiteX3" fmla="*/ 3719440 w 4229063"/>
              <a:gd name="connsiteY3" fmla="*/ 329973 h 3210872"/>
              <a:gd name="connsiteX4" fmla="*/ 4128291 w 4229063"/>
              <a:gd name="connsiteY4" fmla="*/ 1380640 h 3210872"/>
              <a:gd name="connsiteX5" fmla="*/ 4139699 w 4229063"/>
              <a:gd name="connsiteY5" fmla="*/ 1940811 h 3210872"/>
              <a:gd name="connsiteX6" fmla="*/ 3720753 w 4229063"/>
              <a:gd name="connsiteY6" fmla="*/ 2937040 h 3210872"/>
              <a:gd name="connsiteX7" fmla="*/ 3426472 w 4229063"/>
              <a:gd name="connsiteY7" fmla="*/ 3208133 h 3210872"/>
              <a:gd name="connsiteX8" fmla="*/ 229929 w 4229063"/>
              <a:gd name="connsiteY8" fmla="*/ 3210872 h 3210872"/>
              <a:gd name="connsiteX9" fmla="*/ 1113 w 4229063"/>
              <a:gd name="connsiteY9" fmla="*/ 2815793 h 3210872"/>
              <a:gd name="connsiteX10" fmla="*/ 0 w 4229063"/>
              <a:gd name="connsiteY10" fmla="*/ 1704398 h 3210872"/>
              <a:gd name="connsiteX11" fmla="*/ 462 w 4229063"/>
              <a:gd name="connsiteY11" fmla="*/ 611977 h 3210872"/>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20753 w 4229063"/>
              <a:gd name="connsiteY6" fmla="*/ 2822605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9063" h="3096437">
                <a:moveTo>
                  <a:pt x="462" y="497542"/>
                </a:moveTo>
                <a:cubicBezTo>
                  <a:pt x="4160" y="117023"/>
                  <a:pt x="41216" y="20591"/>
                  <a:pt x="236043" y="0"/>
                </a:cubicBezTo>
                <a:lnTo>
                  <a:pt x="3395052" y="12718"/>
                </a:lnTo>
                <a:cubicBezTo>
                  <a:pt x="3638377" y="15457"/>
                  <a:pt x="3629208" y="966"/>
                  <a:pt x="3719440" y="215538"/>
                </a:cubicBezTo>
                <a:lnTo>
                  <a:pt x="4128291" y="1266205"/>
                </a:lnTo>
                <a:cubicBezTo>
                  <a:pt x="4229063" y="1454641"/>
                  <a:pt x="4215587" y="1665852"/>
                  <a:pt x="4139699" y="1826376"/>
                </a:cubicBezTo>
                <a:lnTo>
                  <a:pt x="3751433" y="2763881"/>
                </a:lnTo>
                <a:cubicBezTo>
                  <a:pt x="3680535" y="2912488"/>
                  <a:pt x="3626079" y="3096437"/>
                  <a:pt x="3426472" y="3093698"/>
                </a:cubicBezTo>
                <a:lnTo>
                  <a:pt x="229929" y="3096437"/>
                </a:lnTo>
                <a:cubicBezTo>
                  <a:pt x="66095" y="3096437"/>
                  <a:pt x="8137" y="3019692"/>
                  <a:pt x="1113" y="2701358"/>
                </a:cubicBezTo>
                <a:lnTo>
                  <a:pt x="0" y="1589963"/>
                </a:lnTo>
                <a:cubicBezTo>
                  <a:pt x="154" y="1194221"/>
                  <a:pt x="308" y="893284"/>
                  <a:pt x="462" y="497542"/>
                </a:cubicBezTo>
                <a:close/>
              </a:path>
            </a:pathLst>
          </a:custGeom>
          <a:solidFill>
            <a:srgbClr val="00A4E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333333"/>
              </a:solidFill>
            </a:endParaRPr>
          </a:p>
        </p:txBody>
      </p:sp>
      <p:sp>
        <p:nvSpPr>
          <p:cNvPr id="12" name="Freeform 11"/>
          <p:cNvSpPr/>
          <p:nvPr/>
        </p:nvSpPr>
        <p:spPr>
          <a:xfrm>
            <a:off x="457202" y="3992566"/>
            <a:ext cx="2747433" cy="657225"/>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83859 w 4277737"/>
              <a:gd name="connsiteY10" fmla="*/ 1435045 h 3052171"/>
              <a:gd name="connsiteX11" fmla="*/ 10917 w 4277737"/>
              <a:gd name="connsiteY11" fmla="*/ 92899 h 3052171"/>
              <a:gd name="connsiteX0" fmla="*/ 80311 w 4347131"/>
              <a:gd name="connsiteY0" fmla="*/ 92899 h 3052171"/>
              <a:gd name="connsiteX1" fmla="*/ 216423 w 4347131"/>
              <a:gd name="connsiteY1" fmla="*/ 93 h 3052171"/>
              <a:gd name="connsiteX2" fmla="*/ 3686744 w 4347131"/>
              <a:gd name="connsiteY2" fmla="*/ 0 h 3052171"/>
              <a:gd name="connsiteX3" fmla="*/ 3849620 w 4347131"/>
              <a:gd name="connsiteY3" fmla="*/ 76549 h 3052171"/>
              <a:gd name="connsiteX4" fmla="*/ 4330753 w 4347131"/>
              <a:gd name="connsiteY4" fmla="*/ 1439952 h 3052171"/>
              <a:gd name="connsiteX5" fmla="*/ 4330753 w 4347131"/>
              <a:gd name="connsiteY5" fmla="*/ 1576820 h 3052171"/>
              <a:gd name="connsiteX6" fmla="*/ 3852881 w 4347131"/>
              <a:gd name="connsiteY6" fmla="*/ 2964668 h 3052171"/>
              <a:gd name="connsiteX7" fmla="*/ 3673543 w 4347131"/>
              <a:gd name="connsiteY7" fmla="*/ 3049434 h 3052171"/>
              <a:gd name="connsiteX8" fmla="*/ 227421 w 4347131"/>
              <a:gd name="connsiteY8" fmla="*/ 3046790 h 3052171"/>
              <a:gd name="connsiteX9" fmla="*/ 92369 w 4347131"/>
              <a:gd name="connsiteY9" fmla="*/ 2966933 h 3052171"/>
              <a:gd name="connsiteX10" fmla="*/ 0 w 4347131"/>
              <a:gd name="connsiteY10" fmla="*/ 1589962 h 3052171"/>
              <a:gd name="connsiteX11" fmla="*/ 80311 w 4347131"/>
              <a:gd name="connsiteY11" fmla="*/ 92899 h 3052171"/>
              <a:gd name="connsiteX0" fmla="*/ 10918 w 4357587"/>
              <a:gd name="connsiteY0" fmla="*/ 402738 h 3052171"/>
              <a:gd name="connsiteX1" fmla="*/ 226879 w 4357587"/>
              <a:gd name="connsiteY1" fmla="*/ 93 h 3052171"/>
              <a:gd name="connsiteX2" fmla="*/ 3697200 w 4357587"/>
              <a:gd name="connsiteY2" fmla="*/ 0 h 3052171"/>
              <a:gd name="connsiteX3" fmla="*/ 3860076 w 4357587"/>
              <a:gd name="connsiteY3" fmla="*/ 76549 h 3052171"/>
              <a:gd name="connsiteX4" fmla="*/ 4341209 w 4357587"/>
              <a:gd name="connsiteY4" fmla="*/ 1439952 h 3052171"/>
              <a:gd name="connsiteX5" fmla="*/ 4341209 w 4357587"/>
              <a:gd name="connsiteY5" fmla="*/ 1576820 h 3052171"/>
              <a:gd name="connsiteX6" fmla="*/ 3863337 w 4357587"/>
              <a:gd name="connsiteY6" fmla="*/ 2964668 h 3052171"/>
              <a:gd name="connsiteX7" fmla="*/ 3683999 w 4357587"/>
              <a:gd name="connsiteY7" fmla="*/ 3049434 h 3052171"/>
              <a:gd name="connsiteX8" fmla="*/ 237877 w 4357587"/>
              <a:gd name="connsiteY8" fmla="*/ 3046790 h 3052171"/>
              <a:gd name="connsiteX9" fmla="*/ 102825 w 4357587"/>
              <a:gd name="connsiteY9" fmla="*/ 2966933 h 3052171"/>
              <a:gd name="connsiteX10" fmla="*/ 10456 w 4357587"/>
              <a:gd name="connsiteY10" fmla="*/ 1589962 h 3052171"/>
              <a:gd name="connsiteX11" fmla="*/ 10918 w 4357587"/>
              <a:gd name="connsiteY11" fmla="*/ 402738 h 3052171"/>
              <a:gd name="connsiteX0" fmla="*/ 11181 w 4357850"/>
              <a:gd name="connsiteY0" fmla="*/ 402738 h 3052171"/>
              <a:gd name="connsiteX1" fmla="*/ 227142 w 4357850"/>
              <a:gd name="connsiteY1" fmla="*/ 93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52171"/>
              <a:gd name="connsiteX1" fmla="*/ 175809 w 4357850"/>
              <a:gd name="connsiteY1" fmla="*/ 96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9 w 4357850"/>
              <a:gd name="connsiteY10" fmla="*/ 1589962 h 3068925"/>
              <a:gd name="connsiteX11" fmla="*/ 11181 w 4357850"/>
              <a:gd name="connsiteY11" fmla="*/ 402738 h 3068925"/>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997513"/>
              <a:gd name="connsiteX1" fmla="*/ 141587 w 4357850"/>
              <a:gd name="connsiteY1" fmla="*/ 96 h 3997513"/>
              <a:gd name="connsiteX2" fmla="*/ 3697463 w 4357850"/>
              <a:gd name="connsiteY2" fmla="*/ 0 h 3997513"/>
              <a:gd name="connsiteX3" fmla="*/ 3860339 w 4357850"/>
              <a:gd name="connsiteY3" fmla="*/ 76549 h 3997513"/>
              <a:gd name="connsiteX4" fmla="*/ 4341472 w 4357850"/>
              <a:gd name="connsiteY4" fmla="*/ 1439952 h 3997513"/>
              <a:gd name="connsiteX5" fmla="*/ 4341472 w 4357850"/>
              <a:gd name="connsiteY5" fmla="*/ 1576820 h 3997513"/>
              <a:gd name="connsiteX6" fmla="*/ 3863600 w 4357850"/>
              <a:gd name="connsiteY6" fmla="*/ 2964668 h 3997513"/>
              <a:gd name="connsiteX7" fmla="*/ 3684262 w 4357850"/>
              <a:gd name="connsiteY7" fmla="*/ 3049434 h 3997513"/>
              <a:gd name="connsiteX8" fmla="*/ 135474 w 4357850"/>
              <a:gd name="connsiteY8" fmla="*/ 3068925 h 3997513"/>
              <a:gd name="connsiteX9" fmla="*/ 11831 w 4357850"/>
              <a:gd name="connsiteY9" fmla="*/ 2701358 h 3997513"/>
              <a:gd name="connsiteX10" fmla="*/ 10718 w 4357850"/>
              <a:gd name="connsiteY10" fmla="*/ 1589963 h 3997513"/>
              <a:gd name="connsiteX11" fmla="*/ 11181 w 4357850"/>
              <a:gd name="connsiteY11" fmla="*/ 402738 h 3997513"/>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49662"/>
              <a:gd name="connsiteY0" fmla="*/ 402738 h 3090138"/>
              <a:gd name="connsiteX1" fmla="*/ 141587 w 4349662"/>
              <a:gd name="connsiteY1" fmla="*/ 96 h 3090138"/>
              <a:gd name="connsiteX2" fmla="*/ 3697463 w 4349662"/>
              <a:gd name="connsiteY2" fmla="*/ 0 h 3090138"/>
              <a:gd name="connsiteX3" fmla="*/ 3860339 w 4349662"/>
              <a:gd name="connsiteY3" fmla="*/ 76549 h 3090138"/>
              <a:gd name="connsiteX4" fmla="*/ 4187473 w 4349662"/>
              <a:gd name="connsiteY4" fmla="*/ 1240774 h 3090138"/>
              <a:gd name="connsiteX5" fmla="*/ 4341472 w 4349662"/>
              <a:gd name="connsiteY5" fmla="*/ 1576820 h 3090138"/>
              <a:gd name="connsiteX6" fmla="*/ 3863600 w 4349662"/>
              <a:gd name="connsiteY6" fmla="*/ 2964668 h 3090138"/>
              <a:gd name="connsiteX7" fmla="*/ 3684262 w 4349662"/>
              <a:gd name="connsiteY7" fmla="*/ 3049434 h 3090138"/>
              <a:gd name="connsiteX8" fmla="*/ 135474 w 4349662"/>
              <a:gd name="connsiteY8" fmla="*/ 3068925 h 3090138"/>
              <a:gd name="connsiteX9" fmla="*/ 11831 w 4349662"/>
              <a:gd name="connsiteY9" fmla="*/ 2701358 h 3090138"/>
              <a:gd name="connsiteX10" fmla="*/ 10718 w 4349662"/>
              <a:gd name="connsiteY10" fmla="*/ 1589963 h 3090138"/>
              <a:gd name="connsiteX11" fmla="*/ 11181 w 4349662"/>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863600 w 4207067"/>
              <a:gd name="connsiteY6" fmla="*/ 2964668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932044 w 4207067"/>
              <a:gd name="connsiteY6" fmla="*/ 2765490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6437"/>
              <a:gd name="connsiteX1" fmla="*/ 141587 w 4207067"/>
              <a:gd name="connsiteY1" fmla="*/ 96 h 3096437"/>
              <a:gd name="connsiteX2" fmla="*/ 3697463 w 4207067"/>
              <a:gd name="connsiteY2" fmla="*/ 0 h 3096437"/>
              <a:gd name="connsiteX3" fmla="*/ 3860339 w 4207067"/>
              <a:gd name="connsiteY3" fmla="*/ 76549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697463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45 w 4232910"/>
              <a:gd name="connsiteY0" fmla="*/ 497542 h 3096437"/>
              <a:gd name="connsiteX1" fmla="*/ 131552 w 4232910"/>
              <a:gd name="connsiteY1" fmla="*/ 96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117650"/>
              <a:gd name="connsiteX1" fmla="*/ 181373 w 4232910"/>
              <a:gd name="connsiteY1" fmla="*/ 0 h 3117650"/>
              <a:gd name="connsiteX2" fmla="*/ 3744463 w 4232910"/>
              <a:gd name="connsiteY2" fmla="*/ 0 h 3117650"/>
              <a:gd name="connsiteX3" fmla="*/ 3913862 w 4232910"/>
              <a:gd name="connsiteY3" fmla="*/ 240968 h 3117650"/>
              <a:gd name="connsiteX4" fmla="*/ 4177438 w 4232910"/>
              <a:gd name="connsiteY4" fmla="*/ 1240774 h 3117650"/>
              <a:gd name="connsiteX5" fmla="*/ 4188844 w 4232910"/>
              <a:gd name="connsiteY5" fmla="*/ 1864525 h 3117650"/>
              <a:gd name="connsiteX6" fmla="*/ 3931783 w 4232910"/>
              <a:gd name="connsiteY6" fmla="*/ 2784458 h 3117650"/>
              <a:gd name="connsiteX7" fmla="*/ 3742672 w 4232910"/>
              <a:gd name="connsiteY7" fmla="*/ 3093697 h 3117650"/>
              <a:gd name="connsiteX8" fmla="*/ 230612 w 4232910"/>
              <a:gd name="connsiteY8" fmla="*/ 3096437 h 3117650"/>
              <a:gd name="connsiteX9" fmla="*/ 1796 w 4232910"/>
              <a:gd name="connsiteY9" fmla="*/ 2701358 h 3117650"/>
              <a:gd name="connsiteX10" fmla="*/ 683 w 4232910"/>
              <a:gd name="connsiteY10" fmla="*/ 1589963 h 3117650"/>
              <a:gd name="connsiteX11" fmla="*/ 1145 w 4232910"/>
              <a:gd name="connsiteY11" fmla="*/ 497542 h 3117650"/>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462 w 4232227"/>
              <a:gd name="connsiteY0" fmla="*/ 497542 h 3096437"/>
              <a:gd name="connsiteX1" fmla="*/ 236043 w 4232227"/>
              <a:gd name="connsiteY1" fmla="*/ 0 h 3096437"/>
              <a:gd name="connsiteX2" fmla="*/ 3743780 w 4232227"/>
              <a:gd name="connsiteY2" fmla="*/ 0 h 3096437"/>
              <a:gd name="connsiteX3" fmla="*/ 3913179 w 4232227"/>
              <a:gd name="connsiteY3" fmla="*/ 240968 h 3096437"/>
              <a:gd name="connsiteX4" fmla="*/ 4176755 w 4232227"/>
              <a:gd name="connsiteY4" fmla="*/ 1240774 h 3096437"/>
              <a:gd name="connsiteX5" fmla="*/ 4188161 w 4232227"/>
              <a:gd name="connsiteY5" fmla="*/ 1864525 h 3096437"/>
              <a:gd name="connsiteX6" fmla="*/ 3931100 w 4232227"/>
              <a:gd name="connsiteY6" fmla="*/ 2784458 h 3096437"/>
              <a:gd name="connsiteX7" fmla="*/ 3741989 w 4232227"/>
              <a:gd name="connsiteY7" fmla="*/ 3093697 h 3096437"/>
              <a:gd name="connsiteX8" fmla="*/ 229929 w 4232227"/>
              <a:gd name="connsiteY8" fmla="*/ 3096437 h 3096437"/>
              <a:gd name="connsiteX9" fmla="*/ 1113 w 4232227"/>
              <a:gd name="connsiteY9" fmla="*/ 2701358 h 3096437"/>
              <a:gd name="connsiteX10" fmla="*/ 0 w 4232227"/>
              <a:gd name="connsiteY10" fmla="*/ 1589963 h 3096437"/>
              <a:gd name="connsiteX11" fmla="*/ 462 w 4232227"/>
              <a:gd name="connsiteY11" fmla="*/ 497542 h 3096437"/>
              <a:gd name="connsiteX0" fmla="*/ 462 w 4225672"/>
              <a:gd name="connsiteY0" fmla="*/ 497542 h 3096437"/>
              <a:gd name="connsiteX1" fmla="*/ 236043 w 4225672"/>
              <a:gd name="connsiteY1" fmla="*/ 0 h 3096437"/>
              <a:gd name="connsiteX2" fmla="*/ 3743780 w 4225672"/>
              <a:gd name="connsiteY2" fmla="*/ 0 h 3096437"/>
              <a:gd name="connsiteX3" fmla="*/ 3913179 w 4225672"/>
              <a:gd name="connsiteY3" fmla="*/ 240968 h 3096437"/>
              <a:gd name="connsiteX4" fmla="*/ 4106148 w 4225672"/>
              <a:gd name="connsiteY4" fmla="*/ 1240773 h 3096437"/>
              <a:gd name="connsiteX5" fmla="*/ 4188161 w 4225672"/>
              <a:gd name="connsiteY5" fmla="*/ 1864525 h 3096437"/>
              <a:gd name="connsiteX6" fmla="*/ 3931100 w 4225672"/>
              <a:gd name="connsiteY6" fmla="*/ 2784458 h 3096437"/>
              <a:gd name="connsiteX7" fmla="*/ 3741989 w 4225672"/>
              <a:gd name="connsiteY7" fmla="*/ 3093697 h 3096437"/>
              <a:gd name="connsiteX8" fmla="*/ 229929 w 4225672"/>
              <a:gd name="connsiteY8" fmla="*/ 3096437 h 3096437"/>
              <a:gd name="connsiteX9" fmla="*/ 1113 w 4225672"/>
              <a:gd name="connsiteY9" fmla="*/ 2701358 h 3096437"/>
              <a:gd name="connsiteX10" fmla="*/ 0 w 4225672"/>
              <a:gd name="connsiteY10" fmla="*/ 1589963 h 3096437"/>
              <a:gd name="connsiteX11" fmla="*/ 462 w 4225672"/>
              <a:gd name="connsiteY11" fmla="*/ 497542 h 3096437"/>
              <a:gd name="connsiteX0" fmla="*/ 462 w 4161620"/>
              <a:gd name="connsiteY0" fmla="*/ 497542 h 3096437"/>
              <a:gd name="connsiteX1" fmla="*/ 236043 w 4161620"/>
              <a:gd name="connsiteY1" fmla="*/ 0 h 3096437"/>
              <a:gd name="connsiteX2" fmla="*/ 3743780 w 4161620"/>
              <a:gd name="connsiteY2" fmla="*/ 0 h 3096437"/>
              <a:gd name="connsiteX3" fmla="*/ 3913179 w 4161620"/>
              <a:gd name="connsiteY3" fmla="*/ 240968 h 3096437"/>
              <a:gd name="connsiteX4" fmla="*/ 4106148 w 4161620"/>
              <a:gd name="connsiteY4" fmla="*/ 1240773 h 3096437"/>
              <a:gd name="connsiteX5" fmla="*/ 4100949 w 4161620"/>
              <a:gd name="connsiteY5" fmla="*/ 1877241 h 3096437"/>
              <a:gd name="connsiteX6" fmla="*/ 3931100 w 4161620"/>
              <a:gd name="connsiteY6" fmla="*/ 2784458 h 3096437"/>
              <a:gd name="connsiteX7" fmla="*/ 3741989 w 4161620"/>
              <a:gd name="connsiteY7" fmla="*/ 3093697 h 3096437"/>
              <a:gd name="connsiteX8" fmla="*/ 229929 w 4161620"/>
              <a:gd name="connsiteY8" fmla="*/ 3096437 h 3096437"/>
              <a:gd name="connsiteX9" fmla="*/ 1113 w 4161620"/>
              <a:gd name="connsiteY9" fmla="*/ 2701358 h 3096437"/>
              <a:gd name="connsiteX10" fmla="*/ 0 w 4161620"/>
              <a:gd name="connsiteY10" fmla="*/ 1589963 h 3096437"/>
              <a:gd name="connsiteX11" fmla="*/ 462 w 4161620"/>
              <a:gd name="connsiteY11" fmla="*/ 497542 h 3096437"/>
              <a:gd name="connsiteX0" fmla="*/ 462 w 4176837"/>
              <a:gd name="connsiteY0" fmla="*/ 497542 h 3096437"/>
              <a:gd name="connsiteX1" fmla="*/ 236043 w 4176837"/>
              <a:gd name="connsiteY1" fmla="*/ 0 h 3096437"/>
              <a:gd name="connsiteX2" fmla="*/ 3743780 w 4176837"/>
              <a:gd name="connsiteY2" fmla="*/ 0 h 3096437"/>
              <a:gd name="connsiteX3" fmla="*/ 3913179 w 4176837"/>
              <a:gd name="connsiteY3" fmla="*/ 240968 h 3096437"/>
              <a:gd name="connsiteX4" fmla="*/ 4106148 w 4176837"/>
              <a:gd name="connsiteY4" fmla="*/ 1240773 h 3096437"/>
              <a:gd name="connsiteX5" fmla="*/ 4100949 w 4176837"/>
              <a:gd name="connsiteY5" fmla="*/ 1877241 h 3096437"/>
              <a:gd name="connsiteX6" fmla="*/ 3931100 w 4176837"/>
              <a:gd name="connsiteY6" fmla="*/ 2784458 h 3096437"/>
              <a:gd name="connsiteX7" fmla="*/ 3741989 w 4176837"/>
              <a:gd name="connsiteY7" fmla="*/ 3093697 h 3096437"/>
              <a:gd name="connsiteX8" fmla="*/ 229929 w 4176837"/>
              <a:gd name="connsiteY8" fmla="*/ 3096437 h 3096437"/>
              <a:gd name="connsiteX9" fmla="*/ 1113 w 4176837"/>
              <a:gd name="connsiteY9" fmla="*/ 2701358 h 3096437"/>
              <a:gd name="connsiteX10" fmla="*/ 0 w 4176837"/>
              <a:gd name="connsiteY10" fmla="*/ 1589963 h 3096437"/>
              <a:gd name="connsiteX11" fmla="*/ 462 w 4176837"/>
              <a:gd name="connsiteY11" fmla="*/ 497542 h 3096437"/>
              <a:gd name="connsiteX0" fmla="*/ 462 w 4206920"/>
              <a:gd name="connsiteY0" fmla="*/ 497542 h 3096437"/>
              <a:gd name="connsiteX1" fmla="*/ 236043 w 4206920"/>
              <a:gd name="connsiteY1" fmla="*/ 0 h 3096437"/>
              <a:gd name="connsiteX2" fmla="*/ 3743780 w 4206920"/>
              <a:gd name="connsiteY2" fmla="*/ 0 h 3096437"/>
              <a:gd name="connsiteX3" fmla="*/ 3913179 w 4206920"/>
              <a:gd name="connsiteY3" fmla="*/ 240968 h 3096437"/>
              <a:gd name="connsiteX4" fmla="*/ 4106148 w 4206920"/>
              <a:gd name="connsiteY4" fmla="*/ 1240773 h 3096437"/>
              <a:gd name="connsiteX5" fmla="*/ 4100949 w 4206920"/>
              <a:gd name="connsiteY5" fmla="*/ 1877241 h 3096437"/>
              <a:gd name="connsiteX6" fmla="*/ 3931100 w 4206920"/>
              <a:gd name="connsiteY6" fmla="*/ 2784458 h 3096437"/>
              <a:gd name="connsiteX7" fmla="*/ 3741989 w 4206920"/>
              <a:gd name="connsiteY7" fmla="*/ 3093697 h 3096437"/>
              <a:gd name="connsiteX8" fmla="*/ 229929 w 4206920"/>
              <a:gd name="connsiteY8" fmla="*/ 3096437 h 3096437"/>
              <a:gd name="connsiteX9" fmla="*/ 1113 w 4206920"/>
              <a:gd name="connsiteY9" fmla="*/ 2701358 h 3096437"/>
              <a:gd name="connsiteX10" fmla="*/ 0 w 4206920"/>
              <a:gd name="connsiteY10" fmla="*/ 1589963 h 3096437"/>
              <a:gd name="connsiteX11" fmla="*/ 462 w 4206920"/>
              <a:gd name="connsiteY11" fmla="*/ 497542 h 3096437"/>
              <a:gd name="connsiteX0" fmla="*/ 462 w 4212455"/>
              <a:gd name="connsiteY0" fmla="*/ 497542 h 3096437"/>
              <a:gd name="connsiteX1" fmla="*/ 236043 w 4212455"/>
              <a:gd name="connsiteY1" fmla="*/ 0 h 3096437"/>
              <a:gd name="connsiteX2" fmla="*/ 3743780 w 4212455"/>
              <a:gd name="connsiteY2" fmla="*/ 0 h 3096437"/>
              <a:gd name="connsiteX3" fmla="*/ 3913179 w 4212455"/>
              <a:gd name="connsiteY3" fmla="*/ 240968 h 3096437"/>
              <a:gd name="connsiteX4" fmla="*/ 4111683 w 4212455"/>
              <a:gd name="connsiteY4" fmla="*/ 1317065 h 3096437"/>
              <a:gd name="connsiteX5" fmla="*/ 4100949 w 4212455"/>
              <a:gd name="connsiteY5" fmla="*/ 1877241 h 3096437"/>
              <a:gd name="connsiteX6" fmla="*/ 3931100 w 4212455"/>
              <a:gd name="connsiteY6" fmla="*/ 2784458 h 3096437"/>
              <a:gd name="connsiteX7" fmla="*/ 3741989 w 4212455"/>
              <a:gd name="connsiteY7" fmla="*/ 3093697 h 3096437"/>
              <a:gd name="connsiteX8" fmla="*/ 229929 w 4212455"/>
              <a:gd name="connsiteY8" fmla="*/ 3096437 h 3096437"/>
              <a:gd name="connsiteX9" fmla="*/ 1113 w 4212455"/>
              <a:gd name="connsiteY9" fmla="*/ 2701358 h 3096437"/>
              <a:gd name="connsiteX10" fmla="*/ 0 w 4212455"/>
              <a:gd name="connsiteY10" fmla="*/ 1589963 h 3096437"/>
              <a:gd name="connsiteX11" fmla="*/ 462 w 4212455"/>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00949 w 4245667"/>
              <a:gd name="connsiteY5" fmla="*/ 1877241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28628 w 4245667"/>
              <a:gd name="connsiteY5" fmla="*/ 1800948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28628 w 4229063"/>
              <a:gd name="connsiteY5" fmla="*/ 1800948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39699 w 4229063"/>
              <a:gd name="connsiteY5" fmla="*/ 1826376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741989 w 4229063"/>
              <a:gd name="connsiteY7" fmla="*/ 3106411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611977 h 3210872"/>
              <a:gd name="connsiteX1" fmla="*/ 236043 w 4229063"/>
              <a:gd name="connsiteY1" fmla="*/ 114435 h 3210872"/>
              <a:gd name="connsiteX2" fmla="*/ 3395052 w 4229063"/>
              <a:gd name="connsiteY2" fmla="*/ 0 h 3210872"/>
              <a:gd name="connsiteX3" fmla="*/ 3719440 w 4229063"/>
              <a:gd name="connsiteY3" fmla="*/ 329973 h 3210872"/>
              <a:gd name="connsiteX4" fmla="*/ 4128291 w 4229063"/>
              <a:gd name="connsiteY4" fmla="*/ 1380640 h 3210872"/>
              <a:gd name="connsiteX5" fmla="*/ 4139699 w 4229063"/>
              <a:gd name="connsiteY5" fmla="*/ 1940811 h 3210872"/>
              <a:gd name="connsiteX6" fmla="*/ 3720753 w 4229063"/>
              <a:gd name="connsiteY6" fmla="*/ 2937040 h 3210872"/>
              <a:gd name="connsiteX7" fmla="*/ 3426472 w 4229063"/>
              <a:gd name="connsiteY7" fmla="*/ 3208133 h 3210872"/>
              <a:gd name="connsiteX8" fmla="*/ 229929 w 4229063"/>
              <a:gd name="connsiteY8" fmla="*/ 3210872 h 3210872"/>
              <a:gd name="connsiteX9" fmla="*/ 1113 w 4229063"/>
              <a:gd name="connsiteY9" fmla="*/ 2815793 h 3210872"/>
              <a:gd name="connsiteX10" fmla="*/ 0 w 4229063"/>
              <a:gd name="connsiteY10" fmla="*/ 1704398 h 3210872"/>
              <a:gd name="connsiteX11" fmla="*/ 462 w 4229063"/>
              <a:gd name="connsiteY11" fmla="*/ 611977 h 3210872"/>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20753 w 4229063"/>
              <a:gd name="connsiteY6" fmla="*/ 2822605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9063" h="3096437">
                <a:moveTo>
                  <a:pt x="462" y="497542"/>
                </a:moveTo>
                <a:cubicBezTo>
                  <a:pt x="4160" y="117023"/>
                  <a:pt x="41216" y="20591"/>
                  <a:pt x="236043" y="0"/>
                </a:cubicBezTo>
                <a:lnTo>
                  <a:pt x="3395052" y="12718"/>
                </a:lnTo>
                <a:cubicBezTo>
                  <a:pt x="3638377" y="15457"/>
                  <a:pt x="3629208" y="966"/>
                  <a:pt x="3719440" y="215538"/>
                </a:cubicBezTo>
                <a:lnTo>
                  <a:pt x="4128291" y="1266205"/>
                </a:lnTo>
                <a:cubicBezTo>
                  <a:pt x="4229063" y="1454641"/>
                  <a:pt x="4215587" y="1665852"/>
                  <a:pt x="4139699" y="1826376"/>
                </a:cubicBezTo>
                <a:lnTo>
                  <a:pt x="3751433" y="2763881"/>
                </a:lnTo>
                <a:cubicBezTo>
                  <a:pt x="3680535" y="2912488"/>
                  <a:pt x="3626079" y="3096437"/>
                  <a:pt x="3426472" y="3093698"/>
                </a:cubicBezTo>
                <a:lnTo>
                  <a:pt x="229929" y="3096437"/>
                </a:lnTo>
                <a:cubicBezTo>
                  <a:pt x="66095" y="3096437"/>
                  <a:pt x="8137" y="3019692"/>
                  <a:pt x="1113" y="2701358"/>
                </a:cubicBezTo>
                <a:lnTo>
                  <a:pt x="0" y="1589963"/>
                </a:lnTo>
                <a:cubicBezTo>
                  <a:pt x="154" y="1194221"/>
                  <a:pt x="308" y="893284"/>
                  <a:pt x="462" y="497542"/>
                </a:cubicBezTo>
                <a:close/>
              </a:path>
            </a:pathLst>
          </a:custGeom>
          <a:solidFill>
            <a:srgbClr val="00A4E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333333"/>
              </a:solidFill>
            </a:endParaRPr>
          </a:p>
        </p:txBody>
      </p:sp>
      <p:sp>
        <p:nvSpPr>
          <p:cNvPr id="13" name="Freeform 12"/>
          <p:cNvSpPr/>
          <p:nvPr/>
        </p:nvSpPr>
        <p:spPr>
          <a:xfrm>
            <a:off x="457202" y="2944816"/>
            <a:ext cx="2747433" cy="657225"/>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83859 w 4277737"/>
              <a:gd name="connsiteY10" fmla="*/ 1435045 h 3052171"/>
              <a:gd name="connsiteX11" fmla="*/ 10917 w 4277737"/>
              <a:gd name="connsiteY11" fmla="*/ 92899 h 3052171"/>
              <a:gd name="connsiteX0" fmla="*/ 80311 w 4347131"/>
              <a:gd name="connsiteY0" fmla="*/ 92899 h 3052171"/>
              <a:gd name="connsiteX1" fmla="*/ 216423 w 4347131"/>
              <a:gd name="connsiteY1" fmla="*/ 93 h 3052171"/>
              <a:gd name="connsiteX2" fmla="*/ 3686744 w 4347131"/>
              <a:gd name="connsiteY2" fmla="*/ 0 h 3052171"/>
              <a:gd name="connsiteX3" fmla="*/ 3849620 w 4347131"/>
              <a:gd name="connsiteY3" fmla="*/ 76549 h 3052171"/>
              <a:gd name="connsiteX4" fmla="*/ 4330753 w 4347131"/>
              <a:gd name="connsiteY4" fmla="*/ 1439952 h 3052171"/>
              <a:gd name="connsiteX5" fmla="*/ 4330753 w 4347131"/>
              <a:gd name="connsiteY5" fmla="*/ 1576820 h 3052171"/>
              <a:gd name="connsiteX6" fmla="*/ 3852881 w 4347131"/>
              <a:gd name="connsiteY6" fmla="*/ 2964668 h 3052171"/>
              <a:gd name="connsiteX7" fmla="*/ 3673543 w 4347131"/>
              <a:gd name="connsiteY7" fmla="*/ 3049434 h 3052171"/>
              <a:gd name="connsiteX8" fmla="*/ 227421 w 4347131"/>
              <a:gd name="connsiteY8" fmla="*/ 3046790 h 3052171"/>
              <a:gd name="connsiteX9" fmla="*/ 92369 w 4347131"/>
              <a:gd name="connsiteY9" fmla="*/ 2966933 h 3052171"/>
              <a:gd name="connsiteX10" fmla="*/ 0 w 4347131"/>
              <a:gd name="connsiteY10" fmla="*/ 1589962 h 3052171"/>
              <a:gd name="connsiteX11" fmla="*/ 80311 w 4347131"/>
              <a:gd name="connsiteY11" fmla="*/ 92899 h 3052171"/>
              <a:gd name="connsiteX0" fmla="*/ 10918 w 4357587"/>
              <a:gd name="connsiteY0" fmla="*/ 402738 h 3052171"/>
              <a:gd name="connsiteX1" fmla="*/ 226879 w 4357587"/>
              <a:gd name="connsiteY1" fmla="*/ 93 h 3052171"/>
              <a:gd name="connsiteX2" fmla="*/ 3697200 w 4357587"/>
              <a:gd name="connsiteY2" fmla="*/ 0 h 3052171"/>
              <a:gd name="connsiteX3" fmla="*/ 3860076 w 4357587"/>
              <a:gd name="connsiteY3" fmla="*/ 76549 h 3052171"/>
              <a:gd name="connsiteX4" fmla="*/ 4341209 w 4357587"/>
              <a:gd name="connsiteY4" fmla="*/ 1439952 h 3052171"/>
              <a:gd name="connsiteX5" fmla="*/ 4341209 w 4357587"/>
              <a:gd name="connsiteY5" fmla="*/ 1576820 h 3052171"/>
              <a:gd name="connsiteX6" fmla="*/ 3863337 w 4357587"/>
              <a:gd name="connsiteY6" fmla="*/ 2964668 h 3052171"/>
              <a:gd name="connsiteX7" fmla="*/ 3683999 w 4357587"/>
              <a:gd name="connsiteY7" fmla="*/ 3049434 h 3052171"/>
              <a:gd name="connsiteX8" fmla="*/ 237877 w 4357587"/>
              <a:gd name="connsiteY8" fmla="*/ 3046790 h 3052171"/>
              <a:gd name="connsiteX9" fmla="*/ 102825 w 4357587"/>
              <a:gd name="connsiteY9" fmla="*/ 2966933 h 3052171"/>
              <a:gd name="connsiteX10" fmla="*/ 10456 w 4357587"/>
              <a:gd name="connsiteY10" fmla="*/ 1589962 h 3052171"/>
              <a:gd name="connsiteX11" fmla="*/ 10918 w 4357587"/>
              <a:gd name="connsiteY11" fmla="*/ 402738 h 3052171"/>
              <a:gd name="connsiteX0" fmla="*/ 11181 w 4357850"/>
              <a:gd name="connsiteY0" fmla="*/ 402738 h 3052171"/>
              <a:gd name="connsiteX1" fmla="*/ 227142 w 4357850"/>
              <a:gd name="connsiteY1" fmla="*/ 93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52171"/>
              <a:gd name="connsiteX1" fmla="*/ 175809 w 4357850"/>
              <a:gd name="connsiteY1" fmla="*/ 96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9 w 4357850"/>
              <a:gd name="connsiteY10" fmla="*/ 1589962 h 3068925"/>
              <a:gd name="connsiteX11" fmla="*/ 11181 w 4357850"/>
              <a:gd name="connsiteY11" fmla="*/ 402738 h 3068925"/>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997513"/>
              <a:gd name="connsiteX1" fmla="*/ 141587 w 4357850"/>
              <a:gd name="connsiteY1" fmla="*/ 96 h 3997513"/>
              <a:gd name="connsiteX2" fmla="*/ 3697463 w 4357850"/>
              <a:gd name="connsiteY2" fmla="*/ 0 h 3997513"/>
              <a:gd name="connsiteX3" fmla="*/ 3860339 w 4357850"/>
              <a:gd name="connsiteY3" fmla="*/ 76549 h 3997513"/>
              <a:gd name="connsiteX4" fmla="*/ 4341472 w 4357850"/>
              <a:gd name="connsiteY4" fmla="*/ 1439952 h 3997513"/>
              <a:gd name="connsiteX5" fmla="*/ 4341472 w 4357850"/>
              <a:gd name="connsiteY5" fmla="*/ 1576820 h 3997513"/>
              <a:gd name="connsiteX6" fmla="*/ 3863600 w 4357850"/>
              <a:gd name="connsiteY6" fmla="*/ 2964668 h 3997513"/>
              <a:gd name="connsiteX7" fmla="*/ 3684262 w 4357850"/>
              <a:gd name="connsiteY7" fmla="*/ 3049434 h 3997513"/>
              <a:gd name="connsiteX8" fmla="*/ 135474 w 4357850"/>
              <a:gd name="connsiteY8" fmla="*/ 3068925 h 3997513"/>
              <a:gd name="connsiteX9" fmla="*/ 11831 w 4357850"/>
              <a:gd name="connsiteY9" fmla="*/ 2701358 h 3997513"/>
              <a:gd name="connsiteX10" fmla="*/ 10718 w 4357850"/>
              <a:gd name="connsiteY10" fmla="*/ 1589963 h 3997513"/>
              <a:gd name="connsiteX11" fmla="*/ 11181 w 4357850"/>
              <a:gd name="connsiteY11" fmla="*/ 402738 h 3997513"/>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49662"/>
              <a:gd name="connsiteY0" fmla="*/ 402738 h 3090138"/>
              <a:gd name="connsiteX1" fmla="*/ 141587 w 4349662"/>
              <a:gd name="connsiteY1" fmla="*/ 96 h 3090138"/>
              <a:gd name="connsiteX2" fmla="*/ 3697463 w 4349662"/>
              <a:gd name="connsiteY2" fmla="*/ 0 h 3090138"/>
              <a:gd name="connsiteX3" fmla="*/ 3860339 w 4349662"/>
              <a:gd name="connsiteY3" fmla="*/ 76549 h 3090138"/>
              <a:gd name="connsiteX4" fmla="*/ 4187473 w 4349662"/>
              <a:gd name="connsiteY4" fmla="*/ 1240774 h 3090138"/>
              <a:gd name="connsiteX5" fmla="*/ 4341472 w 4349662"/>
              <a:gd name="connsiteY5" fmla="*/ 1576820 h 3090138"/>
              <a:gd name="connsiteX6" fmla="*/ 3863600 w 4349662"/>
              <a:gd name="connsiteY6" fmla="*/ 2964668 h 3090138"/>
              <a:gd name="connsiteX7" fmla="*/ 3684262 w 4349662"/>
              <a:gd name="connsiteY7" fmla="*/ 3049434 h 3090138"/>
              <a:gd name="connsiteX8" fmla="*/ 135474 w 4349662"/>
              <a:gd name="connsiteY8" fmla="*/ 3068925 h 3090138"/>
              <a:gd name="connsiteX9" fmla="*/ 11831 w 4349662"/>
              <a:gd name="connsiteY9" fmla="*/ 2701358 h 3090138"/>
              <a:gd name="connsiteX10" fmla="*/ 10718 w 4349662"/>
              <a:gd name="connsiteY10" fmla="*/ 1589963 h 3090138"/>
              <a:gd name="connsiteX11" fmla="*/ 11181 w 4349662"/>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863600 w 4207067"/>
              <a:gd name="connsiteY6" fmla="*/ 2964668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932044 w 4207067"/>
              <a:gd name="connsiteY6" fmla="*/ 2765490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6437"/>
              <a:gd name="connsiteX1" fmla="*/ 141587 w 4207067"/>
              <a:gd name="connsiteY1" fmla="*/ 96 h 3096437"/>
              <a:gd name="connsiteX2" fmla="*/ 3697463 w 4207067"/>
              <a:gd name="connsiteY2" fmla="*/ 0 h 3096437"/>
              <a:gd name="connsiteX3" fmla="*/ 3860339 w 4207067"/>
              <a:gd name="connsiteY3" fmla="*/ 76549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697463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45 w 4232910"/>
              <a:gd name="connsiteY0" fmla="*/ 497542 h 3096437"/>
              <a:gd name="connsiteX1" fmla="*/ 131552 w 4232910"/>
              <a:gd name="connsiteY1" fmla="*/ 96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117650"/>
              <a:gd name="connsiteX1" fmla="*/ 181373 w 4232910"/>
              <a:gd name="connsiteY1" fmla="*/ 0 h 3117650"/>
              <a:gd name="connsiteX2" fmla="*/ 3744463 w 4232910"/>
              <a:gd name="connsiteY2" fmla="*/ 0 h 3117650"/>
              <a:gd name="connsiteX3" fmla="*/ 3913862 w 4232910"/>
              <a:gd name="connsiteY3" fmla="*/ 240968 h 3117650"/>
              <a:gd name="connsiteX4" fmla="*/ 4177438 w 4232910"/>
              <a:gd name="connsiteY4" fmla="*/ 1240774 h 3117650"/>
              <a:gd name="connsiteX5" fmla="*/ 4188844 w 4232910"/>
              <a:gd name="connsiteY5" fmla="*/ 1864525 h 3117650"/>
              <a:gd name="connsiteX6" fmla="*/ 3931783 w 4232910"/>
              <a:gd name="connsiteY6" fmla="*/ 2784458 h 3117650"/>
              <a:gd name="connsiteX7" fmla="*/ 3742672 w 4232910"/>
              <a:gd name="connsiteY7" fmla="*/ 3093697 h 3117650"/>
              <a:gd name="connsiteX8" fmla="*/ 230612 w 4232910"/>
              <a:gd name="connsiteY8" fmla="*/ 3096437 h 3117650"/>
              <a:gd name="connsiteX9" fmla="*/ 1796 w 4232910"/>
              <a:gd name="connsiteY9" fmla="*/ 2701358 h 3117650"/>
              <a:gd name="connsiteX10" fmla="*/ 683 w 4232910"/>
              <a:gd name="connsiteY10" fmla="*/ 1589963 h 3117650"/>
              <a:gd name="connsiteX11" fmla="*/ 1145 w 4232910"/>
              <a:gd name="connsiteY11" fmla="*/ 497542 h 3117650"/>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462 w 4232227"/>
              <a:gd name="connsiteY0" fmla="*/ 497542 h 3096437"/>
              <a:gd name="connsiteX1" fmla="*/ 236043 w 4232227"/>
              <a:gd name="connsiteY1" fmla="*/ 0 h 3096437"/>
              <a:gd name="connsiteX2" fmla="*/ 3743780 w 4232227"/>
              <a:gd name="connsiteY2" fmla="*/ 0 h 3096437"/>
              <a:gd name="connsiteX3" fmla="*/ 3913179 w 4232227"/>
              <a:gd name="connsiteY3" fmla="*/ 240968 h 3096437"/>
              <a:gd name="connsiteX4" fmla="*/ 4176755 w 4232227"/>
              <a:gd name="connsiteY4" fmla="*/ 1240774 h 3096437"/>
              <a:gd name="connsiteX5" fmla="*/ 4188161 w 4232227"/>
              <a:gd name="connsiteY5" fmla="*/ 1864525 h 3096437"/>
              <a:gd name="connsiteX6" fmla="*/ 3931100 w 4232227"/>
              <a:gd name="connsiteY6" fmla="*/ 2784458 h 3096437"/>
              <a:gd name="connsiteX7" fmla="*/ 3741989 w 4232227"/>
              <a:gd name="connsiteY7" fmla="*/ 3093697 h 3096437"/>
              <a:gd name="connsiteX8" fmla="*/ 229929 w 4232227"/>
              <a:gd name="connsiteY8" fmla="*/ 3096437 h 3096437"/>
              <a:gd name="connsiteX9" fmla="*/ 1113 w 4232227"/>
              <a:gd name="connsiteY9" fmla="*/ 2701358 h 3096437"/>
              <a:gd name="connsiteX10" fmla="*/ 0 w 4232227"/>
              <a:gd name="connsiteY10" fmla="*/ 1589963 h 3096437"/>
              <a:gd name="connsiteX11" fmla="*/ 462 w 4232227"/>
              <a:gd name="connsiteY11" fmla="*/ 497542 h 3096437"/>
              <a:gd name="connsiteX0" fmla="*/ 462 w 4225672"/>
              <a:gd name="connsiteY0" fmla="*/ 497542 h 3096437"/>
              <a:gd name="connsiteX1" fmla="*/ 236043 w 4225672"/>
              <a:gd name="connsiteY1" fmla="*/ 0 h 3096437"/>
              <a:gd name="connsiteX2" fmla="*/ 3743780 w 4225672"/>
              <a:gd name="connsiteY2" fmla="*/ 0 h 3096437"/>
              <a:gd name="connsiteX3" fmla="*/ 3913179 w 4225672"/>
              <a:gd name="connsiteY3" fmla="*/ 240968 h 3096437"/>
              <a:gd name="connsiteX4" fmla="*/ 4106148 w 4225672"/>
              <a:gd name="connsiteY4" fmla="*/ 1240773 h 3096437"/>
              <a:gd name="connsiteX5" fmla="*/ 4188161 w 4225672"/>
              <a:gd name="connsiteY5" fmla="*/ 1864525 h 3096437"/>
              <a:gd name="connsiteX6" fmla="*/ 3931100 w 4225672"/>
              <a:gd name="connsiteY6" fmla="*/ 2784458 h 3096437"/>
              <a:gd name="connsiteX7" fmla="*/ 3741989 w 4225672"/>
              <a:gd name="connsiteY7" fmla="*/ 3093697 h 3096437"/>
              <a:gd name="connsiteX8" fmla="*/ 229929 w 4225672"/>
              <a:gd name="connsiteY8" fmla="*/ 3096437 h 3096437"/>
              <a:gd name="connsiteX9" fmla="*/ 1113 w 4225672"/>
              <a:gd name="connsiteY9" fmla="*/ 2701358 h 3096437"/>
              <a:gd name="connsiteX10" fmla="*/ 0 w 4225672"/>
              <a:gd name="connsiteY10" fmla="*/ 1589963 h 3096437"/>
              <a:gd name="connsiteX11" fmla="*/ 462 w 4225672"/>
              <a:gd name="connsiteY11" fmla="*/ 497542 h 3096437"/>
              <a:gd name="connsiteX0" fmla="*/ 462 w 4161620"/>
              <a:gd name="connsiteY0" fmla="*/ 497542 h 3096437"/>
              <a:gd name="connsiteX1" fmla="*/ 236043 w 4161620"/>
              <a:gd name="connsiteY1" fmla="*/ 0 h 3096437"/>
              <a:gd name="connsiteX2" fmla="*/ 3743780 w 4161620"/>
              <a:gd name="connsiteY2" fmla="*/ 0 h 3096437"/>
              <a:gd name="connsiteX3" fmla="*/ 3913179 w 4161620"/>
              <a:gd name="connsiteY3" fmla="*/ 240968 h 3096437"/>
              <a:gd name="connsiteX4" fmla="*/ 4106148 w 4161620"/>
              <a:gd name="connsiteY4" fmla="*/ 1240773 h 3096437"/>
              <a:gd name="connsiteX5" fmla="*/ 4100949 w 4161620"/>
              <a:gd name="connsiteY5" fmla="*/ 1877241 h 3096437"/>
              <a:gd name="connsiteX6" fmla="*/ 3931100 w 4161620"/>
              <a:gd name="connsiteY6" fmla="*/ 2784458 h 3096437"/>
              <a:gd name="connsiteX7" fmla="*/ 3741989 w 4161620"/>
              <a:gd name="connsiteY7" fmla="*/ 3093697 h 3096437"/>
              <a:gd name="connsiteX8" fmla="*/ 229929 w 4161620"/>
              <a:gd name="connsiteY8" fmla="*/ 3096437 h 3096437"/>
              <a:gd name="connsiteX9" fmla="*/ 1113 w 4161620"/>
              <a:gd name="connsiteY9" fmla="*/ 2701358 h 3096437"/>
              <a:gd name="connsiteX10" fmla="*/ 0 w 4161620"/>
              <a:gd name="connsiteY10" fmla="*/ 1589963 h 3096437"/>
              <a:gd name="connsiteX11" fmla="*/ 462 w 4161620"/>
              <a:gd name="connsiteY11" fmla="*/ 497542 h 3096437"/>
              <a:gd name="connsiteX0" fmla="*/ 462 w 4176837"/>
              <a:gd name="connsiteY0" fmla="*/ 497542 h 3096437"/>
              <a:gd name="connsiteX1" fmla="*/ 236043 w 4176837"/>
              <a:gd name="connsiteY1" fmla="*/ 0 h 3096437"/>
              <a:gd name="connsiteX2" fmla="*/ 3743780 w 4176837"/>
              <a:gd name="connsiteY2" fmla="*/ 0 h 3096437"/>
              <a:gd name="connsiteX3" fmla="*/ 3913179 w 4176837"/>
              <a:gd name="connsiteY3" fmla="*/ 240968 h 3096437"/>
              <a:gd name="connsiteX4" fmla="*/ 4106148 w 4176837"/>
              <a:gd name="connsiteY4" fmla="*/ 1240773 h 3096437"/>
              <a:gd name="connsiteX5" fmla="*/ 4100949 w 4176837"/>
              <a:gd name="connsiteY5" fmla="*/ 1877241 h 3096437"/>
              <a:gd name="connsiteX6" fmla="*/ 3931100 w 4176837"/>
              <a:gd name="connsiteY6" fmla="*/ 2784458 h 3096437"/>
              <a:gd name="connsiteX7" fmla="*/ 3741989 w 4176837"/>
              <a:gd name="connsiteY7" fmla="*/ 3093697 h 3096437"/>
              <a:gd name="connsiteX8" fmla="*/ 229929 w 4176837"/>
              <a:gd name="connsiteY8" fmla="*/ 3096437 h 3096437"/>
              <a:gd name="connsiteX9" fmla="*/ 1113 w 4176837"/>
              <a:gd name="connsiteY9" fmla="*/ 2701358 h 3096437"/>
              <a:gd name="connsiteX10" fmla="*/ 0 w 4176837"/>
              <a:gd name="connsiteY10" fmla="*/ 1589963 h 3096437"/>
              <a:gd name="connsiteX11" fmla="*/ 462 w 4176837"/>
              <a:gd name="connsiteY11" fmla="*/ 497542 h 3096437"/>
              <a:gd name="connsiteX0" fmla="*/ 462 w 4206920"/>
              <a:gd name="connsiteY0" fmla="*/ 497542 h 3096437"/>
              <a:gd name="connsiteX1" fmla="*/ 236043 w 4206920"/>
              <a:gd name="connsiteY1" fmla="*/ 0 h 3096437"/>
              <a:gd name="connsiteX2" fmla="*/ 3743780 w 4206920"/>
              <a:gd name="connsiteY2" fmla="*/ 0 h 3096437"/>
              <a:gd name="connsiteX3" fmla="*/ 3913179 w 4206920"/>
              <a:gd name="connsiteY3" fmla="*/ 240968 h 3096437"/>
              <a:gd name="connsiteX4" fmla="*/ 4106148 w 4206920"/>
              <a:gd name="connsiteY4" fmla="*/ 1240773 h 3096437"/>
              <a:gd name="connsiteX5" fmla="*/ 4100949 w 4206920"/>
              <a:gd name="connsiteY5" fmla="*/ 1877241 h 3096437"/>
              <a:gd name="connsiteX6" fmla="*/ 3931100 w 4206920"/>
              <a:gd name="connsiteY6" fmla="*/ 2784458 h 3096437"/>
              <a:gd name="connsiteX7" fmla="*/ 3741989 w 4206920"/>
              <a:gd name="connsiteY7" fmla="*/ 3093697 h 3096437"/>
              <a:gd name="connsiteX8" fmla="*/ 229929 w 4206920"/>
              <a:gd name="connsiteY8" fmla="*/ 3096437 h 3096437"/>
              <a:gd name="connsiteX9" fmla="*/ 1113 w 4206920"/>
              <a:gd name="connsiteY9" fmla="*/ 2701358 h 3096437"/>
              <a:gd name="connsiteX10" fmla="*/ 0 w 4206920"/>
              <a:gd name="connsiteY10" fmla="*/ 1589963 h 3096437"/>
              <a:gd name="connsiteX11" fmla="*/ 462 w 4206920"/>
              <a:gd name="connsiteY11" fmla="*/ 497542 h 3096437"/>
              <a:gd name="connsiteX0" fmla="*/ 462 w 4212455"/>
              <a:gd name="connsiteY0" fmla="*/ 497542 h 3096437"/>
              <a:gd name="connsiteX1" fmla="*/ 236043 w 4212455"/>
              <a:gd name="connsiteY1" fmla="*/ 0 h 3096437"/>
              <a:gd name="connsiteX2" fmla="*/ 3743780 w 4212455"/>
              <a:gd name="connsiteY2" fmla="*/ 0 h 3096437"/>
              <a:gd name="connsiteX3" fmla="*/ 3913179 w 4212455"/>
              <a:gd name="connsiteY3" fmla="*/ 240968 h 3096437"/>
              <a:gd name="connsiteX4" fmla="*/ 4111683 w 4212455"/>
              <a:gd name="connsiteY4" fmla="*/ 1317065 h 3096437"/>
              <a:gd name="connsiteX5" fmla="*/ 4100949 w 4212455"/>
              <a:gd name="connsiteY5" fmla="*/ 1877241 h 3096437"/>
              <a:gd name="connsiteX6" fmla="*/ 3931100 w 4212455"/>
              <a:gd name="connsiteY6" fmla="*/ 2784458 h 3096437"/>
              <a:gd name="connsiteX7" fmla="*/ 3741989 w 4212455"/>
              <a:gd name="connsiteY7" fmla="*/ 3093697 h 3096437"/>
              <a:gd name="connsiteX8" fmla="*/ 229929 w 4212455"/>
              <a:gd name="connsiteY8" fmla="*/ 3096437 h 3096437"/>
              <a:gd name="connsiteX9" fmla="*/ 1113 w 4212455"/>
              <a:gd name="connsiteY9" fmla="*/ 2701358 h 3096437"/>
              <a:gd name="connsiteX10" fmla="*/ 0 w 4212455"/>
              <a:gd name="connsiteY10" fmla="*/ 1589963 h 3096437"/>
              <a:gd name="connsiteX11" fmla="*/ 462 w 4212455"/>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00949 w 4245667"/>
              <a:gd name="connsiteY5" fmla="*/ 1877241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28628 w 4245667"/>
              <a:gd name="connsiteY5" fmla="*/ 1800948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28628 w 4229063"/>
              <a:gd name="connsiteY5" fmla="*/ 1800948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39699 w 4229063"/>
              <a:gd name="connsiteY5" fmla="*/ 1826376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741989 w 4229063"/>
              <a:gd name="connsiteY7" fmla="*/ 3106411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611977 h 3210872"/>
              <a:gd name="connsiteX1" fmla="*/ 236043 w 4229063"/>
              <a:gd name="connsiteY1" fmla="*/ 114435 h 3210872"/>
              <a:gd name="connsiteX2" fmla="*/ 3395052 w 4229063"/>
              <a:gd name="connsiteY2" fmla="*/ 0 h 3210872"/>
              <a:gd name="connsiteX3" fmla="*/ 3719440 w 4229063"/>
              <a:gd name="connsiteY3" fmla="*/ 329973 h 3210872"/>
              <a:gd name="connsiteX4" fmla="*/ 4128291 w 4229063"/>
              <a:gd name="connsiteY4" fmla="*/ 1380640 h 3210872"/>
              <a:gd name="connsiteX5" fmla="*/ 4139699 w 4229063"/>
              <a:gd name="connsiteY5" fmla="*/ 1940811 h 3210872"/>
              <a:gd name="connsiteX6" fmla="*/ 3720753 w 4229063"/>
              <a:gd name="connsiteY6" fmla="*/ 2937040 h 3210872"/>
              <a:gd name="connsiteX7" fmla="*/ 3426472 w 4229063"/>
              <a:gd name="connsiteY7" fmla="*/ 3208133 h 3210872"/>
              <a:gd name="connsiteX8" fmla="*/ 229929 w 4229063"/>
              <a:gd name="connsiteY8" fmla="*/ 3210872 h 3210872"/>
              <a:gd name="connsiteX9" fmla="*/ 1113 w 4229063"/>
              <a:gd name="connsiteY9" fmla="*/ 2815793 h 3210872"/>
              <a:gd name="connsiteX10" fmla="*/ 0 w 4229063"/>
              <a:gd name="connsiteY10" fmla="*/ 1704398 h 3210872"/>
              <a:gd name="connsiteX11" fmla="*/ 462 w 4229063"/>
              <a:gd name="connsiteY11" fmla="*/ 611977 h 3210872"/>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20753 w 4229063"/>
              <a:gd name="connsiteY6" fmla="*/ 2822605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9063" h="3096437">
                <a:moveTo>
                  <a:pt x="462" y="497542"/>
                </a:moveTo>
                <a:cubicBezTo>
                  <a:pt x="4160" y="117023"/>
                  <a:pt x="41216" y="20591"/>
                  <a:pt x="236043" y="0"/>
                </a:cubicBezTo>
                <a:lnTo>
                  <a:pt x="3395052" y="12718"/>
                </a:lnTo>
                <a:cubicBezTo>
                  <a:pt x="3638377" y="15457"/>
                  <a:pt x="3629208" y="966"/>
                  <a:pt x="3719440" y="215538"/>
                </a:cubicBezTo>
                <a:lnTo>
                  <a:pt x="4128291" y="1266205"/>
                </a:lnTo>
                <a:cubicBezTo>
                  <a:pt x="4229063" y="1454641"/>
                  <a:pt x="4215587" y="1665852"/>
                  <a:pt x="4139699" y="1826376"/>
                </a:cubicBezTo>
                <a:lnTo>
                  <a:pt x="3751433" y="2763881"/>
                </a:lnTo>
                <a:cubicBezTo>
                  <a:pt x="3680535" y="2912488"/>
                  <a:pt x="3626079" y="3096437"/>
                  <a:pt x="3426472" y="3093698"/>
                </a:cubicBezTo>
                <a:lnTo>
                  <a:pt x="229929" y="3096437"/>
                </a:lnTo>
                <a:cubicBezTo>
                  <a:pt x="66095" y="3096437"/>
                  <a:pt x="8137" y="3019692"/>
                  <a:pt x="1113" y="2701358"/>
                </a:cubicBezTo>
                <a:lnTo>
                  <a:pt x="0" y="1589963"/>
                </a:lnTo>
                <a:cubicBezTo>
                  <a:pt x="154" y="1194221"/>
                  <a:pt x="308" y="893284"/>
                  <a:pt x="462" y="497542"/>
                </a:cubicBezTo>
                <a:close/>
              </a:path>
            </a:pathLst>
          </a:custGeom>
          <a:solidFill>
            <a:srgbClr val="00A4E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333333"/>
              </a:solidFill>
            </a:endParaRPr>
          </a:p>
        </p:txBody>
      </p:sp>
      <p:sp>
        <p:nvSpPr>
          <p:cNvPr id="14" name="Freeform 13"/>
          <p:cNvSpPr/>
          <p:nvPr/>
        </p:nvSpPr>
        <p:spPr>
          <a:xfrm>
            <a:off x="457202" y="1898650"/>
            <a:ext cx="2747433" cy="655638"/>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83859 w 4277737"/>
              <a:gd name="connsiteY10" fmla="*/ 1435045 h 3052171"/>
              <a:gd name="connsiteX11" fmla="*/ 10917 w 4277737"/>
              <a:gd name="connsiteY11" fmla="*/ 92899 h 3052171"/>
              <a:gd name="connsiteX0" fmla="*/ 80311 w 4347131"/>
              <a:gd name="connsiteY0" fmla="*/ 92899 h 3052171"/>
              <a:gd name="connsiteX1" fmla="*/ 216423 w 4347131"/>
              <a:gd name="connsiteY1" fmla="*/ 93 h 3052171"/>
              <a:gd name="connsiteX2" fmla="*/ 3686744 w 4347131"/>
              <a:gd name="connsiteY2" fmla="*/ 0 h 3052171"/>
              <a:gd name="connsiteX3" fmla="*/ 3849620 w 4347131"/>
              <a:gd name="connsiteY3" fmla="*/ 76549 h 3052171"/>
              <a:gd name="connsiteX4" fmla="*/ 4330753 w 4347131"/>
              <a:gd name="connsiteY4" fmla="*/ 1439952 h 3052171"/>
              <a:gd name="connsiteX5" fmla="*/ 4330753 w 4347131"/>
              <a:gd name="connsiteY5" fmla="*/ 1576820 h 3052171"/>
              <a:gd name="connsiteX6" fmla="*/ 3852881 w 4347131"/>
              <a:gd name="connsiteY6" fmla="*/ 2964668 h 3052171"/>
              <a:gd name="connsiteX7" fmla="*/ 3673543 w 4347131"/>
              <a:gd name="connsiteY7" fmla="*/ 3049434 h 3052171"/>
              <a:gd name="connsiteX8" fmla="*/ 227421 w 4347131"/>
              <a:gd name="connsiteY8" fmla="*/ 3046790 h 3052171"/>
              <a:gd name="connsiteX9" fmla="*/ 92369 w 4347131"/>
              <a:gd name="connsiteY9" fmla="*/ 2966933 h 3052171"/>
              <a:gd name="connsiteX10" fmla="*/ 0 w 4347131"/>
              <a:gd name="connsiteY10" fmla="*/ 1589962 h 3052171"/>
              <a:gd name="connsiteX11" fmla="*/ 80311 w 4347131"/>
              <a:gd name="connsiteY11" fmla="*/ 92899 h 3052171"/>
              <a:gd name="connsiteX0" fmla="*/ 10918 w 4357587"/>
              <a:gd name="connsiteY0" fmla="*/ 402738 h 3052171"/>
              <a:gd name="connsiteX1" fmla="*/ 226879 w 4357587"/>
              <a:gd name="connsiteY1" fmla="*/ 93 h 3052171"/>
              <a:gd name="connsiteX2" fmla="*/ 3697200 w 4357587"/>
              <a:gd name="connsiteY2" fmla="*/ 0 h 3052171"/>
              <a:gd name="connsiteX3" fmla="*/ 3860076 w 4357587"/>
              <a:gd name="connsiteY3" fmla="*/ 76549 h 3052171"/>
              <a:gd name="connsiteX4" fmla="*/ 4341209 w 4357587"/>
              <a:gd name="connsiteY4" fmla="*/ 1439952 h 3052171"/>
              <a:gd name="connsiteX5" fmla="*/ 4341209 w 4357587"/>
              <a:gd name="connsiteY5" fmla="*/ 1576820 h 3052171"/>
              <a:gd name="connsiteX6" fmla="*/ 3863337 w 4357587"/>
              <a:gd name="connsiteY6" fmla="*/ 2964668 h 3052171"/>
              <a:gd name="connsiteX7" fmla="*/ 3683999 w 4357587"/>
              <a:gd name="connsiteY7" fmla="*/ 3049434 h 3052171"/>
              <a:gd name="connsiteX8" fmla="*/ 237877 w 4357587"/>
              <a:gd name="connsiteY8" fmla="*/ 3046790 h 3052171"/>
              <a:gd name="connsiteX9" fmla="*/ 102825 w 4357587"/>
              <a:gd name="connsiteY9" fmla="*/ 2966933 h 3052171"/>
              <a:gd name="connsiteX10" fmla="*/ 10456 w 4357587"/>
              <a:gd name="connsiteY10" fmla="*/ 1589962 h 3052171"/>
              <a:gd name="connsiteX11" fmla="*/ 10918 w 4357587"/>
              <a:gd name="connsiteY11" fmla="*/ 402738 h 3052171"/>
              <a:gd name="connsiteX0" fmla="*/ 11181 w 4357850"/>
              <a:gd name="connsiteY0" fmla="*/ 402738 h 3052171"/>
              <a:gd name="connsiteX1" fmla="*/ 227142 w 4357850"/>
              <a:gd name="connsiteY1" fmla="*/ 93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52171"/>
              <a:gd name="connsiteX1" fmla="*/ 175809 w 4357850"/>
              <a:gd name="connsiteY1" fmla="*/ 96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9 w 4357850"/>
              <a:gd name="connsiteY10" fmla="*/ 1589962 h 3068925"/>
              <a:gd name="connsiteX11" fmla="*/ 11181 w 4357850"/>
              <a:gd name="connsiteY11" fmla="*/ 402738 h 3068925"/>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997513"/>
              <a:gd name="connsiteX1" fmla="*/ 141587 w 4357850"/>
              <a:gd name="connsiteY1" fmla="*/ 96 h 3997513"/>
              <a:gd name="connsiteX2" fmla="*/ 3697463 w 4357850"/>
              <a:gd name="connsiteY2" fmla="*/ 0 h 3997513"/>
              <a:gd name="connsiteX3" fmla="*/ 3860339 w 4357850"/>
              <a:gd name="connsiteY3" fmla="*/ 76549 h 3997513"/>
              <a:gd name="connsiteX4" fmla="*/ 4341472 w 4357850"/>
              <a:gd name="connsiteY4" fmla="*/ 1439952 h 3997513"/>
              <a:gd name="connsiteX5" fmla="*/ 4341472 w 4357850"/>
              <a:gd name="connsiteY5" fmla="*/ 1576820 h 3997513"/>
              <a:gd name="connsiteX6" fmla="*/ 3863600 w 4357850"/>
              <a:gd name="connsiteY6" fmla="*/ 2964668 h 3997513"/>
              <a:gd name="connsiteX7" fmla="*/ 3684262 w 4357850"/>
              <a:gd name="connsiteY7" fmla="*/ 3049434 h 3997513"/>
              <a:gd name="connsiteX8" fmla="*/ 135474 w 4357850"/>
              <a:gd name="connsiteY8" fmla="*/ 3068925 h 3997513"/>
              <a:gd name="connsiteX9" fmla="*/ 11831 w 4357850"/>
              <a:gd name="connsiteY9" fmla="*/ 2701358 h 3997513"/>
              <a:gd name="connsiteX10" fmla="*/ 10718 w 4357850"/>
              <a:gd name="connsiteY10" fmla="*/ 1589963 h 3997513"/>
              <a:gd name="connsiteX11" fmla="*/ 11181 w 4357850"/>
              <a:gd name="connsiteY11" fmla="*/ 402738 h 3997513"/>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49662"/>
              <a:gd name="connsiteY0" fmla="*/ 402738 h 3090138"/>
              <a:gd name="connsiteX1" fmla="*/ 141587 w 4349662"/>
              <a:gd name="connsiteY1" fmla="*/ 96 h 3090138"/>
              <a:gd name="connsiteX2" fmla="*/ 3697463 w 4349662"/>
              <a:gd name="connsiteY2" fmla="*/ 0 h 3090138"/>
              <a:gd name="connsiteX3" fmla="*/ 3860339 w 4349662"/>
              <a:gd name="connsiteY3" fmla="*/ 76549 h 3090138"/>
              <a:gd name="connsiteX4" fmla="*/ 4187473 w 4349662"/>
              <a:gd name="connsiteY4" fmla="*/ 1240774 h 3090138"/>
              <a:gd name="connsiteX5" fmla="*/ 4341472 w 4349662"/>
              <a:gd name="connsiteY5" fmla="*/ 1576820 h 3090138"/>
              <a:gd name="connsiteX6" fmla="*/ 3863600 w 4349662"/>
              <a:gd name="connsiteY6" fmla="*/ 2964668 h 3090138"/>
              <a:gd name="connsiteX7" fmla="*/ 3684262 w 4349662"/>
              <a:gd name="connsiteY7" fmla="*/ 3049434 h 3090138"/>
              <a:gd name="connsiteX8" fmla="*/ 135474 w 4349662"/>
              <a:gd name="connsiteY8" fmla="*/ 3068925 h 3090138"/>
              <a:gd name="connsiteX9" fmla="*/ 11831 w 4349662"/>
              <a:gd name="connsiteY9" fmla="*/ 2701358 h 3090138"/>
              <a:gd name="connsiteX10" fmla="*/ 10718 w 4349662"/>
              <a:gd name="connsiteY10" fmla="*/ 1589963 h 3090138"/>
              <a:gd name="connsiteX11" fmla="*/ 11181 w 4349662"/>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863600 w 4207067"/>
              <a:gd name="connsiteY6" fmla="*/ 2964668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932044 w 4207067"/>
              <a:gd name="connsiteY6" fmla="*/ 2765490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6437"/>
              <a:gd name="connsiteX1" fmla="*/ 141587 w 4207067"/>
              <a:gd name="connsiteY1" fmla="*/ 96 h 3096437"/>
              <a:gd name="connsiteX2" fmla="*/ 3697463 w 4207067"/>
              <a:gd name="connsiteY2" fmla="*/ 0 h 3096437"/>
              <a:gd name="connsiteX3" fmla="*/ 3860339 w 4207067"/>
              <a:gd name="connsiteY3" fmla="*/ 76549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697463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45 w 4232910"/>
              <a:gd name="connsiteY0" fmla="*/ 497542 h 3096437"/>
              <a:gd name="connsiteX1" fmla="*/ 131552 w 4232910"/>
              <a:gd name="connsiteY1" fmla="*/ 96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117650"/>
              <a:gd name="connsiteX1" fmla="*/ 181373 w 4232910"/>
              <a:gd name="connsiteY1" fmla="*/ 0 h 3117650"/>
              <a:gd name="connsiteX2" fmla="*/ 3744463 w 4232910"/>
              <a:gd name="connsiteY2" fmla="*/ 0 h 3117650"/>
              <a:gd name="connsiteX3" fmla="*/ 3913862 w 4232910"/>
              <a:gd name="connsiteY3" fmla="*/ 240968 h 3117650"/>
              <a:gd name="connsiteX4" fmla="*/ 4177438 w 4232910"/>
              <a:gd name="connsiteY4" fmla="*/ 1240774 h 3117650"/>
              <a:gd name="connsiteX5" fmla="*/ 4188844 w 4232910"/>
              <a:gd name="connsiteY5" fmla="*/ 1864525 h 3117650"/>
              <a:gd name="connsiteX6" fmla="*/ 3931783 w 4232910"/>
              <a:gd name="connsiteY6" fmla="*/ 2784458 h 3117650"/>
              <a:gd name="connsiteX7" fmla="*/ 3742672 w 4232910"/>
              <a:gd name="connsiteY7" fmla="*/ 3093697 h 3117650"/>
              <a:gd name="connsiteX8" fmla="*/ 230612 w 4232910"/>
              <a:gd name="connsiteY8" fmla="*/ 3096437 h 3117650"/>
              <a:gd name="connsiteX9" fmla="*/ 1796 w 4232910"/>
              <a:gd name="connsiteY9" fmla="*/ 2701358 h 3117650"/>
              <a:gd name="connsiteX10" fmla="*/ 683 w 4232910"/>
              <a:gd name="connsiteY10" fmla="*/ 1589963 h 3117650"/>
              <a:gd name="connsiteX11" fmla="*/ 1145 w 4232910"/>
              <a:gd name="connsiteY11" fmla="*/ 497542 h 3117650"/>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462 w 4232227"/>
              <a:gd name="connsiteY0" fmla="*/ 497542 h 3096437"/>
              <a:gd name="connsiteX1" fmla="*/ 236043 w 4232227"/>
              <a:gd name="connsiteY1" fmla="*/ 0 h 3096437"/>
              <a:gd name="connsiteX2" fmla="*/ 3743780 w 4232227"/>
              <a:gd name="connsiteY2" fmla="*/ 0 h 3096437"/>
              <a:gd name="connsiteX3" fmla="*/ 3913179 w 4232227"/>
              <a:gd name="connsiteY3" fmla="*/ 240968 h 3096437"/>
              <a:gd name="connsiteX4" fmla="*/ 4176755 w 4232227"/>
              <a:gd name="connsiteY4" fmla="*/ 1240774 h 3096437"/>
              <a:gd name="connsiteX5" fmla="*/ 4188161 w 4232227"/>
              <a:gd name="connsiteY5" fmla="*/ 1864525 h 3096437"/>
              <a:gd name="connsiteX6" fmla="*/ 3931100 w 4232227"/>
              <a:gd name="connsiteY6" fmla="*/ 2784458 h 3096437"/>
              <a:gd name="connsiteX7" fmla="*/ 3741989 w 4232227"/>
              <a:gd name="connsiteY7" fmla="*/ 3093697 h 3096437"/>
              <a:gd name="connsiteX8" fmla="*/ 229929 w 4232227"/>
              <a:gd name="connsiteY8" fmla="*/ 3096437 h 3096437"/>
              <a:gd name="connsiteX9" fmla="*/ 1113 w 4232227"/>
              <a:gd name="connsiteY9" fmla="*/ 2701358 h 3096437"/>
              <a:gd name="connsiteX10" fmla="*/ 0 w 4232227"/>
              <a:gd name="connsiteY10" fmla="*/ 1589963 h 3096437"/>
              <a:gd name="connsiteX11" fmla="*/ 462 w 4232227"/>
              <a:gd name="connsiteY11" fmla="*/ 497542 h 3096437"/>
              <a:gd name="connsiteX0" fmla="*/ 462 w 4225672"/>
              <a:gd name="connsiteY0" fmla="*/ 497542 h 3096437"/>
              <a:gd name="connsiteX1" fmla="*/ 236043 w 4225672"/>
              <a:gd name="connsiteY1" fmla="*/ 0 h 3096437"/>
              <a:gd name="connsiteX2" fmla="*/ 3743780 w 4225672"/>
              <a:gd name="connsiteY2" fmla="*/ 0 h 3096437"/>
              <a:gd name="connsiteX3" fmla="*/ 3913179 w 4225672"/>
              <a:gd name="connsiteY3" fmla="*/ 240968 h 3096437"/>
              <a:gd name="connsiteX4" fmla="*/ 4106148 w 4225672"/>
              <a:gd name="connsiteY4" fmla="*/ 1240773 h 3096437"/>
              <a:gd name="connsiteX5" fmla="*/ 4188161 w 4225672"/>
              <a:gd name="connsiteY5" fmla="*/ 1864525 h 3096437"/>
              <a:gd name="connsiteX6" fmla="*/ 3931100 w 4225672"/>
              <a:gd name="connsiteY6" fmla="*/ 2784458 h 3096437"/>
              <a:gd name="connsiteX7" fmla="*/ 3741989 w 4225672"/>
              <a:gd name="connsiteY7" fmla="*/ 3093697 h 3096437"/>
              <a:gd name="connsiteX8" fmla="*/ 229929 w 4225672"/>
              <a:gd name="connsiteY8" fmla="*/ 3096437 h 3096437"/>
              <a:gd name="connsiteX9" fmla="*/ 1113 w 4225672"/>
              <a:gd name="connsiteY9" fmla="*/ 2701358 h 3096437"/>
              <a:gd name="connsiteX10" fmla="*/ 0 w 4225672"/>
              <a:gd name="connsiteY10" fmla="*/ 1589963 h 3096437"/>
              <a:gd name="connsiteX11" fmla="*/ 462 w 4225672"/>
              <a:gd name="connsiteY11" fmla="*/ 497542 h 3096437"/>
              <a:gd name="connsiteX0" fmla="*/ 462 w 4161620"/>
              <a:gd name="connsiteY0" fmla="*/ 497542 h 3096437"/>
              <a:gd name="connsiteX1" fmla="*/ 236043 w 4161620"/>
              <a:gd name="connsiteY1" fmla="*/ 0 h 3096437"/>
              <a:gd name="connsiteX2" fmla="*/ 3743780 w 4161620"/>
              <a:gd name="connsiteY2" fmla="*/ 0 h 3096437"/>
              <a:gd name="connsiteX3" fmla="*/ 3913179 w 4161620"/>
              <a:gd name="connsiteY3" fmla="*/ 240968 h 3096437"/>
              <a:gd name="connsiteX4" fmla="*/ 4106148 w 4161620"/>
              <a:gd name="connsiteY4" fmla="*/ 1240773 h 3096437"/>
              <a:gd name="connsiteX5" fmla="*/ 4100949 w 4161620"/>
              <a:gd name="connsiteY5" fmla="*/ 1877241 h 3096437"/>
              <a:gd name="connsiteX6" fmla="*/ 3931100 w 4161620"/>
              <a:gd name="connsiteY6" fmla="*/ 2784458 h 3096437"/>
              <a:gd name="connsiteX7" fmla="*/ 3741989 w 4161620"/>
              <a:gd name="connsiteY7" fmla="*/ 3093697 h 3096437"/>
              <a:gd name="connsiteX8" fmla="*/ 229929 w 4161620"/>
              <a:gd name="connsiteY8" fmla="*/ 3096437 h 3096437"/>
              <a:gd name="connsiteX9" fmla="*/ 1113 w 4161620"/>
              <a:gd name="connsiteY9" fmla="*/ 2701358 h 3096437"/>
              <a:gd name="connsiteX10" fmla="*/ 0 w 4161620"/>
              <a:gd name="connsiteY10" fmla="*/ 1589963 h 3096437"/>
              <a:gd name="connsiteX11" fmla="*/ 462 w 4161620"/>
              <a:gd name="connsiteY11" fmla="*/ 497542 h 3096437"/>
              <a:gd name="connsiteX0" fmla="*/ 462 w 4176837"/>
              <a:gd name="connsiteY0" fmla="*/ 497542 h 3096437"/>
              <a:gd name="connsiteX1" fmla="*/ 236043 w 4176837"/>
              <a:gd name="connsiteY1" fmla="*/ 0 h 3096437"/>
              <a:gd name="connsiteX2" fmla="*/ 3743780 w 4176837"/>
              <a:gd name="connsiteY2" fmla="*/ 0 h 3096437"/>
              <a:gd name="connsiteX3" fmla="*/ 3913179 w 4176837"/>
              <a:gd name="connsiteY3" fmla="*/ 240968 h 3096437"/>
              <a:gd name="connsiteX4" fmla="*/ 4106148 w 4176837"/>
              <a:gd name="connsiteY4" fmla="*/ 1240773 h 3096437"/>
              <a:gd name="connsiteX5" fmla="*/ 4100949 w 4176837"/>
              <a:gd name="connsiteY5" fmla="*/ 1877241 h 3096437"/>
              <a:gd name="connsiteX6" fmla="*/ 3931100 w 4176837"/>
              <a:gd name="connsiteY6" fmla="*/ 2784458 h 3096437"/>
              <a:gd name="connsiteX7" fmla="*/ 3741989 w 4176837"/>
              <a:gd name="connsiteY7" fmla="*/ 3093697 h 3096437"/>
              <a:gd name="connsiteX8" fmla="*/ 229929 w 4176837"/>
              <a:gd name="connsiteY8" fmla="*/ 3096437 h 3096437"/>
              <a:gd name="connsiteX9" fmla="*/ 1113 w 4176837"/>
              <a:gd name="connsiteY9" fmla="*/ 2701358 h 3096437"/>
              <a:gd name="connsiteX10" fmla="*/ 0 w 4176837"/>
              <a:gd name="connsiteY10" fmla="*/ 1589963 h 3096437"/>
              <a:gd name="connsiteX11" fmla="*/ 462 w 4176837"/>
              <a:gd name="connsiteY11" fmla="*/ 497542 h 3096437"/>
              <a:gd name="connsiteX0" fmla="*/ 462 w 4206920"/>
              <a:gd name="connsiteY0" fmla="*/ 497542 h 3096437"/>
              <a:gd name="connsiteX1" fmla="*/ 236043 w 4206920"/>
              <a:gd name="connsiteY1" fmla="*/ 0 h 3096437"/>
              <a:gd name="connsiteX2" fmla="*/ 3743780 w 4206920"/>
              <a:gd name="connsiteY2" fmla="*/ 0 h 3096437"/>
              <a:gd name="connsiteX3" fmla="*/ 3913179 w 4206920"/>
              <a:gd name="connsiteY3" fmla="*/ 240968 h 3096437"/>
              <a:gd name="connsiteX4" fmla="*/ 4106148 w 4206920"/>
              <a:gd name="connsiteY4" fmla="*/ 1240773 h 3096437"/>
              <a:gd name="connsiteX5" fmla="*/ 4100949 w 4206920"/>
              <a:gd name="connsiteY5" fmla="*/ 1877241 h 3096437"/>
              <a:gd name="connsiteX6" fmla="*/ 3931100 w 4206920"/>
              <a:gd name="connsiteY6" fmla="*/ 2784458 h 3096437"/>
              <a:gd name="connsiteX7" fmla="*/ 3741989 w 4206920"/>
              <a:gd name="connsiteY7" fmla="*/ 3093697 h 3096437"/>
              <a:gd name="connsiteX8" fmla="*/ 229929 w 4206920"/>
              <a:gd name="connsiteY8" fmla="*/ 3096437 h 3096437"/>
              <a:gd name="connsiteX9" fmla="*/ 1113 w 4206920"/>
              <a:gd name="connsiteY9" fmla="*/ 2701358 h 3096437"/>
              <a:gd name="connsiteX10" fmla="*/ 0 w 4206920"/>
              <a:gd name="connsiteY10" fmla="*/ 1589963 h 3096437"/>
              <a:gd name="connsiteX11" fmla="*/ 462 w 4206920"/>
              <a:gd name="connsiteY11" fmla="*/ 497542 h 3096437"/>
              <a:gd name="connsiteX0" fmla="*/ 462 w 4212455"/>
              <a:gd name="connsiteY0" fmla="*/ 497542 h 3096437"/>
              <a:gd name="connsiteX1" fmla="*/ 236043 w 4212455"/>
              <a:gd name="connsiteY1" fmla="*/ 0 h 3096437"/>
              <a:gd name="connsiteX2" fmla="*/ 3743780 w 4212455"/>
              <a:gd name="connsiteY2" fmla="*/ 0 h 3096437"/>
              <a:gd name="connsiteX3" fmla="*/ 3913179 w 4212455"/>
              <a:gd name="connsiteY3" fmla="*/ 240968 h 3096437"/>
              <a:gd name="connsiteX4" fmla="*/ 4111683 w 4212455"/>
              <a:gd name="connsiteY4" fmla="*/ 1317065 h 3096437"/>
              <a:gd name="connsiteX5" fmla="*/ 4100949 w 4212455"/>
              <a:gd name="connsiteY5" fmla="*/ 1877241 h 3096437"/>
              <a:gd name="connsiteX6" fmla="*/ 3931100 w 4212455"/>
              <a:gd name="connsiteY6" fmla="*/ 2784458 h 3096437"/>
              <a:gd name="connsiteX7" fmla="*/ 3741989 w 4212455"/>
              <a:gd name="connsiteY7" fmla="*/ 3093697 h 3096437"/>
              <a:gd name="connsiteX8" fmla="*/ 229929 w 4212455"/>
              <a:gd name="connsiteY8" fmla="*/ 3096437 h 3096437"/>
              <a:gd name="connsiteX9" fmla="*/ 1113 w 4212455"/>
              <a:gd name="connsiteY9" fmla="*/ 2701358 h 3096437"/>
              <a:gd name="connsiteX10" fmla="*/ 0 w 4212455"/>
              <a:gd name="connsiteY10" fmla="*/ 1589963 h 3096437"/>
              <a:gd name="connsiteX11" fmla="*/ 462 w 4212455"/>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00949 w 4245667"/>
              <a:gd name="connsiteY5" fmla="*/ 1877241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28628 w 4245667"/>
              <a:gd name="connsiteY5" fmla="*/ 1800948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28628 w 4229063"/>
              <a:gd name="connsiteY5" fmla="*/ 1800948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39699 w 4229063"/>
              <a:gd name="connsiteY5" fmla="*/ 1826376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741989 w 4229063"/>
              <a:gd name="connsiteY7" fmla="*/ 3106411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611977 h 3210872"/>
              <a:gd name="connsiteX1" fmla="*/ 236043 w 4229063"/>
              <a:gd name="connsiteY1" fmla="*/ 114435 h 3210872"/>
              <a:gd name="connsiteX2" fmla="*/ 3395052 w 4229063"/>
              <a:gd name="connsiteY2" fmla="*/ 0 h 3210872"/>
              <a:gd name="connsiteX3" fmla="*/ 3719440 w 4229063"/>
              <a:gd name="connsiteY3" fmla="*/ 329973 h 3210872"/>
              <a:gd name="connsiteX4" fmla="*/ 4128291 w 4229063"/>
              <a:gd name="connsiteY4" fmla="*/ 1380640 h 3210872"/>
              <a:gd name="connsiteX5" fmla="*/ 4139699 w 4229063"/>
              <a:gd name="connsiteY5" fmla="*/ 1940811 h 3210872"/>
              <a:gd name="connsiteX6" fmla="*/ 3720753 w 4229063"/>
              <a:gd name="connsiteY6" fmla="*/ 2937040 h 3210872"/>
              <a:gd name="connsiteX7" fmla="*/ 3426472 w 4229063"/>
              <a:gd name="connsiteY7" fmla="*/ 3208133 h 3210872"/>
              <a:gd name="connsiteX8" fmla="*/ 229929 w 4229063"/>
              <a:gd name="connsiteY8" fmla="*/ 3210872 h 3210872"/>
              <a:gd name="connsiteX9" fmla="*/ 1113 w 4229063"/>
              <a:gd name="connsiteY9" fmla="*/ 2815793 h 3210872"/>
              <a:gd name="connsiteX10" fmla="*/ 0 w 4229063"/>
              <a:gd name="connsiteY10" fmla="*/ 1704398 h 3210872"/>
              <a:gd name="connsiteX11" fmla="*/ 462 w 4229063"/>
              <a:gd name="connsiteY11" fmla="*/ 611977 h 3210872"/>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20753 w 4229063"/>
              <a:gd name="connsiteY6" fmla="*/ 2822605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9063" h="3096437">
                <a:moveTo>
                  <a:pt x="462" y="497542"/>
                </a:moveTo>
                <a:cubicBezTo>
                  <a:pt x="4160" y="117023"/>
                  <a:pt x="41216" y="20591"/>
                  <a:pt x="236043" y="0"/>
                </a:cubicBezTo>
                <a:lnTo>
                  <a:pt x="3395052" y="12718"/>
                </a:lnTo>
                <a:cubicBezTo>
                  <a:pt x="3638377" y="15457"/>
                  <a:pt x="3629208" y="966"/>
                  <a:pt x="3719440" y="215538"/>
                </a:cubicBezTo>
                <a:lnTo>
                  <a:pt x="4128291" y="1266205"/>
                </a:lnTo>
                <a:cubicBezTo>
                  <a:pt x="4229063" y="1454641"/>
                  <a:pt x="4215587" y="1665852"/>
                  <a:pt x="4139699" y="1826376"/>
                </a:cubicBezTo>
                <a:lnTo>
                  <a:pt x="3751433" y="2763881"/>
                </a:lnTo>
                <a:cubicBezTo>
                  <a:pt x="3680535" y="2912488"/>
                  <a:pt x="3626079" y="3096437"/>
                  <a:pt x="3426472" y="3093698"/>
                </a:cubicBezTo>
                <a:lnTo>
                  <a:pt x="229929" y="3096437"/>
                </a:lnTo>
                <a:cubicBezTo>
                  <a:pt x="66095" y="3096437"/>
                  <a:pt x="8137" y="3019692"/>
                  <a:pt x="1113" y="2701358"/>
                </a:cubicBezTo>
                <a:lnTo>
                  <a:pt x="0" y="1589963"/>
                </a:lnTo>
                <a:cubicBezTo>
                  <a:pt x="154" y="1194221"/>
                  <a:pt x="308" y="893284"/>
                  <a:pt x="462" y="497542"/>
                </a:cubicBezTo>
                <a:close/>
              </a:path>
            </a:pathLst>
          </a:custGeom>
          <a:solidFill>
            <a:srgbClr val="00A4E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333333"/>
              </a:solidFill>
            </a:endParaRPr>
          </a:p>
        </p:txBody>
      </p:sp>
      <p:pic>
        <p:nvPicPr>
          <p:cNvPr id="15"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16"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21" name="Content Placeholder 2"/>
          <p:cNvSpPr>
            <a:spLocks noGrp="1"/>
          </p:cNvSpPr>
          <p:nvPr>
            <p:ph idx="1"/>
          </p:nvPr>
        </p:nvSpPr>
        <p:spPr>
          <a:xfrm>
            <a:off x="3306234" y="1842058"/>
            <a:ext cx="8430684" cy="768797"/>
          </a:xfrm>
        </p:spPr>
        <p:txBody>
          <a:bodyPr spcCol="0" anchor="ctr">
            <a:noAutofit/>
          </a:bodyPr>
          <a:lstStyle>
            <a:lvl1pPr marL="0" indent="0">
              <a:lnSpc>
                <a:spcPct val="120000"/>
              </a:lnSpc>
              <a:spcAft>
                <a:spcPts val="0"/>
              </a:spcAft>
              <a:defRPr b="0">
                <a:solidFill>
                  <a:schemeClr val="bg1"/>
                </a:solidFill>
              </a:defRPr>
            </a:lvl1pPr>
            <a:lvl2pPr>
              <a:buNone/>
              <a:defRPr/>
            </a:lvl2pPr>
          </a:lstStyle>
          <a:p>
            <a:pPr lvl="0"/>
            <a:r>
              <a:rPr lang="en-US"/>
              <a:t>Click to edit Master text styles</a:t>
            </a:r>
          </a:p>
        </p:txBody>
      </p:sp>
      <p:sp>
        <p:nvSpPr>
          <p:cNvPr id="22" name="Text Placeholder 9"/>
          <p:cNvSpPr>
            <a:spLocks noGrp="1"/>
          </p:cNvSpPr>
          <p:nvPr>
            <p:ph type="body" sz="quarter" idx="12"/>
          </p:nvPr>
        </p:nvSpPr>
        <p:spPr>
          <a:xfrm>
            <a:off x="595641" y="1987554"/>
            <a:ext cx="2215035" cy="477798"/>
          </a:xfrm>
        </p:spPr>
        <p:txBody>
          <a:bodyPr anchor="ctr"/>
          <a:lstStyle>
            <a:lvl1pPr>
              <a:defRPr>
                <a:solidFill>
                  <a:schemeClr val="tx1"/>
                </a:solidFill>
              </a:defRPr>
            </a:lvl1pPr>
          </a:lstStyle>
          <a:p>
            <a:pPr lvl="0"/>
            <a:r>
              <a:rPr lang="en-US"/>
              <a:t>Click to edit Master text styles</a:t>
            </a:r>
          </a:p>
        </p:txBody>
      </p:sp>
      <p:sp>
        <p:nvSpPr>
          <p:cNvPr id="23" name="Content Placeholder 2"/>
          <p:cNvSpPr>
            <a:spLocks noGrp="1"/>
          </p:cNvSpPr>
          <p:nvPr>
            <p:ph idx="13"/>
          </p:nvPr>
        </p:nvSpPr>
        <p:spPr>
          <a:xfrm>
            <a:off x="3306235" y="2889225"/>
            <a:ext cx="8430684" cy="768797"/>
          </a:xfrm>
        </p:spPr>
        <p:txBody>
          <a:bodyPr spcCol="0" anchor="ctr">
            <a:noAutofit/>
          </a:bodyPr>
          <a:lstStyle>
            <a:lvl1pPr marL="0" indent="0">
              <a:lnSpc>
                <a:spcPct val="120000"/>
              </a:lnSpc>
              <a:spcAft>
                <a:spcPts val="0"/>
              </a:spcAft>
              <a:defRPr b="0">
                <a:solidFill>
                  <a:schemeClr val="bg1"/>
                </a:solidFill>
              </a:defRPr>
            </a:lvl1pPr>
            <a:lvl2pPr>
              <a:buNone/>
              <a:defRPr/>
            </a:lvl2pPr>
          </a:lstStyle>
          <a:p>
            <a:pPr lvl="0"/>
            <a:r>
              <a:rPr lang="en-US"/>
              <a:t>Click to edit Master text styles</a:t>
            </a:r>
          </a:p>
        </p:txBody>
      </p:sp>
      <p:sp>
        <p:nvSpPr>
          <p:cNvPr id="24" name="Text Placeholder 9"/>
          <p:cNvSpPr>
            <a:spLocks noGrp="1"/>
          </p:cNvSpPr>
          <p:nvPr>
            <p:ph type="body" sz="quarter" idx="14"/>
          </p:nvPr>
        </p:nvSpPr>
        <p:spPr>
          <a:xfrm>
            <a:off x="595641" y="3034721"/>
            <a:ext cx="2215035" cy="477798"/>
          </a:xfrm>
        </p:spPr>
        <p:txBody>
          <a:bodyPr anchor="ctr"/>
          <a:lstStyle>
            <a:lvl1pPr>
              <a:defRPr>
                <a:solidFill>
                  <a:schemeClr val="tx1"/>
                </a:solidFill>
              </a:defRPr>
            </a:lvl1pPr>
          </a:lstStyle>
          <a:p>
            <a:pPr lvl="0"/>
            <a:r>
              <a:rPr lang="en-US"/>
              <a:t>Click to edit Master text styles</a:t>
            </a:r>
          </a:p>
        </p:txBody>
      </p:sp>
      <p:sp>
        <p:nvSpPr>
          <p:cNvPr id="25" name="Content Placeholder 2"/>
          <p:cNvSpPr>
            <a:spLocks noGrp="1"/>
          </p:cNvSpPr>
          <p:nvPr>
            <p:ph idx="15"/>
          </p:nvPr>
        </p:nvSpPr>
        <p:spPr>
          <a:xfrm>
            <a:off x="3306235" y="3936392"/>
            <a:ext cx="8430684" cy="768797"/>
          </a:xfrm>
        </p:spPr>
        <p:txBody>
          <a:bodyPr spcCol="0" anchor="ctr">
            <a:noAutofit/>
          </a:bodyPr>
          <a:lstStyle>
            <a:lvl1pPr marL="0" indent="0">
              <a:lnSpc>
                <a:spcPct val="120000"/>
              </a:lnSpc>
              <a:spcAft>
                <a:spcPts val="0"/>
              </a:spcAft>
              <a:defRPr b="0">
                <a:solidFill>
                  <a:schemeClr val="bg1"/>
                </a:solidFill>
              </a:defRPr>
            </a:lvl1pPr>
            <a:lvl2pPr>
              <a:buNone/>
              <a:defRPr/>
            </a:lvl2pPr>
          </a:lstStyle>
          <a:p>
            <a:pPr lvl="0"/>
            <a:r>
              <a:rPr lang="en-US"/>
              <a:t>Click to edit Master text styles</a:t>
            </a:r>
          </a:p>
        </p:txBody>
      </p:sp>
      <p:sp>
        <p:nvSpPr>
          <p:cNvPr id="26" name="Text Placeholder 9"/>
          <p:cNvSpPr>
            <a:spLocks noGrp="1"/>
          </p:cNvSpPr>
          <p:nvPr>
            <p:ph type="body" sz="quarter" idx="16"/>
          </p:nvPr>
        </p:nvSpPr>
        <p:spPr>
          <a:xfrm>
            <a:off x="595641" y="4081888"/>
            <a:ext cx="2215035" cy="477798"/>
          </a:xfrm>
        </p:spPr>
        <p:txBody>
          <a:bodyPr anchor="ctr"/>
          <a:lstStyle>
            <a:lvl1pPr>
              <a:defRPr>
                <a:solidFill>
                  <a:schemeClr val="tx1"/>
                </a:solidFill>
              </a:defRPr>
            </a:lvl1pPr>
          </a:lstStyle>
          <a:p>
            <a:pPr lvl="0"/>
            <a:r>
              <a:rPr lang="en-US"/>
              <a:t>Click to edit Master text styles</a:t>
            </a:r>
          </a:p>
        </p:txBody>
      </p:sp>
      <p:sp>
        <p:nvSpPr>
          <p:cNvPr id="27" name="Content Placeholder 2"/>
          <p:cNvSpPr>
            <a:spLocks noGrp="1"/>
          </p:cNvSpPr>
          <p:nvPr>
            <p:ph idx="17"/>
          </p:nvPr>
        </p:nvSpPr>
        <p:spPr>
          <a:xfrm>
            <a:off x="3306235" y="4983558"/>
            <a:ext cx="8430684" cy="768797"/>
          </a:xfrm>
        </p:spPr>
        <p:txBody>
          <a:bodyPr spcCol="0" anchor="ctr">
            <a:noAutofit/>
          </a:bodyPr>
          <a:lstStyle>
            <a:lvl1pPr marL="0" indent="0">
              <a:lnSpc>
                <a:spcPct val="120000"/>
              </a:lnSpc>
              <a:spcAft>
                <a:spcPts val="0"/>
              </a:spcAft>
              <a:defRPr b="0">
                <a:solidFill>
                  <a:schemeClr val="bg1"/>
                </a:solidFill>
              </a:defRPr>
            </a:lvl1pPr>
            <a:lvl2pPr>
              <a:buNone/>
              <a:defRPr/>
            </a:lvl2pPr>
          </a:lstStyle>
          <a:p>
            <a:pPr lvl="0"/>
            <a:r>
              <a:rPr lang="en-US"/>
              <a:t>Click to edit Master text styles</a:t>
            </a:r>
          </a:p>
        </p:txBody>
      </p:sp>
      <p:sp>
        <p:nvSpPr>
          <p:cNvPr id="28" name="Text Placeholder 9"/>
          <p:cNvSpPr>
            <a:spLocks noGrp="1"/>
          </p:cNvSpPr>
          <p:nvPr>
            <p:ph type="body" sz="quarter" idx="18"/>
          </p:nvPr>
        </p:nvSpPr>
        <p:spPr>
          <a:xfrm>
            <a:off x="595641" y="5129054"/>
            <a:ext cx="2215035" cy="477798"/>
          </a:xfrm>
        </p:spPr>
        <p:txBody>
          <a:bodyPr anchor="ctr"/>
          <a:lstStyle>
            <a:lvl1pPr>
              <a:defRPr>
                <a:solidFill>
                  <a:schemeClr val="tx1"/>
                </a:solidFill>
              </a:defRPr>
            </a:lvl1pPr>
          </a:lstStyle>
          <a:p>
            <a:pPr lvl="0"/>
            <a:r>
              <a:rPr lang="en-US"/>
              <a:t>Click to edit Master text styles</a:t>
            </a:r>
          </a:p>
        </p:txBody>
      </p:sp>
      <p:sp>
        <p:nvSpPr>
          <p:cNvPr id="17" name="Slide Number Placeholder 6"/>
          <p:cNvSpPr>
            <a:spLocks noGrp="1"/>
          </p:cNvSpPr>
          <p:nvPr>
            <p:ph type="sldNum" sz="quarter" idx="19"/>
          </p:nvPr>
        </p:nvSpPr>
        <p:spPr/>
        <p:txBody>
          <a:bodyPr/>
          <a:lstStyle>
            <a:lvl1pPr>
              <a:defRPr smtClean="0"/>
            </a:lvl1pPr>
          </a:lstStyle>
          <a:p>
            <a:pPr>
              <a:defRPr/>
            </a:pPr>
            <a:fld id="{4DF79FD5-1D56-4D6B-ADAD-620E0A54A4B6}" type="slidenum">
              <a:rPr lang="en-US">
                <a:solidFill>
                  <a:srgbClr val="333333"/>
                </a:solidFill>
              </a:rPr>
              <a:pPr>
                <a:defRPr/>
              </a:pPr>
              <a:t>‹#›</a:t>
            </a:fld>
            <a:endParaRPr lang="en-US" dirty="0">
              <a:solidFill>
                <a:srgbClr val="333333"/>
              </a:solidFill>
            </a:endParaRPr>
          </a:p>
        </p:txBody>
      </p:sp>
      <p:sp>
        <p:nvSpPr>
          <p:cNvPr id="18" name="Footer Placeholder 7"/>
          <p:cNvSpPr>
            <a:spLocks noGrp="1"/>
          </p:cNvSpPr>
          <p:nvPr>
            <p:ph type="ftr" sz="quarter" idx="20"/>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1385326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13"/>
                                        </p:tgtEl>
                                        <p:attrNameLst>
                                          <p:attrName>fillcolor</p:attrName>
                                        </p:attrNameLst>
                                      </p:cBhvr>
                                      <p:to>
                                        <a:schemeClr val="accent1"/>
                                      </p:to>
                                    </p:animClr>
                                    <p:set>
                                      <p:cBhvr>
                                        <p:cTn id="7" dur="500" fill="hold"/>
                                        <p:tgtEl>
                                          <p:spTgt spid="13"/>
                                        </p:tgtEl>
                                        <p:attrNameLst>
                                          <p:attrName>fill.type</p:attrName>
                                        </p:attrNameLst>
                                      </p:cBhvr>
                                      <p:to>
                                        <p:strVal val="solid"/>
                                      </p:to>
                                    </p:set>
                                    <p:set>
                                      <p:cBhvr>
                                        <p:cTn id="8" dur="500" fill="hold"/>
                                        <p:tgtEl>
                                          <p:spTgt spid="1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1000" fill="hold"/>
                                        <p:tgtEl>
                                          <p:spTgt spid="14"/>
                                        </p:tgtEl>
                                        <p:attrNameLst>
                                          <p:attrName>fillcolor</p:attrName>
                                        </p:attrNameLst>
                                      </p:cBhvr>
                                      <p:to>
                                        <a:srgbClr val="8CA0A9"/>
                                      </p:to>
                                    </p:animClr>
                                    <p:set>
                                      <p:cBhvr>
                                        <p:cTn id="11" dur="1000" fill="hold"/>
                                        <p:tgtEl>
                                          <p:spTgt spid="14"/>
                                        </p:tgtEl>
                                        <p:attrNameLst>
                                          <p:attrName>fill.type</p:attrName>
                                        </p:attrNameLst>
                                      </p:cBhvr>
                                      <p:to>
                                        <p:strVal val="solid"/>
                                      </p:to>
                                    </p:set>
                                    <p:set>
                                      <p:cBhvr>
                                        <p:cTn id="12" dur="1000" fill="hold"/>
                                        <p:tgtEl>
                                          <p:spTgt spid="14"/>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mph" presetSubtype="2" fill="hold" nodeType="clickEffect">
                                  <p:stCondLst>
                                    <p:cond delay="0"/>
                                  </p:stCondLst>
                                  <p:childTnLst>
                                    <p:animClr clrSpc="rgb" dir="cw">
                                      <p:cBhvr>
                                        <p:cTn id="16" dur="500" fill="hold"/>
                                        <p:tgtEl>
                                          <p:spTgt spid="12"/>
                                        </p:tgtEl>
                                        <p:attrNameLst>
                                          <p:attrName>fillcolor</p:attrName>
                                        </p:attrNameLst>
                                      </p:cBhvr>
                                      <p:to>
                                        <a:schemeClr val="accent1"/>
                                      </p:to>
                                    </p:animClr>
                                    <p:set>
                                      <p:cBhvr>
                                        <p:cTn id="17" dur="500" fill="hold"/>
                                        <p:tgtEl>
                                          <p:spTgt spid="12"/>
                                        </p:tgtEl>
                                        <p:attrNameLst>
                                          <p:attrName>fill.type</p:attrName>
                                        </p:attrNameLst>
                                      </p:cBhvr>
                                      <p:to>
                                        <p:strVal val="solid"/>
                                      </p:to>
                                    </p:set>
                                    <p:set>
                                      <p:cBhvr>
                                        <p:cTn id="18" dur="500" fill="hold"/>
                                        <p:tgtEl>
                                          <p:spTgt spid="12"/>
                                        </p:tgtEl>
                                        <p:attrNameLst>
                                          <p:attrName>fill.on</p:attrName>
                                        </p:attrNameLst>
                                      </p:cBhvr>
                                      <p:to>
                                        <p:strVal val="true"/>
                                      </p:to>
                                    </p:set>
                                  </p:childTnLst>
                                </p:cTn>
                              </p:par>
                              <p:par>
                                <p:cTn id="19" presetID="1" presetClass="emph" presetSubtype="2" fill="hold" nodeType="withEffect">
                                  <p:stCondLst>
                                    <p:cond delay="0"/>
                                  </p:stCondLst>
                                  <p:childTnLst>
                                    <p:animClr clrSpc="rgb" dir="cw">
                                      <p:cBhvr>
                                        <p:cTn id="20" dur="1000" fill="hold"/>
                                        <p:tgtEl>
                                          <p:spTgt spid="13"/>
                                        </p:tgtEl>
                                        <p:attrNameLst>
                                          <p:attrName>fillcolor</p:attrName>
                                        </p:attrNameLst>
                                      </p:cBhvr>
                                      <p:to>
                                        <a:srgbClr val="8CA0A9"/>
                                      </p:to>
                                    </p:animClr>
                                    <p:set>
                                      <p:cBhvr>
                                        <p:cTn id="21" dur="1000" fill="hold"/>
                                        <p:tgtEl>
                                          <p:spTgt spid="13"/>
                                        </p:tgtEl>
                                        <p:attrNameLst>
                                          <p:attrName>fill.type</p:attrName>
                                        </p:attrNameLst>
                                      </p:cBhvr>
                                      <p:to>
                                        <p:strVal val="solid"/>
                                      </p:to>
                                    </p:set>
                                    <p:set>
                                      <p:cBhvr>
                                        <p:cTn id="22" dur="1000" fill="hold"/>
                                        <p:tgtEl>
                                          <p:spTgt spid="13"/>
                                        </p:tgtEl>
                                        <p:attrNameLst>
                                          <p:attrName>fill.on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1" presetClass="emph" presetSubtype="2" fill="hold" nodeType="clickEffect">
                                  <p:stCondLst>
                                    <p:cond delay="0"/>
                                  </p:stCondLst>
                                  <p:childTnLst>
                                    <p:animClr clrSpc="rgb" dir="cw">
                                      <p:cBhvr>
                                        <p:cTn id="26" dur="500" fill="hold"/>
                                        <p:tgtEl>
                                          <p:spTgt spid="11"/>
                                        </p:tgtEl>
                                        <p:attrNameLst>
                                          <p:attrName>fillcolor</p:attrName>
                                        </p:attrNameLst>
                                      </p:cBhvr>
                                      <p:to>
                                        <a:schemeClr val="accent1"/>
                                      </p:to>
                                    </p:animClr>
                                    <p:set>
                                      <p:cBhvr>
                                        <p:cTn id="27" dur="500" fill="hold"/>
                                        <p:tgtEl>
                                          <p:spTgt spid="11"/>
                                        </p:tgtEl>
                                        <p:attrNameLst>
                                          <p:attrName>fill.type</p:attrName>
                                        </p:attrNameLst>
                                      </p:cBhvr>
                                      <p:to>
                                        <p:strVal val="solid"/>
                                      </p:to>
                                    </p:set>
                                    <p:set>
                                      <p:cBhvr>
                                        <p:cTn id="28" dur="500" fill="hold"/>
                                        <p:tgtEl>
                                          <p:spTgt spid="11"/>
                                        </p:tgtEl>
                                        <p:attrNameLst>
                                          <p:attrName>fill.on</p:attrName>
                                        </p:attrNameLst>
                                      </p:cBhvr>
                                      <p:to>
                                        <p:strVal val="true"/>
                                      </p:to>
                                    </p:set>
                                  </p:childTnLst>
                                </p:cTn>
                              </p:par>
                              <p:par>
                                <p:cTn id="29" presetID="1" presetClass="emph" presetSubtype="2" fill="hold" nodeType="withEffect">
                                  <p:stCondLst>
                                    <p:cond delay="0"/>
                                  </p:stCondLst>
                                  <p:childTnLst>
                                    <p:animClr clrSpc="rgb" dir="cw">
                                      <p:cBhvr>
                                        <p:cTn id="30" dur="1000" fill="hold"/>
                                        <p:tgtEl>
                                          <p:spTgt spid="12"/>
                                        </p:tgtEl>
                                        <p:attrNameLst>
                                          <p:attrName>fillcolor</p:attrName>
                                        </p:attrNameLst>
                                      </p:cBhvr>
                                      <p:to>
                                        <a:srgbClr val="8CA0A9"/>
                                      </p:to>
                                    </p:animClr>
                                    <p:set>
                                      <p:cBhvr>
                                        <p:cTn id="31" dur="1000" fill="hold"/>
                                        <p:tgtEl>
                                          <p:spTgt spid="12"/>
                                        </p:tgtEl>
                                        <p:attrNameLst>
                                          <p:attrName>fill.type</p:attrName>
                                        </p:attrNameLst>
                                      </p:cBhvr>
                                      <p:to>
                                        <p:strVal val="solid"/>
                                      </p:to>
                                    </p:set>
                                    <p:set>
                                      <p:cBhvr>
                                        <p:cTn id="32" dur="1000" fill="hold"/>
                                        <p:tgtEl>
                                          <p:spTgt spid="1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2-column text and HighMark">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pic>
        <p:nvPicPr>
          <p:cNvPr id="7" name="Picture 2" descr="\\psf\Host\Volumes\johbee\Documents\01_Freelance_Design\Perspective_Branding\HIGHMARK INSURANCE\exports\SolutionSwirl300.png"/>
          <p:cNvPicPr>
            <a:picLocks noChangeAspect="1" noChangeArrowheads="1"/>
          </p:cNvPicPr>
          <p:nvPr/>
        </p:nvPicPr>
        <p:blipFill>
          <a:blip r:embed="rId4" cstate="print"/>
          <a:srcRect/>
          <a:stretch>
            <a:fillRect/>
          </a:stretch>
        </p:blipFill>
        <p:spPr bwMode="auto">
          <a:xfrm>
            <a:off x="450852" y="1150938"/>
            <a:ext cx="11334749" cy="1444625"/>
          </a:xfrm>
          <a:prstGeom prst="rect">
            <a:avLst/>
          </a:prstGeom>
          <a:noFill/>
          <a:ln w="9525">
            <a:noFill/>
            <a:miter lim="800000"/>
            <a:headEnd/>
            <a:tailEnd/>
          </a:ln>
        </p:spPr>
      </p:pic>
      <p:sp>
        <p:nvSpPr>
          <p:cNvPr id="2" name="Title 1"/>
          <p:cNvSpPr>
            <a:spLocks noGrp="1"/>
          </p:cNvSpPr>
          <p:nvPr>
            <p:ph type="title"/>
          </p:nvPr>
        </p:nvSpPr>
        <p:spPr>
          <a:xfrm>
            <a:off x="457200" y="2271405"/>
            <a:ext cx="11279717" cy="1180571"/>
          </a:xfrm>
        </p:spPr>
        <p:txBody>
          <a:bodyPr anchor="b"/>
          <a:lstStyle>
            <a:lvl1pPr algn="ctr">
              <a:defRPr/>
            </a:lvl1pPr>
          </a:lstStyle>
          <a:p>
            <a:r>
              <a:rPr lang="en-US"/>
              <a:t>Click to edit Master title style</a:t>
            </a:r>
            <a:endParaRPr lang="en-US" dirty="0"/>
          </a:p>
        </p:txBody>
      </p:sp>
      <p:sp>
        <p:nvSpPr>
          <p:cNvPr id="3" name="Content Placeholder 2"/>
          <p:cNvSpPr>
            <a:spLocks noGrp="1"/>
          </p:cNvSpPr>
          <p:nvPr>
            <p:ph idx="1"/>
          </p:nvPr>
        </p:nvSpPr>
        <p:spPr>
          <a:xfrm>
            <a:off x="457200" y="3424245"/>
            <a:ext cx="5579533" cy="2604025"/>
          </a:xfrm>
        </p:spPr>
        <p:txBody>
          <a:bodyPr/>
          <a:lstStyle>
            <a:lvl1pPr marL="0" indent="0">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2"/>
          </p:nvPr>
        </p:nvSpPr>
        <p:spPr>
          <a:xfrm>
            <a:off x="6157384" y="3424245"/>
            <a:ext cx="5579533" cy="2604025"/>
          </a:xfrm>
        </p:spPr>
        <p:txBody>
          <a:bodyPr/>
          <a:lstStyle>
            <a:lvl1pPr marL="0" indent="0">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6"/>
          <p:cNvSpPr>
            <a:spLocks noGrp="1"/>
          </p:cNvSpPr>
          <p:nvPr>
            <p:ph type="sldNum" sz="quarter" idx="13"/>
          </p:nvPr>
        </p:nvSpPr>
        <p:spPr/>
        <p:txBody>
          <a:bodyPr/>
          <a:lstStyle>
            <a:lvl1pPr>
              <a:defRPr smtClean="0"/>
            </a:lvl1pPr>
          </a:lstStyle>
          <a:p>
            <a:pPr>
              <a:defRPr/>
            </a:pPr>
            <a:fld id="{E69ED547-34B7-4359-A5F8-02C6DA67FC1D}" type="slidenum">
              <a:rPr lang="en-US">
                <a:solidFill>
                  <a:srgbClr val="333333"/>
                </a:solidFill>
              </a:rPr>
              <a:pPr>
                <a:defRPr/>
              </a:pPr>
              <a:t>‹#›</a:t>
            </a:fld>
            <a:endParaRPr lang="en-US" dirty="0">
              <a:solidFill>
                <a:srgbClr val="333333"/>
              </a:solidFill>
            </a:endParaRPr>
          </a:p>
        </p:txBody>
      </p:sp>
      <p:sp>
        <p:nvSpPr>
          <p:cNvPr id="10"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218142494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le, 1-column and3-column exhibit area">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5"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15" name="Content Placeholder 2"/>
          <p:cNvSpPr>
            <a:spLocks noGrp="1"/>
          </p:cNvSpPr>
          <p:nvPr>
            <p:ph idx="14"/>
          </p:nvPr>
        </p:nvSpPr>
        <p:spPr>
          <a:xfrm>
            <a:off x="9008533" y="1856317"/>
            <a:ext cx="2634075" cy="4141607"/>
          </a:xfrm>
        </p:spPr>
        <p:txBody>
          <a:bodyPr/>
          <a:lstStyle>
            <a:lvl1pPr marL="0" indent="0">
              <a:spcAft>
                <a:spcPts val="1400"/>
              </a:spcAft>
              <a:defRPr sz="1400"/>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6" name="Slide Number Placeholder 6"/>
          <p:cNvSpPr>
            <a:spLocks noGrp="1"/>
          </p:cNvSpPr>
          <p:nvPr>
            <p:ph type="sldNum" sz="quarter" idx="15"/>
          </p:nvPr>
        </p:nvSpPr>
        <p:spPr/>
        <p:txBody>
          <a:bodyPr/>
          <a:lstStyle>
            <a:lvl1pPr>
              <a:defRPr smtClean="0"/>
            </a:lvl1pPr>
          </a:lstStyle>
          <a:p>
            <a:pPr>
              <a:defRPr/>
            </a:pPr>
            <a:fld id="{F240F6AD-E55F-4534-988A-8B848EF6CC4F}" type="slidenum">
              <a:rPr lang="en-US">
                <a:solidFill>
                  <a:srgbClr val="333333"/>
                </a:solidFill>
              </a:rPr>
              <a:pPr>
                <a:defRPr/>
              </a:pPr>
              <a:t>‹#›</a:t>
            </a:fld>
            <a:endParaRPr lang="en-US" dirty="0">
              <a:solidFill>
                <a:srgbClr val="333333"/>
              </a:solidFill>
            </a:endParaRPr>
          </a:p>
        </p:txBody>
      </p:sp>
      <p:sp>
        <p:nvSpPr>
          <p:cNvPr id="7" name="Footer Placeholder 7"/>
          <p:cNvSpPr>
            <a:spLocks noGrp="1"/>
          </p:cNvSpPr>
          <p:nvPr>
            <p:ph type="ftr" sz="quarter" idx="16"/>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41045170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5"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10" name="Table Placeholder 9"/>
          <p:cNvSpPr>
            <a:spLocks noGrp="1"/>
          </p:cNvSpPr>
          <p:nvPr>
            <p:ph type="tbl" sz="quarter" idx="12"/>
          </p:nvPr>
        </p:nvSpPr>
        <p:spPr>
          <a:xfrm>
            <a:off x="457200" y="1912941"/>
            <a:ext cx="11279717" cy="4029075"/>
          </a:xfrm>
          <a:noFill/>
        </p:spPr>
        <p:txBody>
          <a:bodyPr rtlCol="0">
            <a:normAutofit/>
          </a:bodyPr>
          <a:lstStyle>
            <a:lvl1pPr>
              <a:defRPr>
                <a:solidFill>
                  <a:schemeClr val="bg1"/>
                </a:solidFill>
              </a:defRPr>
            </a:lvl1pPr>
          </a:lstStyle>
          <a:p>
            <a:pPr lvl="0"/>
            <a:r>
              <a:rPr lang="en-US" noProof="0" dirty="0"/>
              <a:t>Click icon to add table</a:t>
            </a:r>
          </a:p>
        </p:txBody>
      </p:sp>
      <p:sp>
        <p:nvSpPr>
          <p:cNvPr id="6" name="Slide Number Placeholder 6"/>
          <p:cNvSpPr>
            <a:spLocks noGrp="1"/>
          </p:cNvSpPr>
          <p:nvPr>
            <p:ph type="sldNum" sz="quarter" idx="13"/>
          </p:nvPr>
        </p:nvSpPr>
        <p:spPr/>
        <p:txBody>
          <a:bodyPr/>
          <a:lstStyle>
            <a:lvl1pPr>
              <a:defRPr smtClean="0"/>
            </a:lvl1pPr>
          </a:lstStyle>
          <a:p>
            <a:pPr>
              <a:defRPr/>
            </a:pPr>
            <a:fld id="{C71389C4-3A7D-4C0D-A2A0-B4E3E3E245F4}" type="slidenum">
              <a:rPr lang="en-US">
                <a:solidFill>
                  <a:srgbClr val="333333"/>
                </a:solidFill>
              </a:rPr>
              <a:pPr>
                <a:defRPr/>
              </a:pPr>
              <a:t>‹#›</a:t>
            </a:fld>
            <a:endParaRPr lang="en-US" dirty="0">
              <a:solidFill>
                <a:srgbClr val="333333"/>
              </a:solidFill>
            </a:endParaRPr>
          </a:p>
        </p:txBody>
      </p:sp>
      <p:sp>
        <p:nvSpPr>
          <p:cNvPr id="7"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308247556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itle, Text and Tabl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5"/>
            <a:ext cx="11279717" cy="1529824"/>
          </a:xfrm>
        </p:spPr>
        <p:txBody>
          <a:bodyPr/>
          <a:lstStyle>
            <a:lvl1pPr marL="0" indent="0">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able Placeholder 9"/>
          <p:cNvSpPr>
            <a:spLocks noGrp="1"/>
          </p:cNvSpPr>
          <p:nvPr>
            <p:ph type="tbl" sz="quarter" idx="12"/>
          </p:nvPr>
        </p:nvSpPr>
        <p:spPr>
          <a:xfrm>
            <a:off x="457200" y="3475041"/>
            <a:ext cx="11279717" cy="2466975"/>
          </a:xfrm>
          <a:noFill/>
        </p:spPr>
        <p:txBody>
          <a:bodyPr rtlCol="0">
            <a:normAutofit/>
          </a:bodyPr>
          <a:lstStyle>
            <a:lvl1pPr>
              <a:defRPr>
                <a:solidFill>
                  <a:schemeClr val="bg1"/>
                </a:solidFill>
              </a:defRPr>
            </a:lvl1pPr>
          </a:lstStyle>
          <a:p>
            <a:pPr lvl="0"/>
            <a:r>
              <a:rPr lang="en-US" noProof="0" dirty="0"/>
              <a:t>Click icon to add table</a:t>
            </a:r>
          </a:p>
        </p:txBody>
      </p:sp>
      <p:sp>
        <p:nvSpPr>
          <p:cNvPr id="7" name="Slide Number Placeholder 6"/>
          <p:cNvSpPr>
            <a:spLocks noGrp="1"/>
          </p:cNvSpPr>
          <p:nvPr>
            <p:ph type="sldNum" sz="quarter" idx="13"/>
          </p:nvPr>
        </p:nvSpPr>
        <p:spPr/>
        <p:txBody>
          <a:bodyPr/>
          <a:lstStyle>
            <a:lvl1pPr>
              <a:defRPr smtClean="0"/>
            </a:lvl1pPr>
          </a:lstStyle>
          <a:p>
            <a:pPr>
              <a:defRPr/>
            </a:pPr>
            <a:fld id="{238F83DF-8498-431E-9825-BA36A211A5AE}"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42062056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itle, Text, 2-column stacked text">
    <p:spTree>
      <p:nvGrpSpPr>
        <p:cNvPr id="1" name=""/>
        <p:cNvGrpSpPr/>
        <p:nvPr/>
      </p:nvGrpSpPr>
      <p:grpSpPr>
        <a:xfrm>
          <a:off x="0" y="0"/>
          <a:ext cx="0" cy="0"/>
          <a:chOff x="0" y="0"/>
          <a:chExt cx="0" cy="0"/>
        </a:xfrm>
      </p:grpSpPr>
      <p:pic>
        <p:nvPicPr>
          <p:cNvPr id="6"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7"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5"/>
            <a:ext cx="11279717" cy="1529824"/>
          </a:xfrm>
        </p:spPr>
        <p:txBody>
          <a:bodyPr/>
          <a:lstStyle>
            <a:lvl1pPr marL="0" indent="0">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2"/>
          </p:nvPr>
        </p:nvSpPr>
        <p:spPr>
          <a:xfrm>
            <a:off x="457200" y="3475041"/>
            <a:ext cx="5579533" cy="2466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13"/>
          </p:nvPr>
        </p:nvSpPr>
        <p:spPr>
          <a:xfrm>
            <a:off x="6159502" y="3475041"/>
            <a:ext cx="5577417" cy="2466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6"/>
          <p:cNvSpPr>
            <a:spLocks noGrp="1"/>
          </p:cNvSpPr>
          <p:nvPr>
            <p:ph type="sldNum" sz="quarter" idx="14"/>
          </p:nvPr>
        </p:nvSpPr>
        <p:spPr/>
        <p:txBody>
          <a:bodyPr/>
          <a:lstStyle>
            <a:lvl1pPr>
              <a:defRPr smtClean="0"/>
            </a:lvl1pPr>
          </a:lstStyle>
          <a:p>
            <a:pPr>
              <a:defRPr/>
            </a:pPr>
            <a:fld id="{1B0E41A5-E91B-401D-A6AB-C5C1C99B84E7}" type="slidenum">
              <a:rPr lang="en-US">
                <a:solidFill>
                  <a:srgbClr val="333333"/>
                </a:solidFill>
              </a:rPr>
              <a:pPr>
                <a:defRPr/>
              </a:pPr>
              <a:t>‹#›</a:t>
            </a:fld>
            <a:endParaRPr lang="en-US" dirty="0">
              <a:solidFill>
                <a:srgbClr val="333333"/>
              </a:solidFill>
            </a:endParaRPr>
          </a:p>
        </p:txBody>
      </p:sp>
      <p:sp>
        <p:nvSpPr>
          <p:cNvPr id="9" name="Footer Placeholder 7"/>
          <p:cNvSpPr>
            <a:spLocks noGrp="1"/>
          </p:cNvSpPr>
          <p:nvPr>
            <p:ph type="ftr" sz="quarter" idx="15"/>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89813625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itle, Text, 4-column stacked text">
    <p:spTree>
      <p:nvGrpSpPr>
        <p:cNvPr id="1" name=""/>
        <p:cNvGrpSpPr/>
        <p:nvPr/>
      </p:nvGrpSpPr>
      <p:grpSpPr>
        <a:xfrm>
          <a:off x="0" y="0"/>
          <a:ext cx="0" cy="0"/>
          <a:chOff x="0" y="0"/>
          <a:chExt cx="0" cy="0"/>
        </a:xfrm>
      </p:grpSpPr>
      <p:pic>
        <p:nvPicPr>
          <p:cNvPr id="8" name="Picture 2" descr="\\psf\Host\Volumes\johbee\Documents\01_Freelance_Design\Perspective_Branding\HIGHMARK INSURANCE\exports\Slide1_TopLeft300.png"/>
          <p:cNvPicPr>
            <a:picLocks noChangeAspect="1" noChangeArrowheads="1"/>
          </p:cNvPicPr>
          <p:nvPr/>
        </p:nvPicPr>
        <p:blipFill>
          <a:blip r:embed="rId2" cstate="print"/>
          <a:srcRect/>
          <a:stretch>
            <a:fillRect/>
          </a:stretch>
        </p:blipFill>
        <p:spPr bwMode="auto">
          <a:xfrm>
            <a:off x="2" y="0"/>
            <a:ext cx="5958417" cy="317500"/>
          </a:xfrm>
          <a:prstGeom prst="rect">
            <a:avLst/>
          </a:prstGeom>
          <a:noFill/>
          <a:ln w="9525">
            <a:noFill/>
            <a:miter lim="800000"/>
            <a:headEnd/>
            <a:tailEnd/>
          </a:ln>
        </p:spPr>
      </p:pic>
      <p:pic>
        <p:nvPicPr>
          <p:cNvPr id="9" name="Picture 3" descr="\\psf\Host\Volumes\johbee\Documents\01_Freelance_Design\Perspective_Branding\HIGHMARK INSURANCE\exports\Slide1_BotRight300.png"/>
          <p:cNvPicPr>
            <a:picLocks noChangeAspect="1" noChangeArrowheads="1"/>
          </p:cNvPicPr>
          <p:nvPr/>
        </p:nvPicPr>
        <p:blipFill>
          <a:blip r:embed="rId3" cstate="print"/>
          <a:srcRect/>
          <a:stretch>
            <a:fillRect/>
          </a:stretch>
        </p:blipFill>
        <p:spPr bwMode="auto">
          <a:xfrm>
            <a:off x="9929286" y="6477000"/>
            <a:ext cx="2262716" cy="381000"/>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5"/>
            <a:ext cx="11279717" cy="1529824"/>
          </a:xfrm>
        </p:spPr>
        <p:txBody>
          <a:bodyPr/>
          <a:lstStyle>
            <a:lvl1pPr marL="0" indent="0">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2"/>
          </p:nvPr>
        </p:nvSpPr>
        <p:spPr>
          <a:xfrm>
            <a:off x="457200" y="3475041"/>
            <a:ext cx="2728384" cy="2466975"/>
          </a:xfrm>
        </p:spPr>
        <p:txBody>
          <a:bodyPr>
            <a:normAutofit/>
          </a:bodyPr>
          <a:lstStyle>
            <a:lvl1pPr>
              <a:defRPr sz="1400"/>
            </a:lvl1pPr>
            <a:lvl2pPr>
              <a:defRPr sz="1400"/>
            </a:lvl2pPr>
            <a:lvl3pPr>
              <a:defRPr sz="1200"/>
            </a:lvl3pPr>
            <a:lvl4pPr>
              <a:defRPr sz="12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3"/>
          </p:nvPr>
        </p:nvSpPr>
        <p:spPr>
          <a:xfrm>
            <a:off x="6152448" y="3475041"/>
            <a:ext cx="2732617" cy="2466975"/>
          </a:xfrm>
        </p:spPr>
        <p:txBody>
          <a:bodyPr>
            <a:normAutofit/>
          </a:bodyPr>
          <a:lstStyle>
            <a:lvl1pPr>
              <a:defRPr sz="1400"/>
            </a:lvl1pPr>
            <a:lvl2pPr>
              <a:defRPr sz="1400"/>
            </a:lvl2pPr>
            <a:lvl3pPr>
              <a:defRPr sz="1200"/>
            </a:lvl3pPr>
            <a:lvl4pPr>
              <a:defRPr sz="12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4"/>
          </p:nvPr>
        </p:nvSpPr>
        <p:spPr>
          <a:xfrm>
            <a:off x="3304823" y="3475041"/>
            <a:ext cx="2728384" cy="2466975"/>
          </a:xfrm>
        </p:spPr>
        <p:txBody>
          <a:bodyPr>
            <a:normAutofit/>
          </a:bodyPr>
          <a:lstStyle>
            <a:lvl1pPr>
              <a:defRPr sz="1400"/>
            </a:lvl1pPr>
            <a:lvl2pPr>
              <a:defRPr sz="1400"/>
            </a:lvl2pPr>
            <a:lvl3pPr>
              <a:defRPr sz="1200"/>
            </a:lvl3pPr>
            <a:lvl4pPr>
              <a:defRPr sz="12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2"/>
          <p:cNvSpPr>
            <a:spLocks noGrp="1"/>
          </p:cNvSpPr>
          <p:nvPr>
            <p:ph sz="quarter" idx="15"/>
          </p:nvPr>
        </p:nvSpPr>
        <p:spPr>
          <a:xfrm>
            <a:off x="9004302" y="3475041"/>
            <a:ext cx="2732617" cy="2466975"/>
          </a:xfrm>
        </p:spPr>
        <p:txBody>
          <a:bodyPr>
            <a:normAutofit/>
          </a:bodyPr>
          <a:lstStyle>
            <a:lvl1pPr>
              <a:defRPr sz="1400"/>
            </a:lvl1pPr>
            <a:lvl2pPr>
              <a:defRPr sz="1400"/>
            </a:lvl2pPr>
            <a:lvl3pPr>
              <a:defRPr sz="1200"/>
            </a:lvl3pPr>
            <a:lvl4pPr>
              <a:defRPr sz="12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Slide Number Placeholder 6"/>
          <p:cNvSpPr>
            <a:spLocks noGrp="1"/>
          </p:cNvSpPr>
          <p:nvPr>
            <p:ph type="sldNum" sz="quarter" idx="16"/>
          </p:nvPr>
        </p:nvSpPr>
        <p:spPr/>
        <p:txBody>
          <a:bodyPr/>
          <a:lstStyle>
            <a:lvl1pPr>
              <a:defRPr smtClean="0"/>
            </a:lvl1pPr>
          </a:lstStyle>
          <a:p>
            <a:pPr>
              <a:defRPr/>
            </a:pPr>
            <a:fld id="{75BE84C4-F2D1-4334-8005-3605C0082E6E}" type="slidenum">
              <a:rPr lang="en-US">
                <a:solidFill>
                  <a:srgbClr val="333333"/>
                </a:solidFill>
              </a:rPr>
              <a:pPr>
                <a:defRPr/>
              </a:pPr>
              <a:t>‹#›</a:t>
            </a:fld>
            <a:endParaRPr lang="en-US" dirty="0">
              <a:solidFill>
                <a:srgbClr val="333333"/>
              </a:solidFill>
            </a:endParaRPr>
          </a:p>
        </p:txBody>
      </p:sp>
      <p:sp>
        <p:nvSpPr>
          <p:cNvPr id="15" name="Footer Placeholder 7"/>
          <p:cNvSpPr>
            <a:spLocks noGrp="1"/>
          </p:cNvSpPr>
          <p:nvPr>
            <p:ph type="ftr" sz="quarter" idx="17"/>
          </p:nvPr>
        </p:nvSpPr>
        <p:spPr/>
        <p:txBody>
          <a:bodyPr/>
          <a:lstStyle>
            <a:lvl1pPr>
              <a:defRPr/>
            </a:lvl1pPr>
          </a:lstStyle>
          <a:p>
            <a:r>
              <a:rPr lang="en-US" dirty="0">
                <a:solidFill>
                  <a:srgbClr val="333333"/>
                </a:solidFill>
              </a:rPr>
              <a:t>HIGHMARK.COM</a:t>
            </a:r>
          </a:p>
        </p:txBody>
      </p:sp>
    </p:spTree>
    <p:extLst>
      <p:ext uri="{BB962C8B-B14F-4D97-AF65-F5344CB8AC3E}">
        <p14:creationId xmlns:p14="http://schemas.microsoft.com/office/powerpoint/2010/main" val="102883013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 and Logo Matrix">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Picture Placeholder 7"/>
          <p:cNvSpPr>
            <a:spLocks noGrp="1"/>
          </p:cNvSpPr>
          <p:nvPr>
            <p:ph type="pic" sz="quarter" idx="12"/>
          </p:nvPr>
        </p:nvSpPr>
        <p:spPr>
          <a:xfrm>
            <a:off x="457200" y="1912941"/>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9" name="Picture Placeholder 7"/>
          <p:cNvSpPr>
            <a:spLocks noGrp="1"/>
          </p:cNvSpPr>
          <p:nvPr>
            <p:ph type="pic" sz="quarter" idx="13"/>
          </p:nvPr>
        </p:nvSpPr>
        <p:spPr>
          <a:xfrm>
            <a:off x="3311220" y="1912941"/>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0" name="Picture Placeholder 7"/>
          <p:cNvSpPr>
            <a:spLocks noGrp="1"/>
          </p:cNvSpPr>
          <p:nvPr>
            <p:ph type="pic" sz="quarter" idx="14"/>
          </p:nvPr>
        </p:nvSpPr>
        <p:spPr>
          <a:xfrm>
            <a:off x="6165240" y="1912941"/>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1" name="Picture Placeholder 7"/>
          <p:cNvSpPr>
            <a:spLocks noGrp="1"/>
          </p:cNvSpPr>
          <p:nvPr>
            <p:ph type="pic" sz="quarter" idx="15"/>
          </p:nvPr>
        </p:nvSpPr>
        <p:spPr>
          <a:xfrm>
            <a:off x="9019261" y="1912941"/>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2" name="Picture Placeholder 7"/>
          <p:cNvSpPr>
            <a:spLocks noGrp="1"/>
          </p:cNvSpPr>
          <p:nvPr>
            <p:ph type="pic" sz="quarter" idx="16"/>
          </p:nvPr>
        </p:nvSpPr>
        <p:spPr>
          <a:xfrm>
            <a:off x="457200" y="3475040"/>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3" name="Picture Placeholder 7"/>
          <p:cNvSpPr>
            <a:spLocks noGrp="1"/>
          </p:cNvSpPr>
          <p:nvPr>
            <p:ph type="pic" sz="quarter" idx="17"/>
          </p:nvPr>
        </p:nvSpPr>
        <p:spPr>
          <a:xfrm>
            <a:off x="3311220" y="3475040"/>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4" name="Picture Placeholder 7"/>
          <p:cNvSpPr>
            <a:spLocks noGrp="1"/>
          </p:cNvSpPr>
          <p:nvPr>
            <p:ph type="pic" sz="quarter" idx="18"/>
          </p:nvPr>
        </p:nvSpPr>
        <p:spPr>
          <a:xfrm>
            <a:off x="6165240" y="3475040"/>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5" name="Picture Placeholder 7"/>
          <p:cNvSpPr>
            <a:spLocks noGrp="1"/>
          </p:cNvSpPr>
          <p:nvPr>
            <p:ph type="pic" sz="quarter" idx="19"/>
          </p:nvPr>
        </p:nvSpPr>
        <p:spPr>
          <a:xfrm>
            <a:off x="9019261" y="3475040"/>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6" name="Picture Placeholder 7"/>
          <p:cNvSpPr>
            <a:spLocks noGrp="1"/>
          </p:cNvSpPr>
          <p:nvPr>
            <p:ph type="pic" sz="quarter" idx="20"/>
          </p:nvPr>
        </p:nvSpPr>
        <p:spPr>
          <a:xfrm>
            <a:off x="446472" y="5037141"/>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7" name="Picture Placeholder 7"/>
          <p:cNvSpPr>
            <a:spLocks noGrp="1"/>
          </p:cNvSpPr>
          <p:nvPr>
            <p:ph type="pic" sz="quarter" idx="21"/>
          </p:nvPr>
        </p:nvSpPr>
        <p:spPr>
          <a:xfrm>
            <a:off x="3300492" y="5037141"/>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8" name="Picture Placeholder 7"/>
          <p:cNvSpPr>
            <a:spLocks noGrp="1"/>
          </p:cNvSpPr>
          <p:nvPr>
            <p:ph type="pic" sz="quarter" idx="22"/>
          </p:nvPr>
        </p:nvSpPr>
        <p:spPr>
          <a:xfrm>
            <a:off x="6154512" y="5037141"/>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9" name="Picture Placeholder 7"/>
          <p:cNvSpPr>
            <a:spLocks noGrp="1"/>
          </p:cNvSpPr>
          <p:nvPr>
            <p:ph type="pic" sz="quarter" idx="23"/>
          </p:nvPr>
        </p:nvSpPr>
        <p:spPr>
          <a:xfrm>
            <a:off x="9008533" y="5037141"/>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20" name="Footer Placeholder 4"/>
          <p:cNvSpPr>
            <a:spLocks noGrp="1"/>
          </p:cNvSpPr>
          <p:nvPr>
            <p:ph type="ftr" sz="quarter" idx="24"/>
          </p:nvPr>
        </p:nvSpPr>
        <p:spPr/>
        <p:txBody>
          <a:bodyPr/>
          <a:lstStyle>
            <a:lvl1pPr>
              <a:defRPr/>
            </a:lvl1pPr>
          </a:lstStyle>
          <a:p>
            <a:r>
              <a:rPr lang="en-US" dirty="0">
                <a:solidFill>
                  <a:srgbClr val="333333"/>
                </a:solidFill>
              </a:rPr>
              <a:t>HIGHMARK.COM</a:t>
            </a:r>
          </a:p>
        </p:txBody>
      </p:sp>
      <p:sp>
        <p:nvSpPr>
          <p:cNvPr id="21" name="Slide Number Placeholder 5"/>
          <p:cNvSpPr>
            <a:spLocks noGrp="1"/>
          </p:cNvSpPr>
          <p:nvPr>
            <p:ph type="sldNum" sz="quarter" idx="25"/>
          </p:nvPr>
        </p:nvSpPr>
        <p:spPr/>
        <p:txBody>
          <a:bodyPr/>
          <a:lstStyle>
            <a:lvl1pPr>
              <a:defRPr/>
            </a:lvl1pPr>
          </a:lstStyle>
          <a:p>
            <a:pPr>
              <a:defRPr/>
            </a:pPr>
            <a:fld id="{A2A71E53-BB05-43F5-B61F-DF36E1B52CE6}" type="slidenum">
              <a:rPr lang="en-US">
                <a:solidFill>
                  <a:srgbClr val="333333"/>
                </a:solidFill>
              </a:rPr>
              <a:pPr>
                <a:defRPr/>
              </a:pPr>
              <a:t>‹#›</a:t>
            </a:fld>
            <a:endParaRPr lang="en-US" dirty="0">
              <a:solidFill>
                <a:srgbClr val="333333"/>
              </a:solidFill>
            </a:endParaRPr>
          </a:p>
        </p:txBody>
      </p:sp>
    </p:spTree>
    <p:extLst>
      <p:ext uri="{BB962C8B-B14F-4D97-AF65-F5344CB8AC3E}">
        <p14:creationId xmlns:p14="http://schemas.microsoft.com/office/powerpoint/2010/main" val="233322105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Divider1">
    <p:bg>
      <p:bgPr>
        <a:gradFill flip="none" rotWithShape="1">
          <a:gsLst>
            <a:gs pos="0">
              <a:schemeClr val="tx2"/>
            </a:gs>
            <a:gs pos="100000">
              <a:schemeClr val="bg2"/>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2_Mask300.png"/>
          <p:cNvPicPr>
            <a:picLocks noChangeAspect="1" noChangeArrowheads="1"/>
          </p:cNvPicPr>
          <p:nvPr/>
        </p:nvPicPr>
        <p:blipFill>
          <a:blip r:embed="rId2" cstate="print"/>
          <a:srcRect/>
          <a:stretch>
            <a:fillRect/>
          </a:stretch>
        </p:blipFill>
        <p:spPr bwMode="auto">
          <a:xfrm>
            <a:off x="0" y="5538788"/>
            <a:ext cx="12192000" cy="1319212"/>
          </a:xfrm>
          <a:prstGeom prst="rect">
            <a:avLst/>
          </a:prstGeom>
          <a:noFill/>
          <a:ln w="9525">
            <a:noFill/>
            <a:miter lim="800000"/>
            <a:headEnd/>
            <a:tailEnd/>
          </a:ln>
        </p:spPr>
      </p:pic>
      <p:pic>
        <p:nvPicPr>
          <p:cNvPr id="5" name="Picture 7" descr="Highmark_2c.png"/>
          <p:cNvPicPr>
            <a:picLocks noChangeAspect="1"/>
          </p:cNvPicPr>
          <p:nvPr/>
        </p:nvPicPr>
        <p:blipFill>
          <a:blip r:embed="rId3" cstate="print"/>
          <a:srcRect l="-23283" t="-2" r="-2" b="-124632"/>
          <a:stretch>
            <a:fillRect/>
          </a:stretch>
        </p:blipFill>
        <p:spPr bwMode="auto">
          <a:xfrm>
            <a:off x="2" y="6248400"/>
            <a:ext cx="2343151" cy="609600"/>
          </a:xfrm>
          <a:prstGeom prst="rect">
            <a:avLst/>
          </a:prstGeom>
          <a:noFill/>
          <a:ln w="9525">
            <a:noFill/>
            <a:miter lim="800000"/>
            <a:headEnd/>
            <a:tailEnd/>
          </a:ln>
        </p:spPr>
      </p:pic>
      <p:sp>
        <p:nvSpPr>
          <p:cNvPr id="2" name="Title 1"/>
          <p:cNvSpPr>
            <a:spLocks noGrp="1"/>
          </p:cNvSpPr>
          <p:nvPr>
            <p:ph type="ctrTitle"/>
          </p:nvPr>
        </p:nvSpPr>
        <p:spPr>
          <a:xfrm>
            <a:off x="457200" y="2535828"/>
            <a:ext cx="11279717" cy="1181096"/>
          </a:xfrm>
        </p:spPr>
        <p:txBody>
          <a:bodyPr/>
          <a:lstStyle>
            <a:lvl1pPr algn="ctr">
              <a:defRPr>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3819480"/>
            <a:ext cx="11279717"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Footer Placeholder 7"/>
          <p:cNvSpPr>
            <a:spLocks noGrp="1"/>
          </p:cNvSpPr>
          <p:nvPr>
            <p:ph type="ftr" sz="quarter" idx="10"/>
          </p:nvPr>
        </p:nvSpPr>
        <p:spPr>
          <a:xfrm>
            <a:off x="9010653" y="6194428"/>
            <a:ext cx="2738967" cy="365125"/>
          </a:xfrm>
        </p:spPr>
        <p:txBody>
          <a:bodyPr/>
          <a:lstStyle>
            <a:lvl1pPr algn="r">
              <a:defRPr sz="1700"/>
            </a:lvl1pPr>
          </a:lstStyle>
          <a:p>
            <a:r>
              <a:rPr lang="en-US" dirty="0">
                <a:solidFill>
                  <a:srgbClr val="333333"/>
                </a:solidFill>
              </a:rPr>
              <a:t>HIGHMARK.COM</a:t>
            </a:r>
          </a:p>
        </p:txBody>
      </p:sp>
    </p:spTree>
    <p:extLst>
      <p:ext uri="{BB962C8B-B14F-4D97-AF65-F5344CB8AC3E}">
        <p14:creationId xmlns:p14="http://schemas.microsoft.com/office/powerpoint/2010/main" val="56528903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 preserve="1">
  <p:cSld name="Divider2">
    <p:bg>
      <p:bgPr>
        <a:gradFill flip="none" rotWithShape="1">
          <a:gsLst>
            <a:gs pos="0">
              <a:schemeClr val="tx2"/>
            </a:gs>
            <a:gs pos="100000">
              <a:schemeClr val="bg2"/>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2_Mask300.png"/>
          <p:cNvPicPr>
            <a:picLocks noChangeAspect="1" noChangeArrowheads="1"/>
          </p:cNvPicPr>
          <p:nvPr/>
        </p:nvPicPr>
        <p:blipFill>
          <a:blip r:embed="rId2" cstate="print"/>
          <a:srcRect/>
          <a:stretch>
            <a:fillRect/>
          </a:stretch>
        </p:blipFill>
        <p:spPr bwMode="auto">
          <a:xfrm>
            <a:off x="0" y="5538788"/>
            <a:ext cx="12192000" cy="1319212"/>
          </a:xfrm>
          <a:prstGeom prst="rect">
            <a:avLst/>
          </a:prstGeom>
          <a:noFill/>
          <a:ln w="9525">
            <a:noFill/>
            <a:miter lim="800000"/>
            <a:headEnd/>
            <a:tailEnd/>
          </a:ln>
        </p:spPr>
      </p:pic>
      <p:pic>
        <p:nvPicPr>
          <p:cNvPr id="5" name="Picture 7" descr="\\psf\Host\Volumes\johbee\Documents\01_Freelance_Design\Perspective_Branding\HIGHMARK INSURANCE\exports\Title3_MaskTop300.png"/>
          <p:cNvPicPr>
            <a:picLocks noChangeAspect="1" noChangeArrowheads="1"/>
          </p:cNvPicPr>
          <p:nvPr/>
        </p:nvPicPr>
        <p:blipFill>
          <a:blip r:embed="rId3" cstate="print"/>
          <a:srcRect/>
          <a:stretch>
            <a:fillRect/>
          </a:stretch>
        </p:blipFill>
        <p:spPr bwMode="auto">
          <a:xfrm>
            <a:off x="0" y="3"/>
            <a:ext cx="12192000" cy="2239963"/>
          </a:xfrm>
          <a:prstGeom prst="rect">
            <a:avLst/>
          </a:prstGeom>
          <a:noFill/>
          <a:ln w="9525">
            <a:noFill/>
            <a:miter lim="800000"/>
            <a:headEnd/>
            <a:tailEnd/>
          </a:ln>
        </p:spPr>
      </p:pic>
      <p:pic>
        <p:nvPicPr>
          <p:cNvPr id="6" name="Picture 9" descr="Highmark_2c.png"/>
          <p:cNvPicPr>
            <a:picLocks noChangeAspect="1"/>
          </p:cNvPicPr>
          <p:nvPr/>
        </p:nvPicPr>
        <p:blipFill>
          <a:blip r:embed="rId4" cstate="print"/>
          <a:srcRect l="-23283" t="-2" r="-2" b="-124632"/>
          <a:stretch>
            <a:fillRect/>
          </a:stretch>
        </p:blipFill>
        <p:spPr bwMode="auto">
          <a:xfrm>
            <a:off x="2" y="6248400"/>
            <a:ext cx="2343151" cy="609600"/>
          </a:xfrm>
          <a:prstGeom prst="rect">
            <a:avLst/>
          </a:prstGeom>
          <a:noFill/>
          <a:ln w="9525">
            <a:noFill/>
            <a:miter lim="800000"/>
            <a:headEnd/>
            <a:tailEnd/>
          </a:ln>
        </p:spPr>
      </p:pic>
      <p:sp>
        <p:nvSpPr>
          <p:cNvPr id="2" name="Title 1"/>
          <p:cNvSpPr>
            <a:spLocks noGrp="1"/>
          </p:cNvSpPr>
          <p:nvPr>
            <p:ph type="ctrTitle"/>
          </p:nvPr>
        </p:nvSpPr>
        <p:spPr>
          <a:xfrm>
            <a:off x="457200" y="3414881"/>
            <a:ext cx="11279717" cy="1056917"/>
          </a:xfrm>
        </p:spPr>
        <p:txBody>
          <a:bodyPr/>
          <a:lstStyle>
            <a:lvl1pPr algn="ctr">
              <a:defRPr>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4538156"/>
            <a:ext cx="11291472" cy="412715"/>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Footer Placeholder 7"/>
          <p:cNvSpPr>
            <a:spLocks noGrp="1"/>
          </p:cNvSpPr>
          <p:nvPr>
            <p:ph type="ftr" sz="quarter" idx="10"/>
          </p:nvPr>
        </p:nvSpPr>
        <p:spPr>
          <a:xfrm>
            <a:off x="9010653" y="6194428"/>
            <a:ext cx="2738967" cy="365125"/>
          </a:xfrm>
        </p:spPr>
        <p:txBody>
          <a:bodyPr/>
          <a:lstStyle>
            <a:lvl1pPr algn="r">
              <a:defRPr sz="1700"/>
            </a:lvl1pPr>
          </a:lstStyle>
          <a:p>
            <a:r>
              <a:rPr lang="en-US" dirty="0">
                <a:solidFill>
                  <a:srgbClr val="333333"/>
                </a:solidFill>
              </a:rPr>
              <a:t>HIGHMARK.COM</a:t>
            </a:r>
          </a:p>
        </p:txBody>
      </p:sp>
    </p:spTree>
    <p:extLst>
      <p:ext uri="{BB962C8B-B14F-4D97-AF65-F5344CB8AC3E}">
        <p14:creationId xmlns:p14="http://schemas.microsoft.com/office/powerpoint/2010/main" val="176520674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4"/>
          <p:cNvSpPr>
            <a:spLocks noGrp="1"/>
          </p:cNvSpPr>
          <p:nvPr>
            <p:ph type="ftr" sz="quarter" idx="10"/>
          </p:nvPr>
        </p:nvSpPr>
        <p:spPr/>
        <p:txBody>
          <a:bodyPr/>
          <a:lstStyle>
            <a:lvl1pPr>
              <a:defRPr/>
            </a:lvl1pPr>
          </a:lstStyle>
          <a:p>
            <a:r>
              <a:rPr lang="en-US" dirty="0">
                <a:solidFill>
                  <a:srgbClr val="333333"/>
                </a:solidFill>
              </a:rPr>
              <a:t>HIGHMARK.COM</a:t>
            </a:r>
          </a:p>
        </p:txBody>
      </p:sp>
      <p:sp>
        <p:nvSpPr>
          <p:cNvPr id="5" name="Slide Number Placeholder 5"/>
          <p:cNvSpPr>
            <a:spLocks noGrp="1"/>
          </p:cNvSpPr>
          <p:nvPr>
            <p:ph type="sldNum" sz="quarter" idx="4"/>
          </p:nvPr>
        </p:nvSpPr>
        <p:spPr>
          <a:xfrm>
            <a:off x="11699108" y="6463355"/>
            <a:ext cx="448733" cy="365125"/>
          </a:xfrm>
          <a:prstGeom prst="rect">
            <a:avLst/>
          </a:prstGeom>
        </p:spPr>
        <p:txBody>
          <a:bodyPr vert="horz" wrap="square" lIns="0" tIns="0" rIns="0" bIns="0" numCol="1" anchor="b" anchorCtr="0" compatLnSpc="1">
            <a:prstTxWarp prst="textNoShape">
              <a:avLst/>
            </a:prstTxWarp>
          </a:bodyPr>
          <a:lstStyle>
            <a:lvl1pPr algn="r">
              <a:defRPr sz="1400" smtClean="0">
                <a:solidFill>
                  <a:schemeClr val="bg1"/>
                </a:solidFill>
                <a:ea typeface="ＭＳ Ｐゴシック" charset="-128"/>
              </a:defRPr>
            </a:lvl1pPr>
          </a:lstStyle>
          <a:p>
            <a:pPr fontAlgn="base">
              <a:spcBef>
                <a:spcPct val="0"/>
              </a:spcBef>
              <a:spcAft>
                <a:spcPct val="0"/>
              </a:spcAft>
              <a:defRPr/>
            </a:pPr>
            <a:fld id="{A8DEAE8A-6423-47B1-A5CD-FA95EE93DE68}" type="slidenum">
              <a:rPr lang="en-US">
                <a:solidFill>
                  <a:srgbClr val="333333"/>
                </a:solidFill>
              </a:rPr>
              <a:pPr fontAlgn="base">
                <a:spcBef>
                  <a:spcPct val="0"/>
                </a:spcBef>
                <a:spcAft>
                  <a:spcPct val="0"/>
                </a:spcAft>
                <a:defRPr/>
              </a:pPr>
              <a:t>‹#›</a:t>
            </a:fld>
            <a:endParaRPr lang="en-US" dirty="0">
              <a:solidFill>
                <a:srgbClr val="333333"/>
              </a:solidFill>
            </a:endParaRPr>
          </a:p>
        </p:txBody>
      </p:sp>
    </p:spTree>
    <p:extLst>
      <p:ext uri="{BB962C8B-B14F-4D97-AF65-F5344CB8AC3E}">
        <p14:creationId xmlns:p14="http://schemas.microsoft.com/office/powerpoint/2010/main" val="43627840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r>
              <a:rPr lang="en-US" dirty="0">
                <a:solidFill>
                  <a:srgbClr val="333333"/>
                </a:solidFill>
              </a:rPr>
              <a:t>HIGHMARK.COM</a:t>
            </a:r>
          </a:p>
        </p:txBody>
      </p:sp>
      <p:sp>
        <p:nvSpPr>
          <p:cNvPr id="3" name="Slide Number Placeholder 5"/>
          <p:cNvSpPr>
            <a:spLocks noGrp="1"/>
          </p:cNvSpPr>
          <p:nvPr>
            <p:ph type="sldNum" sz="quarter" idx="11"/>
          </p:nvPr>
        </p:nvSpPr>
        <p:spPr/>
        <p:txBody>
          <a:bodyPr/>
          <a:lstStyle>
            <a:lvl1pPr>
              <a:defRPr/>
            </a:lvl1pPr>
          </a:lstStyle>
          <a:p>
            <a:pPr>
              <a:defRPr/>
            </a:pPr>
            <a:fld id="{4318987E-8BBA-48A7-8C34-DB7B779F2720}" type="slidenum">
              <a:rPr lang="en-US">
                <a:solidFill>
                  <a:srgbClr val="333333"/>
                </a:solidFill>
              </a:rPr>
              <a:pPr>
                <a:defRPr/>
              </a:pPr>
              <a:t>‹#›</a:t>
            </a:fld>
            <a:endParaRPr lang="en-US" dirty="0">
              <a:solidFill>
                <a:srgbClr val="333333"/>
              </a:solidFill>
            </a:endParaRPr>
          </a:p>
        </p:txBody>
      </p:sp>
    </p:spTree>
    <p:extLst>
      <p:ext uri="{BB962C8B-B14F-4D97-AF65-F5344CB8AC3E}">
        <p14:creationId xmlns:p14="http://schemas.microsoft.com/office/powerpoint/2010/main" val="274058363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Title1_ImageReady">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1_Mask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5619750"/>
            <a:ext cx="12192000"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57200" y="286461"/>
            <a:ext cx="11279717" cy="1181096"/>
          </a:xfrm>
        </p:spPr>
        <p:txBody>
          <a:bodyPr/>
          <a:lstStyle>
            <a:lvl1pPr>
              <a:defRPr>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1570113"/>
            <a:ext cx="8434917"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Footer Placeholder 7"/>
          <p:cNvSpPr>
            <a:spLocks noGrp="1"/>
          </p:cNvSpPr>
          <p:nvPr>
            <p:ph type="ftr" sz="quarter" idx="10"/>
          </p:nvPr>
        </p:nvSpPr>
        <p:spPr>
          <a:xfrm>
            <a:off x="9010651" y="6194426"/>
            <a:ext cx="2738967" cy="365125"/>
          </a:xfrm>
        </p:spPr>
        <p:txBody>
          <a:bodyPr/>
          <a:lstStyle>
            <a:lvl1pPr algn="r">
              <a:defRPr sz="1700"/>
            </a:lvl1pPr>
          </a:lstStyle>
          <a:p>
            <a:r>
              <a:rPr lang="en-US" altLang="en-US" dirty="0">
                <a:solidFill>
                  <a:srgbClr val="333333"/>
                </a:solidFill>
              </a:rPr>
              <a:t>HIGHMARK.COM</a:t>
            </a:r>
          </a:p>
        </p:txBody>
      </p:sp>
    </p:spTree>
    <p:extLst>
      <p:ext uri="{BB962C8B-B14F-4D97-AF65-F5344CB8AC3E}">
        <p14:creationId xmlns:p14="http://schemas.microsoft.com/office/powerpoint/2010/main" val="328855567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reserve="1">
  <p:cSld name="Title1_NoImage">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2_Mask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5538788"/>
            <a:ext cx="12192000"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57200" y="286461"/>
            <a:ext cx="11279717" cy="1181096"/>
          </a:xfrm>
        </p:spPr>
        <p:txBody>
          <a:bodyPr/>
          <a:lstStyle>
            <a:lvl1pPr>
              <a:defRPr>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1570113"/>
            <a:ext cx="8434917"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Footer Placeholder 7"/>
          <p:cNvSpPr>
            <a:spLocks noGrp="1"/>
          </p:cNvSpPr>
          <p:nvPr>
            <p:ph type="ftr" sz="quarter" idx="10"/>
          </p:nvPr>
        </p:nvSpPr>
        <p:spPr>
          <a:xfrm>
            <a:off x="9010651" y="6194426"/>
            <a:ext cx="2738967" cy="365125"/>
          </a:xfrm>
        </p:spPr>
        <p:txBody>
          <a:bodyPr/>
          <a:lstStyle>
            <a:lvl1pPr algn="r">
              <a:defRPr sz="1700"/>
            </a:lvl1pPr>
          </a:lstStyle>
          <a:p>
            <a:r>
              <a:rPr lang="en-US" altLang="en-US" dirty="0">
                <a:solidFill>
                  <a:srgbClr val="333333"/>
                </a:solidFill>
              </a:rPr>
              <a:t>HIGHMARK.COM</a:t>
            </a:r>
          </a:p>
        </p:txBody>
      </p:sp>
    </p:spTree>
    <p:extLst>
      <p:ext uri="{BB962C8B-B14F-4D97-AF65-F5344CB8AC3E}">
        <p14:creationId xmlns:p14="http://schemas.microsoft.com/office/powerpoint/2010/main" val="40177383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 preserve="1">
  <p:cSld name="Title2_ImageReady">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4" descr="\\psf\Host\Volumes\johbee\Documents\01_Freelance_Design\Perspective_Branding\HIGHMARK INSURANCE\exports\Title3_MaskTop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
            <a:ext cx="12192000" cy="223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57200" y="286462"/>
            <a:ext cx="11279717" cy="1056917"/>
          </a:xfrm>
        </p:spPr>
        <p:txBody>
          <a:bodyPr/>
          <a:lstStyle>
            <a:lvl1pPr>
              <a:defRPr>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1409736"/>
            <a:ext cx="8434917" cy="412715"/>
          </a:xfrm>
        </p:spPr>
        <p:txBody>
          <a:bodyPr/>
          <a:lstStyle>
            <a:lvl1pPr marL="0" indent="0" algn="l">
              <a:buNone/>
              <a:defRPr>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Footer Placeholder 7"/>
          <p:cNvSpPr>
            <a:spLocks noGrp="1"/>
          </p:cNvSpPr>
          <p:nvPr>
            <p:ph type="ftr" sz="quarter" idx="10"/>
          </p:nvPr>
        </p:nvSpPr>
        <p:spPr>
          <a:xfrm>
            <a:off x="9010651" y="6194426"/>
            <a:ext cx="2738967" cy="365125"/>
          </a:xfrm>
        </p:spPr>
        <p:txBody>
          <a:bodyPr/>
          <a:lstStyle>
            <a:lvl1pPr algn="r">
              <a:defRPr sz="1700"/>
            </a:lvl1pPr>
          </a:lstStyle>
          <a:p>
            <a:r>
              <a:rPr lang="en-US" altLang="en-US" dirty="0">
                <a:solidFill>
                  <a:srgbClr val="333333"/>
                </a:solidFill>
              </a:rPr>
              <a:t>HIGHMARK.COM</a:t>
            </a:r>
          </a:p>
        </p:txBody>
      </p:sp>
    </p:spTree>
    <p:extLst>
      <p:ext uri="{BB962C8B-B14F-4D97-AF65-F5344CB8AC3E}">
        <p14:creationId xmlns:p14="http://schemas.microsoft.com/office/powerpoint/2010/main" val="426822823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 preserve="1">
  <p:cSld name="Title2_NoImage">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2_Mask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5538788"/>
            <a:ext cx="12192000"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psf\Host\Volumes\johbee\Documents\01_Freelance_Design\Perspective_Branding\HIGHMARK INSURANCE\exports\Title3_MaskTop300.png"/>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0" y="1"/>
            <a:ext cx="12192000" cy="223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57200" y="286462"/>
            <a:ext cx="11279717" cy="1056917"/>
          </a:xfrm>
        </p:spPr>
        <p:txBody>
          <a:bodyPr/>
          <a:lstStyle>
            <a:lvl1pPr>
              <a:defRPr>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1409736"/>
            <a:ext cx="8434917" cy="412715"/>
          </a:xfrm>
        </p:spPr>
        <p:txBody>
          <a:bodyPr/>
          <a:lstStyle>
            <a:lvl1pPr marL="0" indent="0" algn="l">
              <a:buNone/>
              <a:defRPr>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Footer Placeholder 7"/>
          <p:cNvSpPr>
            <a:spLocks noGrp="1"/>
          </p:cNvSpPr>
          <p:nvPr>
            <p:ph type="ftr" sz="quarter" idx="10"/>
          </p:nvPr>
        </p:nvSpPr>
        <p:spPr>
          <a:xfrm>
            <a:off x="9010651" y="6194426"/>
            <a:ext cx="2738967" cy="365125"/>
          </a:xfrm>
        </p:spPr>
        <p:txBody>
          <a:bodyPr/>
          <a:lstStyle>
            <a:lvl1pPr algn="r">
              <a:defRPr sz="1700"/>
            </a:lvl1pPr>
          </a:lstStyle>
          <a:p>
            <a:r>
              <a:rPr lang="en-US" altLang="en-US" dirty="0">
                <a:solidFill>
                  <a:srgbClr val="333333"/>
                </a:solidFill>
              </a:rPr>
              <a:t>HIGHMARK.COM</a:t>
            </a:r>
          </a:p>
        </p:txBody>
      </p:sp>
    </p:spTree>
    <p:extLst>
      <p:ext uri="{BB962C8B-B14F-4D97-AF65-F5344CB8AC3E}">
        <p14:creationId xmlns:p14="http://schemas.microsoft.com/office/powerpoint/2010/main" val="275873842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6"/>
          <p:cNvSpPr>
            <a:spLocks noGrp="1"/>
          </p:cNvSpPr>
          <p:nvPr>
            <p:ph type="sldNum" sz="quarter" idx="10"/>
          </p:nvPr>
        </p:nvSpPr>
        <p:spPr/>
        <p:txBody>
          <a:bodyPr/>
          <a:lstStyle>
            <a:lvl1pPr>
              <a:defRPr/>
            </a:lvl1pPr>
          </a:lstStyle>
          <a:p>
            <a:pPr>
              <a:defRPr/>
            </a:pPr>
            <a:fld id="{AAC4F774-B603-4D3B-9538-7CDF64E98AFB}" type="slidenum">
              <a:rPr lang="en-US">
                <a:solidFill>
                  <a:srgbClr val="333333"/>
                </a:solidFill>
              </a:rPr>
              <a:pPr>
                <a:defRPr/>
              </a:pPr>
              <a:t>‹#›</a:t>
            </a:fld>
            <a:endParaRPr lang="en-US" dirty="0">
              <a:solidFill>
                <a:srgbClr val="333333"/>
              </a:solidFill>
            </a:endParaRPr>
          </a:p>
        </p:txBody>
      </p:sp>
      <p:sp>
        <p:nvSpPr>
          <p:cNvPr id="7" name="Footer Placeholder 7"/>
          <p:cNvSpPr>
            <a:spLocks noGrp="1"/>
          </p:cNvSpPr>
          <p:nvPr>
            <p:ph type="ftr" sz="quarter" idx="11"/>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164652743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Content and 1-column Right Imag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5"/>
            <a:ext cx="8434917"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p:cNvSpPr>
            <a:spLocks noGrp="1"/>
          </p:cNvSpPr>
          <p:nvPr>
            <p:ph type="pic" sz="quarter" idx="12"/>
          </p:nvPr>
        </p:nvSpPr>
        <p:spPr>
          <a:xfrm>
            <a:off x="9010651" y="1912939"/>
            <a:ext cx="2726267" cy="4029075"/>
          </a:xfrm>
          <a:noFill/>
        </p:spPr>
        <p:txBody>
          <a:bodyPr rtlCol="0">
            <a:normAutofit/>
          </a:bodyPr>
          <a:lstStyle>
            <a:lvl1pPr>
              <a:defRPr>
                <a:solidFill>
                  <a:schemeClr val="bg1"/>
                </a:solidFill>
              </a:defRPr>
            </a:lvl1pPr>
          </a:lstStyle>
          <a:p>
            <a:pPr lvl="0"/>
            <a:r>
              <a:rPr lang="en-US" noProof="0" dirty="0"/>
              <a:t>Click icon to add picture</a:t>
            </a:r>
          </a:p>
        </p:txBody>
      </p:sp>
      <p:sp>
        <p:nvSpPr>
          <p:cNvPr id="7" name="Slide Number Placeholder 6"/>
          <p:cNvSpPr>
            <a:spLocks noGrp="1"/>
          </p:cNvSpPr>
          <p:nvPr>
            <p:ph type="sldNum" sz="quarter" idx="13"/>
          </p:nvPr>
        </p:nvSpPr>
        <p:spPr/>
        <p:txBody>
          <a:bodyPr/>
          <a:lstStyle>
            <a:lvl1pPr>
              <a:defRPr/>
            </a:lvl1pPr>
          </a:lstStyle>
          <a:p>
            <a:pPr>
              <a:defRPr/>
            </a:pPr>
            <a:fld id="{6525DE43-517B-45F4-A699-43E44D5AFED5}"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44199574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Content and 1-column Left Imag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302000" y="1856315"/>
            <a:ext cx="8434917"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p:cNvSpPr>
            <a:spLocks noGrp="1"/>
          </p:cNvSpPr>
          <p:nvPr>
            <p:ph type="pic" sz="quarter" idx="12"/>
          </p:nvPr>
        </p:nvSpPr>
        <p:spPr>
          <a:xfrm>
            <a:off x="457200" y="1912939"/>
            <a:ext cx="2726267" cy="4029075"/>
          </a:xfrm>
          <a:noFill/>
        </p:spPr>
        <p:txBody>
          <a:bodyPr rtlCol="0">
            <a:normAutofit/>
          </a:bodyPr>
          <a:lstStyle>
            <a:lvl1pPr>
              <a:defRPr>
                <a:solidFill>
                  <a:schemeClr val="bg1"/>
                </a:solidFill>
              </a:defRPr>
            </a:lvl1pPr>
          </a:lstStyle>
          <a:p>
            <a:pPr lvl="0"/>
            <a:r>
              <a:rPr lang="en-US" noProof="0" dirty="0"/>
              <a:t>Click icon to add picture</a:t>
            </a:r>
          </a:p>
        </p:txBody>
      </p:sp>
      <p:sp>
        <p:nvSpPr>
          <p:cNvPr id="7" name="Slide Number Placeholder 6"/>
          <p:cNvSpPr>
            <a:spLocks noGrp="1"/>
          </p:cNvSpPr>
          <p:nvPr>
            <p:ph type="sldNum" sz="quarter" idx="13"/>
          </p:nvPr>
        </p:nvSpPr>
        <p:spPr/>
        <p:txBody>
          <a:bodyPr/>
          <a:lstStyle>
            <a:lvl1pPr>
              <a:defRPr/>
            </a:lvl1pPr>
          </a:lstStyle>
          <a:p>
            <a:pPr>
              <a:defRPr/>
            </a:pPr>
            <a:fld id="{1093CCC8-B4B2-491E-A3FC-C287A6B90227}"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254411560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itle and Uneven 2-column Layout">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5"/>
            <a:ext cx="2728384"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2"/>
          </p:nvPr>
        </p:nvSpPr>
        <p:spPr>
          <a:xfrm>
            <a:off x="3306234" y="1856315"/>
            <a:ext cx="8430684"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3"/>
          </p:nvPr>
        </p:nvSpPr>
        <p:spPr/>
        <p:txBody>
          <a:bodyPr/>
          <a:lstStyle>
            <a:lvl1pPr>
              <a:defRPr/>
            </a:lvl1pPr>
          </a:lstStyle>
          <a:p>
            <a:pPr>
              <a:defRPr/>
            </a:pPr>
            <a:fld id="{08BDBEC3-3CFC-44D0-B5F4-E6E3D86DBB07}"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12160580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Title and 2-column text">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5"/>
            <a:ext cx="5579533"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2"/>
          </p:nvPr>
        </p:nvSpPr>
        <p:spPr>
          <a:xfrm>
            <a:off x="6157384" y="1856315"/>
            <a:ext cx="5579533"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3"/>
          </p:nvPr>
        </p:nvSpPr>
        <p:spPr/>
        <p:txBody>
          <a:bodyPr/>
          <a:lstStyle>
            <a:lvl1pPr>
              <a:defRPr/>
            </a:lvl1pPr>
          </a:lstStyle>
          <a:p>
            <a:pPr>
              <a:defRPr/>
            </a:pPr>
            <a:fld id="{683F7C62-3051-4863-B8F5-40E592B914A0}"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53003060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Text, Right Imag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5"/>
            <a:ext cx="5579533"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p:cNvSpPr>
            <a:spLocks noGrp="1"/>
          </p:cNvSpPr>
          <p:nvPr>
            <p:ph type="pic" sz="quarter" idx="12"/>
          </p:nvPr>
        </p:nvSpPr>
        <p:spPr>
          <a:xfrm>
            <a:off x="6159501" y="1912939"/>
            <a:ext cx="5577417" cy="4029075"/>
          </a:xfrm>
          <a:noFill/>
        </p:spPr>
        <p:txBody>
          <a:bodyPr rtlCol="0">
            <a:normAutofit/>
          </a:bodyPr>
          <a:lstStyle>
            <a:lvl1pPr>
              <a:defRPr>
                <a:solidFill>
                  <a:schemeClr val="bg1"/>
                </a:solidFill>
              </a:defRPr>
            </a:lvl1pPr>
          </a:lstStyle>
          <a:p>
            <a:pPr lvl="0"/>
            <a:r>
              <a:rPr lang="en-US" noProof="0" dirty="0"/>
              <a:t>Click icon to add picture</a:t>
            </a:r>
          </a:p>
        </p:txBody>
      </p:sp>
      <p:sp>
        <p:nvSpPr>
          <p:cNvPr id="7" name="Slide Number Placeholder 6"/>
          <p:cNvSpPr>
            <a:spLocks noGrp="1"/>
          </p:cNvSpPr>
          <p:nvPr>
            <p:ph type="sldNum" sz="quarter" idx="13"/>
          </p:nvPr>
        </p:nvSpPr>
        <p:spPr/>
        <p:txBody>
          <a:bodyPr/>
          <a:lstStyle>
            <a:lvl1pPr>
              <a:defRPr/>
            </a:lvl1pPr>
          </a:lstStyle>
          <a:p>
            <a:pPr>
              <a:defRPr/>
            </a:pPr>
            <a:fld id="{2FA545C4-B61E-4D95-B2F4-512E7D1179A1}"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100294590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Title, Text, Left Imag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159500" y="1856315"/>
            <a:ext cx="5579533"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p:cNvSpPr>
            <a:spLocks noGrp="1"/>
          </p:cNvSpPr>
          <p:nvPr>
            <p:ph type="pic" sz="quarter" idx="12"/>
          </p:nvPr>
        </p:nvSpPr>
        <p:spPr>
          <a:xfrm>
            <a:off x="457200" y="1912939"/>
            <a:ext cx="5579533" cy="4029075"/>
          </a:xfrm>
          <a:noFill/>
        </p:spPr>
        <p:txBody>
          <a:bodyPr rtlCol="0">
            <a:normAutofit/>
          </a:bodyPr>
          <a:lstStyle>
            <a:lvl1pPr>
              <a:defRPr>
                <a:solidFill>
                  <a:schemeClr val="bg1"/>
                </a:solidFill>
              </a:defRPr>
            </a:lvl1pPr>
          </a:lstStyle>
          <a:p>
            <a:pPr lvl="0"/>
            <a:r>
              <a:rPr lang="en-US" noProof="0" dirty="0"/>
              <a:t>Click icon to add picture</a:t>
            </a:r>
          </a:p>
        </p:txBody>
      </p:sp>
      <p:sp>
        <p:nvSpPr>
          <p:cNvPr id="7" name="Slide Number Placeholder 6"/>
          <p:cNvSpPr>
            <a:spLocks noGrp="1"/>
          </p:cNvSpPr>
          <p:nvPr>
            <p:ph type="sldNum" sz="quarter" idx="13"/>
          </p:nvPr>
        </p:nvSpPr>
        <p:spPr/>
        <p:txBody>
          <a:bodyPr/>
          <a:lstStyle>
            <a:lvl1pPr>
              <a:defRPr/>
            </a:lvl1pPr>
          </a:lstStyle>
          <a:p>
            <a:pPr>
              <a:defRPr/>
            </a:pPr>
            <a:fld id="{2A46E85D-394E-4AB2-8FB3-DE882B0EDE6F}"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373635371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and 2-column with 1 headlin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2123039"/>
            <a:ext cx="11279717" cy="3874883"/>
          </a:xfrm>
        </p:spPr>
        <p:txBody>
          <a:bodyPr numCol="2" spcCol="91440"/>
          <a:lstStyle>
            <a:lvl1pPr marL="0" indent="0">
              <a:lnSpc>
                <a:spcPct val="120000"/>
              </a:lnSpc>
              <a:spcAft>
                <a:spcPts val="800"/>
              </a:spcAft>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457200" y="1854087"/>
            <a:ext cx="11279717" cy="355600"/>
          </a:xfrm>
        </p:spPr>
        <p:txBody>
          <a:bodyPr/>
          <a:lstStyle/>
          <a:p>
            <a:pPr lvl="0"/>
            <a:r>
              <a:rPr lang="en-US"/>
              <a:t>Click to edit Master text styles</a:t>
            </a:r>
          </a:p>
        </p:txBody>
      </p:sp>
      <p:sp>
        <p:nvSpPr>
          <p:cNvPr id="7" name="Slide Number Placeholder 6"/>
          <p:cNvSpPr>
            <a:spLocks noGrp="1"/>
          </p:cNvSpPr>
          <p:nvPr>
            <p:ph type="sldNum" sz="quarter" idx="13"/>
          </p:nvPr>
        </p:nvSpPr>
        <p:spPr/>
        <p:txBody>
          <a:bodyPr/>
          <a:lstStyle>
            <a:lvl1pPr>
              <a:defRPr/>
            </a:lvl1pPr>
          </a:lstStyle>
          <a:p>
            <a:pPr>
              <a:defRPr/>
            </a:pPr>
            <a:fld id="{47AB8364-8A80-4294-B0BB-2E6F38C0D61B}"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38411564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2-columns, and Image with 1 headline">
    <p:spTree>
      <p:nvGrpSpPr>
        <p:cNvPr id="1" name=""/>
        <p:cNvGrpSpPr/>
        <p:nvPr/>
      </p:nvGrpSpPr>
      <p:grpSpPr>
        <a:xfrm>
          <a:off x="0" y="0"/>
          <a:ext cx="0" cy="0"/>
          <a:chOff x="0" y="0"/>
          <a:chExt cx="0" cy="0"/>
        </a:xfrm>
      </p:grpSpPr>
      <p:pic>
        <p:nvPicPr>
          <p:cNvPr id="6"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2123039"/>
            <a:ext cx="5579533" cy="3874883"/>
          </a:xfrm>
        </p:spPr>
        <p:txBody>
          <a:bodyPr numCol="2" spcCol="91440"/>
          <a:lstStyle>
            <a:lvl1pPr marL="0" indent="0">
              <a:lnSpc>
                <a:spcPct val="120000"/>
              </a:lnSpc>
              <a:spcAft>
                <a:spcPts val="800"/>
              </a:spcAft>
              <a:defRPr sz="1400" b="0">
                <a:solidFill>
                  <a:schemeClr val="bg1"/>
                </a:solidFill>
              </a:defRPr>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457200" y="1854087"/>
            <a:ext cx="5579533" cy="355600"/>
          </a:xfrm>
        </p:spPr>
        <p:txBody>
          <a:bodyPr/>
          <a:lstStyle>
            <a:lvl1pPr marL="0" indent="0">
              <a:defRPr/>
            </a:lvl1pPr>
          </a:lstStyle>
          <a:p>
            <a:pPr lvl="0"/>
            <a:r>
              <a:rPr lang="en-US"/>
              <a:t>Click to edit Master text styles</a:t>
            </a:r>
          </a:p>
        </p:txBody>
      </p:sp>
      <p:sp>
        <p:nvSpPr>
          <p:cNvPr id="11" name="Picture Placeholder 10"/>
          <p:cNvSpPr>
            <a:spLocks noGrp="1"/>
          </p:cNvSpPr>
          <p:nvPr>
            <p:ph type="pic" sz="quarter" idx="13"/>
          </p:nvPr>
        </p:nvSpPr>
        <p:spPr>
          <a:xfrm>
            <a:off x="6159501" y="1912939"/>
            <a:ext cx="5577417" cy="4029075"/>
          </a:xfrm>
          <a:noFill/>
        </p:spPr>
        <p:txBody>
          <a:bodyPr rtlCol="0">
            <a:normAutofit/>
          </a:bodyPr>
          <a:lstStyle>
            <a:lvl1pPr>
              <a:defRPr>
                <a:solidFill>
                  <a:schemeClr val="bg1"/>
                </a:solidFill>
              </a:defRPr>
            </a:lvl1pPr>
          </a:lstStyle>
          <a:p>
            <a:pPr lvl="0"/>
            <a:r>
              <a:rPr lang="en-US" noProof="0" dirty="0"/>
              <a:t>Click icon to add picture</a:t>
            </a:r>
          </a:p>
        </p:txBody>
      </p:sp>
      <p:sp>
        <p:nvSpPr>
          <p:cNvPr id="8" name="Slide Number Placeholder 6"/>
          <p:cNvSpPr>
            <a:spLocks noGrp="1"/>
          </p:cNvSpPr>
          <p:nvPr>
            <p:ph type="sldNum" sz="quarter" idx="14"/>
          </p:nvPr>
        </p:nvSpPr>
        <p:spPr/>
        <p:txBody>
          <a:bodyPr/>
          <a:lstStyle>
            <a:lvl1pPr>
              <a:defRPr/>
            </a:lvl1pPr>
          </a:lstStyle>
          <a:p>
            <a:pPr>
              <a:defRPr/>
            </a:pPr>
            <a:fld id="{E081A6F9-0AB6-4B84-A2C8-48CE84E10D8F}" type="slidenum">
              <a:rPr lang="en-US">
                <a:solidFill>
                  <a:srgbClr val="333333"/>
                </a:solidFill>
              </a:rPr>
              <a:pPr>
                <a:defRPr/>
              </a:pPr>
              <a:t>‹#›</a:t>
            </a:fld>
            <a:endParaRPr lang="en-US" dirty="0">
              <a:solidFill>
                <a:srgbClr val="333333"/>
              </a:solidFill>
            </a:endParaRPr>
          </a:p>
        </p:txBody>
      </p:sp>
      <p:sp>
        <p:nvSpPr>
          <p:cNvPr id="9" name="Footer Placeholder 7"/>
          <p:cNvSpPr>
            <a:spLocks noGrp="1"/>
          </p:cNvSpPr>
          <p:nvPr>
            <p:ph type="ftr" sz="quarter" idx="15"/>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86675050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2-columns, and Left Image with 1 headline">
    <p:spTree>
      <p:nvGrpSpPr>
        <p:cNvPr id="1" name=""/>
        <p:cNvGrpSpPr/>
        <p:nvPr/>
      </p:nvGrpSpPr>
      <p:grpSpPr>
        <a:xfrm>
          <a:off x="0" y="0"/>
          <a:ext cx="0" cy="0"/>
          <a:chOff x="0" y="0"/>
          <a:chExt cx="0" cy="0"/>
        </a:xfrm>
      </p:grpSpPr>
      <p:pic>
        <p:nvPicPr>
          <p:cNvPr id="6"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157384" y="2123039"/>
            <a:ext cx="5579533" cy="3874883"/>
          </a:xfrm>
        </p:spPr>
        <p:txBody>
          <a:bodyPr numCol="2" spcCol="91440"/>
          <a:lstStyle>
            <a:lvl1pPr marL="0" indent="0">
              <a:lnSpc>
                <a:spcPct val="120000"/>
              </a:lnSpc>
              <a:spcAft>
                <a:spcPts val="800"/>
              </a:spcAft>
              <a:defRPr sz="1400" b="0">
                <a:solidFill>
                  <a:schemeClr val="bg1"/>
                </a:solidFill>
              </a:defRPr>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6157384" y="1854087"/>
            <a:ext cx="5579533" cy="355600"/>
          </a:xfrm>
        </p:spPr>
        <p:txBody>
          <a:bodyPr/>
          <a:lstStyle/>
          <a:p>
            <a:pPr lvl="0"/>
            <a:r>
              <a:rPr lang="en-US"/>
              <a:t>Click to edit Master text styles</a:t>
            </a:r>
          </a:p>
        </p:txBody>
      </p:sp>
      <p:sp>
        <p:nvSpPr>
          <p:cNvPr id="11" name="Picture Placeholder 10"/>
          <p:cNvSpPr>
            <a:spLocks noGrp="1"/>
          </p:cNvSpPr>
          <p:nvPr>
            <p:ph type="pic" sz="quarter" idx="13"/>
          </p:nvPr>
        </p:nvSpPr>
        <p:spPr>
          <a:xfrm>
            <a:off x="457201" y="1912939"/>
            <a:ext cx="5577417" cy="4029075"/>
          </a:xfrm>
          <a:noFill/>
        </p:spPr>
        <p:txBody>
          <a:bodyPr rtlCol="0">
            <a:normAutofit/>
          </a:bodyPr>
          <a:lstStyle>
            <a:lvl1pPr>
              <a:defRPr>
                <a:solidFill>
                  <a:schemeClr val="bg1"/>
                </a:solidFill>
              </a:defRPr>
            </a:lvl1pPr>
          </a:lstStyle>
          <a:p>
            <a:pPr lvl="0"/>
            <a:r>
              <a:rPr lang="en-US" noProof="0" dirty="0"/>
              <a:t>Click icon to add picture</a:t>
            </a:r>
          </a:p>
        </p:txBody>
      </p:sp>
      <p:sp>
        <p:nvSpPr>
          <p:cNvPr id="8" name="Slide Number Placeholder 6"/>
          <p:cNvSpPr>
            <a:spLocks noGrp="1"/>
          </p:cNvSpPr>
          <p:nvPr>
            <p:ph type="sldNum" sz="quarter" idx="14"/>
          </p:nvPr>
        </p:nvSpPr>
        <p:spPr/>
        <p:txBody>
          <a:bodyPr/>
          <a:lstStyle>
            <a:lvl1pPr>
              <a:defRPr/>
            </a:lvl1pPr>
          </a:lstStyle>
          <a:p>
            <a:pPr>
              <a:defRPr/>
            </a:pPr>
            <a:fld id="{18C827FE-A06E-4C1B-87D4-6AD4D5B27C52}" type="slidenum">
              <a:rPr lang="en-US">
                <a:solidFill>
                  <a:srgbClr val="333333"/>
                </a:solidFill>
              </a:rPr>
              <a:pPr>
                <a:defRPr/>
              </a:pPr>
              <a:t>‹#›</a:t>
            </a:fld>
            <a:endParaRPr lang="en-US" dirty="0">
              <a:solidFill>
                <a:srgbClr val="333333"/>
              </a:solidFill>
            </a:endParaRPr>
          </a:p>
        </p:txBody>
      </p:sp>
      <p:sp>
        <p:nvSpPr>
          <p:cNvPr id="9" name="Footer Placeholder 7"/>
          <p:cNvSpPr>
            <a:spLocks noGrp="1"/>
          </p:cNvSpPr>
          <p:nvPr>
            <p:ph type="ftr" sz="quarter" idx="15"/>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143479145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and 4-column with 1 headlin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2123039"/>
            <a:ext cx="11279717" cy="3874883"/>
          </a:xfrm>
        </p:spPr>
        <p:txBody>
          <a:bodyPr numCol="4" spcCol="91440"/>
          <a:lstStyle>
            <a:lvl1pPr marL="0" indent="0">
              <a:lnSpc>
                <a:spcPct val="120000"/>
              </a:lnSpc>
              <a:spcAft>
                <a:spcPts val="1000"/>
              </a:spcAft>
              <a:defRPr sz="1400" b="0">
                <a:solidFill>
                  <a:schemeClr val="bg1"/>
                </a:solidFill>
              </a:defRPr>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457200" y="1854087"/>
            <a:ext cx="11279717" cy="355600"/>
          </a:xfrm>
        </p:spPr>
        <p:txBody>
          <a:bodyPr/>
          <a:lstStyle/>
          <a:p>
            <a:pPr lvl="0"/>
            <a:r>
              <a:rPr lang="en-US"/>
              <a:t>Click to edit Master text styles</a:t>
            </a:r>
          </a:p>
        </p:txBody>
      </p:sp>
      <p:sp>
        <p:nvSpPr>
          <p:cNvPr id="7" name="Slide Number Placeholder 6"/>
          <p:cNvSpPr>
            <a:spLocks noGrp="1"/>
          </p:cNvSpPr>
          <p:nvPr>
            <p:ph type="sldNum" sz="quarter" idx="13"/>
          </p:nvPr>
        </p:nvSpPr>
        <p:spPr/>
        <p:txBody>
          <a:bodyPr/>
          <a:lstStyle>
            <a:lvl1pPr>
              <a:defRPr/>
            </a:lvl1pPr>
          </a:lstStyle>
          <a:p>
            <a:pPr>
              <a:defRPr/>
            </a:pPr>
            <a:fld id="{8B0213C4-4093-4980-BA09-8A6A7024B058}"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401445028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3 columns, and Image with 1 headline">
    <p:spTree>
      <p:nvGrpSpPr>
        <p:cNvPr id="1" name=""/>
        <p:cNvGrpSpPr/>
        <p:nvPr/>
      </p:nvGrpSpPr>
      <p:grpSpPr>
        <a:xfrm>
          <a:off x="0" y="0"/>
          <a:ext cx="0" cy="0"/>
          <a:chOff x="0" y="0"/>
          <a:chExt cx="0" cy="0"/>
        </a:xfrm>
      </p:grpSpPr>
      <p:pic>
        <p:nvPicPr>
          <p:cNvPr id="6"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2123039"/>
            <a:ext cx="8434917" cy="3874883"/>
          </a:xfrm>
        </p:spPr>
        <p:txBody>
          <a:bodyPr numCol="3" spcCol="91440"/>
          <a:lstStyle>
            <a:lvl1pPr marL="0" indent="0">
              <a:lnSpc>
                <a:spcPct val="120000"/>
              </a:lnSpc>
              <a:spcAft>
                <a:spcPts val="1000"/>
              </a:spcAft>
              <a:defRPr sz="1400" b="0">
                <a:solidFill>
                  <a:schemeClr val="bg1"/>
                </a:solidFill>
              </a:defRPr>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457200" y="1854087"/>
            <a:ext cx="8434917" cy="355600"/>
          </a:xfrm>
        </p:spPr>
        <p:txBody>
          <a:bodyPr/>
          <a:lstStyle/>
          <a:p>
            <a:pPr lvl="0"/>
            <a:r>
              <a:rPr lang="en-US"/>
              <a:t>Click to edit Master text styles</a:t>
            </a:r>
          </a:p>
        </p:txBody>
      </p:sp>
      <p:sp>
        <p:nvSpPr>
          <p:cNvPr id="11" name="Picture Placeholder 10"/>
          <p:cNvSpPr>
            <a:spLocks noGrp="1"/>
          </p:cNvSpPr>
          <p:nvPr>
            <p:ph type="pic" sz="quarter" idx="13"/>
          </p:nvPr>
        </p:nvSpPr>
        <p:spPr>
          <a:xfrm>
            <a:off x="9010651" y="1912939"/>
            <a:ext cx="2726267" cy="4029075"/>
          </a:xfrm>
          <a:noFill/>
        </p:spPr>
        <p:txBody>
          <a:bodyPr rtlCol="0">
            <a:normAutofit/>
          </a:bodyPr>
          <a:lstStyle>
            <a:lvl1pPr>
              <a:defRPr>
                <a:solidFill>
                  <a:schemeClr val="bg1"/>
                </a:solidFill>
              </a:defRPr>
            </a:lvl1pPr>
          </a:lstStyle>
          <a:p>
            <a:pPr lvl="0"/>
            <a:r>
              <a:rPr lang="en-US" noProof="0" dirty="0"/>
              <a:t>Click icon to add picture</a:t>
            </a:r>
          </a:p>
        </p:txBody>
      </p:sp>
      <p:sp>
        <p:nvSpPr>
          <p:cNvPr id="8" name="Slide Number Placeholder 6"/>
          <p:cNvSpPr>
            <a:spLocks noGrp="1"/>
          </p:cNvSpPr>
          <p:nvPr>
            <p:ph type="sldNum" sz="quarter" idx="14"/>
          </p:nvPr>
        </p:nvSpPr>
        <p:spPr/>
        <p:txBody>
          <a:bodyPr/>
          <a:lstStyle>
            <a:lvl1pPr>
              <a:defRPr/>
            </a:lvl1pPr>
          </a:lstStyle>
          <a:p>
            <a:pPr>
              <a:defRPr/>
            </a:pPr>
            <a:fld id="{28546310-9C05-48B6-9A1B-3939EA20BB66}" type="slidenum">
              <a:rPr lang="en-US">
                <a:solidFill>
                  <a:srgbClr val="333333"/>
                </a:solidFill>
              </a:rPr>
              <a:pPr>
                <a:defRPr/>
              </a:pPr>
              <a:t>‹#›</a:t>
            </a:fld>
            <a:endParaRPr lang="en-US" dirty="0">
              <a:solidFill>
                <a:srgbClr val="333333"/>
              </a:solidFill>
            </a:endParaRPr>
          </a:p>
        </p:txBody>
      </p:sp>
      <p:sp>
        <p:nvSpPr>
          <p:cNvPr id="9" name="Footer Placeholder 7"/>
          <p:cNvSpPr>
            <a:spLocks noGrp="1"/>
          </p:cNvSpPr>
          <p:nvPr>
            <p:ph type="ftr" sz="quarter" idx="15"/>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424214355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_Title, 3 columns, and Image with 1 headline">
    <p:spTree>
      <p:nvGrpSpPr>
        <p:cNvPr id="1" name=""/>
        <p:cNvGrpSpPr/>
        <p:nvPr/>
      </p:nvGrpSpPr>
      <p:grpSpPr>
        <a:xfrm>
          <a:off x="0" y="0"/>
          <a:ext cx="0" cy="0"/>
          <a:chOff x="0" y="0"/>
          <a:chExt cx="0" cy="0"/>
        </a:xfrm>
      </p:grpSpPr>
      <p:pic>
        <p:nvPicPr>
          <p:cNvPr id="6"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302000" y="2123039"/>
            <a:ext cx="8434917" cy="3874883"/>
          </a:xfrm>
        </p:spPr>
        <p:txBody>
          <a:bodyPr numCol="3" spcCol="91440"/>
          <a:lstStyle>
            <a:lvl1pPr marL="0" indent="0">
              <a:lnSpc>
                <a:spcPct val="120000"/>
              </a:lnSpc>
              <a:spcAft>
                <a:spcPts val="1000"/>
              </a:spcAft>
              <a:defRPr sz="1400" b="0">
                <a:solidFill>
                  <a:schemeClr val="bg1"/>
                </a:solidFill>
              </a:defRPr>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3302000" y="1854087"/>
            <a:ext cx="8434917" cy="355600"/>
          </a:xfrm>
        </p:spPr>
        <p:txBody>
          <a:bodyPr/>
          <a:lstStyle/>
          <a:p>
            <a:pPr lvl="0"/>
            <a:r>
              <a:rPr lang="en-US"/>
              <a:t>Click to edit Master text styles</a:t>
            </a:r>
          </a:p>
        </p:txBody>
      </p:sp>
      <p:sp>
        <p:nvSpPr>
          <p:cNvPr id="11" name="Picture Placeholder 10"/>
          <p:cNvSpPr>
            <a:spLocks noGrp="1"/>
          </p:cNvSpPr>
          <p:nvPr>
            <p:ph type="pic" sz="quarter" idx="13"/>
          </p:nvPr>
        </p:nvSpPr>
        <p:spPr>
          <a:xfrm>
            <a:off x="457200" y="1912939"/>
            <a:ext cx="2726267" cy="4029075"/>
          </a:xfrm>
          <a:noFill/>
        </p:spPr>
        <p:txBody>
          <a:bodyPr rtlCol="0">
            <a:normAutofit/>
          </a:bodyPr>
          <a:lstStyle>
            <a:lvl1pPr>
              <a:defRPr>
                <a:solidFill>
                  <a:schemeClr val="bg1"/>
                </a:solidFill>
              </a:defRPr>
            </a:lvl1pPr>
          </a:lstStyle>
          <a:p>
            <a:pPr lvl="0"/>
            <a:r>
              <a:rPr lang="en-US" noProof="0" dirty="0"/>
              <a:t>Click icon to add picture</a:t>
            </a:r>
          </a:p>
        </p:txBody>
      </p:sp>
      <p:sp>
        <p:nvSpPr>
          <p:cNvPr id="8" name="Slide Number Placeholder 6"/>
          <p:cNvSpPr>
            <a:spLocks noGrp="1"/>
          </p:cNvSpPr>
          <p:nvPr>
            <p:ph type="sldNum" sz="quarter" idx="14"/>
          </p:nvPr>
        </p:nvSpPr>
        <p:spPr/>
        <p:txBody>
          <a:bodyPr/>
          <a:lstStyle>
            <a:lvl1pPr>
              <a:defRPr/>
            </a:lvl1pPr>
          </a:lstStyle>
          <a:p>
            <a:pPr>
              <a:defRPr/>
            </a:pPr>
            <a:fld id="{D5B0D54A-FACA-46BB-82A8-5D4217C1FC60}" type="slidenum">
              <a:rPr lang="en-US">
                <a:solidFill>
                  <a:srgbClr val="333333"/>
                </a:solidFill>
              </a:rPr>
              <a:pPr>
                <a:defRPr/>
              </a:pPr>
              <a:t>‹#›</a:t>
            </a:fld>
            <a:endParaRPr lang="en-US" dirty="0">
              <a:solidFill>
                <a:srgbClr val="333333"/>
              </a:solidFill>
            </a:endParaRPr>
          </a:p>
        </p:txBody>
      </p:sp>
      <p:sp>
        <p:nvSpPr>
          <p:cNvPr id="9" name="Footer Placeholder 7"/>
          <p:cNvSpPr>
            <a:spLocks noGrp="1"/>
          </p:cNvSpPr>
          <p:nvPr>
            <p:ph type="ftr" sz="quarter" idx="15"/>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248186970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 preserve="1">
  <p:cSld name="Title and 4-columns with headlines">
    <p:spTree>
      <p:nvGrpSpPr>
        <p:cNvPr id="1" name=""/>
        <p:cNvGrpSpPr/>
        <p:nvPr/>
      </p:nvGrpSpPr>
      <p:grpSpPr>
        <a:xfrm>
          <a:off x="0" y="0"/>
          <a:ext cx="0" cy="0"/>
          <a:chOff x="0" y="0"/>
          <a:chExt cx="0" cy="0"/>
        </a:xfrm>
      </p:grpSpPr>
      <p:pic>
        <p:nvPicPr>
          <p:cNvPr id="7"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Straight Connector 9"/>
          <p:cNvCxnSpPr/>
          <p:nvPr userDrawn="1"/>
        </p:nvCxnSpPr>
        <p:spPr>
          <a:xfrm rot="5400000">
            <a:off x="1623484" y="3384550"/>
            <a:ext cx="31242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10"/>
          <p:cNvCxnSpPr/>
          <p:nvPr userDrawn="1"/>
        </p:nvCxnSpPr>
        <p:spPr>
          <a:xfrm rot="5400000">
            <a:off x="4474633" y="3384550"/>
            <a:ext cx="31242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Straight Connector 11"/>
          <p:cNvCxnSpPr/>
          <p:nvPr userDrawn="1"/>
        </p:nvCxnSpPr>
        <p:spPr>
          <a:xfrm rot="5400000">
            <a:off x="7330017" y="3386138"/>
            <a:ext cx="31242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57200" y="1856315"/>
            <a:ext cx="2634075" cy="4141607"/>
          </a:xfrm>
        </p:spPr>
        <p:txBody>
          <a:bodyPr/>
          <a:lstStyle>
            <a:lvl1pPr marL="0" indent="0">
              <a:spcAft>
                <a:spcPts val="1400"/>
              </a:spcAft>
              <a:defRPr sz="1400"/>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
          <p:cNvSpPr>
            <a:spLocks noGrp="1"/>
          </p:cNvSpPr>
          <p:nvPr>
            <p:ph idx="12"/>
          </p:nvPr>
        </p:nvSpPr>
        <p:spPr>
          <a:xfrm>
            <a:off x="3306233" y="1856315"/>
            <a:ext cx="2634075" cy="4141607"/>
          </a:xfrm>
        </p:spPr>
        <p:txBody>
          <a:bodyPr/>
          <a:lstStyle>
            <a:lvl1pPr marL="0" indent="0">
              <a:spcAft>
                <a:spcPts val="1400"/>
              </a:spcAft>
              <a:defRPr sz="1400"/>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3"/>
          </p:nvPr>
        </p:nvSpPr>
        <p:spPr>
          <a:xfrm>
            <a:off x="6159498" y="1856315"/>
            <a:ext cx="2634075" cy="4141607"/>
          </a:xfrm>
        </p:spPr>
        <p:txBody>
          <a:bodyPr/>
          <a:lstStyle>
            <a:lvl1pPr marL="0" indent="0">
              <a:spcAft>
                <a:spcPts val="1400"/>
              </a:spcAft>
              <a:defRPr sz="1400"/>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4"/>
          </p:nvPr>
        </p:nvSpPr>
        <p:spPr>
          <a:xfrm>
            <a:off x="9008533" y="1856315"/>
            <a:ext cx="2634075" cy="4141607"/>
          </a:xfrm>
        </p:spPr>
        <p:txBody>
          <a:bodyPr/>
          <a:lstStyle>
            <a:lvl1pPr marL="0" indent="0">
              <a:spcAft>
                <a:spcPts val="1400"/>
              </a:spcAft>
              <a:defRPr sz="1400"/>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12" name="Slide Number Placeholder 6"/>
          <p:cNvSpPr>
            <a:spLocks noGrp="1"/>
          </p:cNvSpPr>
          <p:nvPr>
            <p:ph type="sldNum" sz="quarter" idx="15"/>
          </p:nvPr>
        </p:nvSpPr>
        <p:spPr/>
        <p:txBody>
          <a:bodyPr/>
          <a:lstStyle>
            <a:lvl1pPr>
              <a:defRPr/>
            </a:lvl1pPr>
          </a:lstStyle>
          <a:p>
            <a:pPr>
              <a:defRPr/>
            </a:pPr>
            <a:fld id="{69080FBB-229D-4F38-BBAB-9940DA24FD93}" type="slidenum">
              <a:rPr lang="en-US">
                <a:solidFill>
                  <a:srgbClr val="333333"/>
                </a:solidFill>
              </a:rPr>
              <a:pPr>
                <a:defRPr/>
              </a:pPr>
              <a:t>‹#›</a:t>
            </a:fld>
            <a:endParaRPr lang="en-US" dirty="0">
              <a:solidFill>
                <a:srgbClr val="333333"/>
              </a:solidFill>
            </a:endParaRPr>
          </a:p>
        </p:txBody>
      </p:sp>
      <p:sp>
        <p:nvSpPr>
          <p:cNvPr id="16" name="Footer Placeholder 7"/>
          <p:cNvSpPr>
            <a:spLocks noGrp="1"/>
          </p:cNvSpPr>
          <p:nvPr>
            <p:ph type="ftr" sz="quarter" idx="16"/>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22624026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 preserve="1">
  <p:cSld name="Title and 2-column Color Objects">
    <p:spTree>
      <p:nvGrpSpPr>
        <p:cNvPr id="1" name=""/>
        <p:cNvGrpSpPr/>
        <p:nvPr/>
      </p:nvGrpSpPr>
      <p:grpSpPr>
        <a:xfrm>
          <a:off x="0" y="0"/>
          <a:ext cx="0" cy="0"/>
          <a:chOff x="0" y="0"/>
          <a:chExt cx="0" cy="0"/>
        </a:xfrm>
      </p:grpSpPr>
      <p:sp>
        <p:nvSpPr>
          <p:cNvPr id="5" name="Freeform 9"/>
          <p:cNvSpPr/>
          <p:nvPr userDrawn="1"/>
        </p:nvSpPr>
        <p:spPr>
          <a:xfrm>
            <a:off x="450851" y="1903413"/>
            <a:ext cx="5585883" cy="3052762"/>
          </a:xfrm>
          <a:custGeom>
            <a:avLst/>
            <a:gdLst>
              <a:gd name="connsiteX0" fmla="*/ 0 w 4205111"/>
              <a:gd name="connsiteY0" fmla="*/ 3042356 h 3048000"/>
              <a:gd name="connsiteX1" fmla="*/ 0 w 4205111"/>
              <a:gd name="connsiteY1" fmla="*/ 107245 h 3048000"/>
              <a:gd name="connsiteX2" fmla="*/ 1185333 w 4205111"/>
              <a:gd name="connsiteY2" fmla="*/ 0 h 3048000"/>
              <a:gd name="connsiteX3" fmla="*/ 4205111 w 4205111"/>
              <a:gd name="connsiteY3" fmla="*/ 0 h 3048000"/>
              <a:gd name="connsiteX4" fmla="*/ 4205111 w 4205111"/>
              <a:gd name="connsiteY4" fmla="*/ 2935111 h 3048000"/>
              <a:gd name="connsiteX5" fmla="*/ 3008489 w 4205111"/>
              <a:gd name="connsiteY5" fmla="*/ 3048000 h 3048000"/>
              <a:gd name="connsiteX6" fmla="*/ 0 w 4205111"/>
              <a:gd name="connsiteY6" fmla="*/ 3042356 h 3048000"/>
              <a:gd name="connsiteX0" fmla="*/ 0 w 4205111"/>
              <a:gd name="connsiteY0" fmla="*/ 3042356 h 3048000"/>
              <a:gd name="connsiteX1" fmla="*/ 0 w 4205111"/>
              <a:gd name="connsiteY1" fmla="*/ 107245 h 3048000"/>
              <a:gd name="connsiteX2" fmla="*/ 1185333 w 4205111"/>
              <a:gd name="connsiteY2" fmla="*/ 0 h 3048000"/>
              <a:gd name="connsiteX3" fmla="*/ 4205111 w 4205111"/>
              <a:gd name="connsiteY3" fmla="*/ 0 h 3048000"/>
              <a:gd name="connsiteX4" fmla="*/ 4205111 w 4205111"/>
              <a:gd name="connsiteY4" fmla="*/ 2935111 h 3048000"/>
              <a:gd name="connsiteX5" fmla="*/ 3008489 w 4205111"/>
              <a:gd name="connsiteY5" fmla="*/ 3048000 h 3048000"/>
              <a:gd name="connsiteX6" fmla="*/ 0 w 4205111"/>
              <a:gd name="connsiteY6" fmla="*/ 3042356 h 3048000"/>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100681 h 3106325"/>
              <a:gd name="connsiteX1" fmla="*/ 0 w 4205111"/>
              <a:gd name="connsiteY1" fmla="*/ 165570 h 3106325"/>
              <a:gd name="connsiteX2" fmla="*/ 1185333 w 4205111"/>
              <a:gd name="connsiteY2" fmla="*/ 58325 h 3106325"/>
              <a:gd name="connsiteX3" fmla="*/ 4205111 w 4205111"/>
              <a:gd name="connsiteY3" fmla="*/ 58325 h 3106325"/>
              <a:gd name="connsiteX4" fmla="*/ 4205111 w 4205111"/>
              <a:gd name="connsiteY4" fmla="*/ 2993436 h 3106325"/>
              <a:gd name="connsiteX5" fmla="*/ 3008489 w 4205111"/>
              <a:gd name="connsiteY5" fmla="*/ 3106325 h 3106325"/>
              <a:gd name="connsiteX6" fmla="*/ 0 w 4205111"/>
              <a:gd name="connsiteY6" fmla="*/ 3100681 h 3106325"/>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05111" h="3051763">
                <a:moveTo>
                  <a:pt x="0" y="3046119"/>
                </a:moveTo>
                <a:lnTo>
                  <a:pt x="0" y="111008"/>
                </a:lnTo>
                <a:cubicBezTo>
                  <a:pt x="180622" y="58328"/>
                  <a:pt x="711199" y="0"/>
                  <a:pt x="1185333" y="3763"/>
                </a:cubicBezTo>
                <a:lnTo>
                  <a:pt x="4205111" y="3763"/>
                </a:lnTo>
                <a:lnTo>
                  <a:pt x="4205111" y="2938874"/>
                </a:lnTo>
                <a:cubicBezTo>
                  <a:pt x="4060237" y="2965216"/>
                  <a:pt x="3683941" y="3036712"/>
                  <a:pt x="3008489" y="3051763"/>
                </a:cubicBezTo>
                <a:lnTo>
                  <a:pt x="0" y="304611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333333"/>
              </a:solidFill>
            </a:endParaRPr>
          </a:p>
        </p:txBody>
      </p:sp>
      <p:sp>
        <p:nvSpPr>
          <p:cNvPr id="6" name="Freeform 10"/>
          <p:cNvSpPr/>
          <p:nvPr userDrawn="1"/>
        </p:nvSpPr>
        <p:spPr>
          <a:xfrm>
            <a:off x="6157384" y="1903413"/>
            <a:ext cx="5579533" cy="3052762"/>
          </a:xfrm>
          <a:custGeom>
            <a:avLst/>
            <a:gdLst>
              <a:gd name="connsiteX0" fmla="*/ 0 w 4205111"/>
              <a:gd name="connsiteY0" fmla="*/ 3042356 h 3048000"/>
              <a:gd name="connsiteX1" fmla="*/ 0 w 4205111"/>
              <a:gd name="connsiteY1" fmla="*/ 107245 h 3048000"/>
              <a:gd name="connsiteX2" fmla="*/ 1185333 w 4205111"/>
              <a:gd name="connsiteY2" fmla="*/ 0 h 3048000"/>
              <a:gd name="connsiteX3" fmla="*/ 4205111 w 4205111"/>
              <a:gd name="connsiteY3" fmla="*/ 0 h 3048000"/>
              <a:gd name="connsiteX4" fmla="*/ 4205111 w 4205111"/>
              <a:gd name="connsiteY4" fmla="*/ 2935111 h 3048000"/>
              <a:gd name="connsiteX5" fmla="*/ 3008489 w 4205111"/>
              <a:gd name="connsiteY5" fmla="*/ 3048000 h 3048000"/>
              <a:gd name="connsiteX6" fmla="*/ 0 w 4205111"/>
              <a:gd name="connsiteY6" fmla="*/ 3042356 h 3048000"/>
              <a:gd name="connsiteX0" fmla="*/ 0 w 4205111"/>
              <a:gd name="connsiteY0" fmla="*/ 3042356 h 3048000"/>
              <a:gd name="connsiteX1" fmla="*/ 0 w 4205111"/>
              <a:gd name="connsiteY1" fmla="*/ 107245 h 3048000"/>
              <a:gd name="connsiteX2" fmla="*/ 1185333 w 4205111"/>
              <a:gd name="connsiteY2" fmla="*/ 0 h 3048000"/>
              <a:gd name="connsiteX3" fmla="*/ 4205111 w 4205111"/>
              <a:gd name="connsiteY3" fmla="*/ 0 h 3048000"/>
              <a:gd name="connsiteX4" fmla="*/ 4205111 w 4205111"/>
              <a:gd name="connsiteY4" fmla="*/ 2935111 h 3048000"/>
              <a:gd name="connsiteX5" fmla="*/ 3008489 w 4205111"/>
              <a:gd name="connsiteY5" fmla="*/ 3048000 h 3048000"/>
              <a:gd name="connsiteX6" fmla="*/ 0 w 4205111"/>
              <a:gd name="connsiteY6" fmla="*/ 3042356 h 3048000"/>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100681 h 3106325"/>
              <a:gd name="connsiteX1" fmla="*/ 0 w 4205111"/>
              <a:gd name="connsiteY1" fmla="*/ 165570 h 3106325"/>
              <a:gd name="connsiteX2" fmla="*/ 1185333 w 4205111"/>
              <a:gd name="connsiteY2" fmla="*/ 58325 h 3106325"/>
              <a:gd name="connsiteX3" fmla="*/ 4205111 w 4205111"/>
              <a:gd name="connsiteY3" fmla="*/ 58325 h 3106325"/>
              <a:gd name="connsiteX4" fmla="*/ 4205111 w 4205111"/>
              <a:gd name="connsiteY4" fmla="*/ 2993436 h 3106325"/>
              <a:gd name="connsiteX5" fmla="*/ 3008489 w 4205111"/>
              <a:gd name="connsiteY5" fmla="*/ 3106325 h 3106325"/>
              <a:gd name="connsiteX6" fmla="*/ 0 w 4205111"/>
              <a:gd name="connsiteY6" fmla="*/ 3100681 h 3106325"/>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05111" h="3051763">
                <a:moveTo>
                  <a:pt x="0" y="3046119"/>
                </a:moveTo>
                <a:lnTo>
                  <a:pt x="0" y="111008"/>
                </a:lnTo>
                <a:cubicBezTo>
                  <a:pt x="180622" y="58328"/>
                  <a:pt x="711199" y="0"/>
                  <a:pt x="1185333" y="3763"/>
                </a:cubicBezTo>
                <a:lnTo>
                  <a:pt x="4205111" y="3763"/>
                </a:lnTo>
                <a:lnTo>
                  <a:pt x="4205111" y="2938874"/>
                </a:lnTo>
                <a:cubicBezTo>
                  <a:pt x="4060237" y="2965216"/>
                  <a:pt x="3683941" y="3036712"/>
                  <a:pt x="3008489" y="3051763"/>
                </a:cubicBezTo>
                <a:lnTo>
                  <a:pt x="0" y="304611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333333"/>
              </a:solidFill>
            </a:endParaRPr>
          </a:p>
        </p:txBody>
      </p:sp>
      <p:pic>
        <p:nvPicPr>
          <p:cNvPr id="7"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662281" y="2065867"/>
            <a:ext cx="5182307" cy="2889954"/>
          </a:xfrm>
        </p:spPr>
        <p:txBody>
          <a:bodyPr/>
          <a:lstStyle>
            <a:lvl1pPr marL="0" indent="0">
              <a:defRPr>
                <a:solidFill>
                  <a:schemeClr val="tx1"/>
                </a:solidFill>
              </a:defRPr>
            </a:lvl1pPr>
            <a:lvl2pPr>
              <a:buClr>
                <a:schemeClr val="tx1"/>
              </a:buCl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2"/>
          </p:nvPr>
        </p:nvSpPr>
        <p:spPr>
          <a:xfrm>
            <a:off x="6362465" y="2065867"/>
            <a:ext cx="5182307" cy="2889954"/>
          </a:xfrm>
        </p:spPr>
        <p:txBody>
          <a:bodyPr/>
          <a:lstStyle>
            <a:lvl1pPr marL="0" indent="0">
              <a:defRPr>
                <a:solidFill>
                  <a:schemeClr val="tx1"/>
                </a:solidFill>
              </a:defRPr>
            </a:lvl1pPr>
            <a:lvl2pPr>
              <a:buClr>
                <a:schemeClr val="tx1"/>
              </a:buCl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10" name="Slide Number Placeholder 6"/>
          <p:cNvSpPr>
            <a:spLocks noGrp="1"/>
          </p:cNvSpPr>
          <p:nvPr>
            <p:ph type="sldNum" sz="quarter" idx="13"/>
          </p:nvPr>
        </p:nvSpPr>
        <p:spPr/>
        <p:txBody>
          <a:bodyPr/>
          <a:lstStyle>
            <a:lvl1pPr>
              <a:defRPr/>
            </a:lvl1pPr>
          </a:lstStyle>
          <a:p>
            <a:pPr>
              <a:defRPr/>
            </a:pPr>
            <a:fld id="{11CFD721-064E-4D3C-9FC1-EF606627FEFF}" type="slidenum">
              <a:rPr lang="en-US">
                <a:solidFill>
                  <a:srgbClr val="333333"/>
                </a:solidFill>
              </a:rPr>
              <a:pPr>
                <a:defRPr/>
              </a:pPr>
              <a:t>‹#›</a:t>
            </a:fld>
            <a:endParaRPr lang="en-US" dirty="0">
              <a:solidFill>
                <a:srgbClr val="333333"/>
              </a:solidFill>
            </a:endParaRPr>
          </a:p>
        </p:txBody>
      </p:sp>
      <p:sp>
        <p:nvSpPr>
          <p:cNvPr id="11" name="Footer Placeholder 7"/>
          <p:cNvSpPr>
            <a:spLocks noGrp="1"/>
          </p:cNvSpPr>
          <p:nvPr>
            <p:ph type="ftr" sz="quarter" idx="14"/>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225675827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 preserve="1">
  <p:cSld name="Title and 2-Column text over Chevrons">
    <p:spTree>
      <p:nvGrpSpPr>
        <p:cNvPr id="1" name=""/>
        <p:cNvGrpSpPr/>
        <p:nvPr/>
      </p:nvGrpSpPr>
      <p:grpSpPr>
        <a:xfrm>
          <a:off x="0" y="0"/>
          <a:ext cx="0" cy="0"/>
          <a:chOff x="0" y="0"/>
          <a:chExt cx="0" cy="0"/>
        </a:xfrm>
      </p:grpSpPr>
      <p:sp>
        <p:nvSpPr>
          <p:cNvPr id="5" name="Freeform 9"/>
          <p:cNvSpPr/>
          <p:nvPr userDrawn="1"/>
        </p:nvSpPr>
        <p:spPr>
          <a:xfrm>
            <a:off x="472017" y="1905000"/>
            <a:ext cx="5715000" cy="3043238"/>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86308" h="3052171">
                <a:moveTo>
                  <a:pt x="14559" y="95543"/>
                </a:moveTo>
                <a:cubicBezTo>
                  <a:pt x="3642" y="40042"/>
                  <a:pt x="20019" y="3639"/>
                  <a:pt x="96446" y="2737"/>
                </a:cubicBezTo>
                <a:lnTo>
                  <a:pt x="3906900" y="0"/>
                </a:lnTo>
                <a:cubicBezTo>
                  <a:pt x="3966040" y="2737"/>
                  <a:pt x="3997885" y="24636"/>
                  <a:pt x="4010623" y="73908"/>
                </a:cubicBezTo>
                <a:lnTo>
                  <a:pt x="4269930" y="1442596"/>
                </a:lnTo>
                <a:cubicBezTo>
                  <a:pt x="4286308" y="1511031"/>
                  <a:pt x="4278119" y="1532929"/>
                  <a:pt x="4269930" y="1579464"/>
                </a:cubicBezTo>
                <a:lnTo>
                  <a:pt x="4018812" y="2967312"/>
                </a:lnTo>
                <a:cubicBezTo>
                  <a:pt x="4008803" y="3022060"/>
                  <a:pt x="3966040" y="3052171"/>
                  <a:pt x="3923276" y="3049434"/>
                </a:cubicBezTo>
                <a:lnTo>
                  <a:pt x="82796" y="3049434"/>
                </a:lnTo>
                <a:cubicBezTo>
                  <a:pt x="15467" y="3048521"/>
                  <a:pt x="0" y="3022972"/>
                  <a:pt x="11828" y="2956363"/>
                </a:cubicBezTo>
                <a:lnTo>
                  <a:pt x="257488" y="1576727"/>
                </a:lnTo>
                <a:cubicBezTo>
                  <a:pt x="266585" y="1534754"/>
                  <a:pt x="275685" y="1492782"/>
                  <a:pt x="265676" y="1453545"/>
                </a:cubicBezTo>
                <a:lnTo>
                  <a:pt x="14559" y="95543"/>
                </a:lnTo>
                <a:close/>
              </a:path>
            </a:pathLst>
          </a:cu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333333"/>
              </a:solidFill>
            </a:endParaRPr>
          </a:p>
        </p:txBody>
      </p:sp>
      <p:sp>
        <p:nvSpPr>
          <p:cNvPr id="6" name="Freeform 12"/>
          <p:cNvSpPr/>
          <p:nvPr userDrawn="1"/>
        </p:nvSpPr>
        <p:spPr>
          <a:xfrm>
            <a:off x="6187017" y="1905000"/>
            <a:ext cx="5715000" cy="3043238"/>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86308" h="3052171">
                <a:moveTo>
                  <a:pt x="14559" y="95543"/>
                </a:moveTo>
                <a:cubicBezTo>
                  <a:pt x="3642" y="40042"/>
                  <a:pt x="20019" y="3639"/>
                  <a:pt x="96446" y="2737"/>
                </a:cubicBezTo>
                <a:lnTo>
                  <a:pt x="3906900" y="0"/>
                </a:lnTo>
                <a:cubicBezTo>
                  <a:pt x="3966040" y="2737"/>
                  <a:pt x="3997885" y="24636"/>
                  <a:pt x="4010623" y="73908"/>
                </a:cubicBezTo>
                <a:lnTo>
                  <a:pt x="4269930" y="1442596"/>
                </a:lnTo>
                <a:cubicBezTo>
                  <a:pt x="4286308" y="1511031"/>
                  <a:pt x="4278119" y="1532929"/>
                  <a:pt x="4269930" y="1579464"/>
                </a:cubicBezTo>
                <a:lnTo>
                  <a:pt x="4018812" y="2967312"/>
                </a:lnTo>
                <a:cubicBezTo>
                  <a:pt x="4008803" y="3022060"/>
                  <a:pt x="3966040" y="3052171"/>
                  <a:pt x="3923276" y="3049434"/>
                </a:cubicBezTo>
                <a:lnTo>
                  <a:pt x="82796" y="3049434"/>
                </a:lnTo>
                <a:cubicBezTo>
                  <a:pt x="15467" y="3048521"/>
                  <a:pt x="0" y="3022972"/>
                  <a:pt x="11828" y="2956363"/>
                </a:cubicBezTo>
                <a:lnTo>
                  <a:pt x="257488" y="1576727"/>
                </a:lnTo>
                <a:cubicBezTo>
                  <a:pt x="266585" y="1534754"/>
                  <a:pt x="275685" y="1492782"/>
                  <a:pt x="265676" y="1453545"/>
                </a:cubicBezTo>
                <a:lnTo>
                  <a:pt x="14559" y="95543"/>
                </a:lnTo>
                <a:close/>
              </a:path>
            </a:pathLst>
          </a:cu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rgbClr val="333333"/>
              </a:solidFill>
            </a:endParaRPr>
          </a:p>
        </p:txBody>
      </p:sp>
      <p:pic>
        <p:nvPicPr>
          <p:cNvPr id="7"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1076207" y="2065867"/>
            <a:ext cx="4663017" cy="2889954"/>
          </a:xfrm>
        </p:spPr>
        <p:txBody>
          <a:bodyPr/>
          <a:lstStyle>
            <a:lvl1pPr marL="0" indent="0">
              <a:defRPr>
                <a:solidFill>
                  <a:schemeClr val="tx1"/>
                </a:solidFill>
              </a:defRPr>
            </a:lvl1pPr>
            <a:lvl2pPr>
              <a:buClr>
                <a:schemeClr val="tx1"/>
              </a:buCl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2"/>
          </p:nvPr>
        </p:nvSpPr>
        <p:spPr>
          <a:xfrm>
            <a:off x="6776392" y="2065867"/>
            <a:ext cx="4663017" cy="2889954"/>
          </a:xfrm>
        </p:spPr>
        <p:txBody>
          <a:bodyPr/>
          <a:lstStyle>
            <a:lvl1pPr marL="0" indent="0">
              <a:defRPr>
                <a:solidFill>
                  <a:schemeClr val="tx1"/>
                </a:solidFill>
              </a:defRPr>
            </a:lvl1pPr>
            <a:lvl2pPr>
              <a:buClr>
                <a:schemeClr val="tx1"/>
              </a:buCl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
        <p:nvSpPr>
          <p:cNvPr id="10" name="Slide Number Placeholder 6"/>
          <p:cNvSpPr>
            <a:spLocks noGrp="1"/>
          </p:cNvSpPr>
          <p:nvPr>
            <p:ph type="sldNum" sz="quarter" idx="13"/>
          </p:nvPr>
        </p:nvSpPr>
        <p:spPr/>
        <p:txBody>
          <a:bodyPr/>
          <a:lstStyle>
            <a:lvl1pPr>
              <a:defRPr/>
            </a:lvl1pPr>
          </a:lstStyle>
          <a:p>
            <a:pPr>
              <a:defRPr/>
            </a:pPr>
            <a:fld id="{997AA7CB-EAC5-4207-A04A-18188C01A856}" type="slidenum">
              <a:rPr lang="en-US">
                <a:solidFill>
                  <a:srgbClr val="333333"/>
                </a:solidFill>
              </a:rPr>
              <a:pPr>
                <a:defRPr/>
              </a:pPr>
              <a:t>‹#›</a:t>
            </a:fld>
            <a:endParaRPr lang="en-US" dirty="0">
              <a:solidFill>
                <a:srgbClr val="333333"/>
              </a:solidFill>
            </a:endParaRPr>
          </a:p>
        </p:txBody>
      </p:sp>
      <p:sp>
        <p:nvSpPr>
          <p:cNvPr id="11" name="Footer Placeholder 7"/>
          <p:cNvSpPr>
            <a:spLocks noGrp="1"/>
          </p:cNvSpPr>
          <p:nvPr>
            <p:ph type="ftr" sz="quarter" idx="14"/>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172434267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 preserve="1">
  <p:cSld name="Title and 4-column Text over Chevrons">
    <p:spTree>
      <p:nvGrpSpPr>
        <p:cNvPr id="1" name=""/>
        <p:cNvGrpSpPr/>
        <p:nvPr/>
      </p:nvGrpSpPr>
      <p:grpSpPr>
        <a:xfrm>
          <a:off x="0" y="0"/>
          <a:ext cx="0" cy="0"/>
          <a:chOff x="0" y="0"/>
          <a:chExt cx="0" cy="0"/>
        </a:xfrm>
      </p:grpSpPr>
      <p:pic>
        <p:nvPicPr>
          <p:cNvPr id="7"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745066" y="1946803"/>
            <a:ext cx="2238492" cy="3012222"/>
          </a:xfrm>
        </p:spPr>
        <p:txBody>
          <a:bodyPr>
            <a:normAutofit/>
          </a:bodyPr>
          <a:lstStyle>
            <a:lvl1pPr marL="0" indent="0">
              <a:spcAft>
                <a:spcPts val="1400"/>
              </a:spcAft>
              <a:defRPr sz="1200">
                <a:solidFill>
                  <a:schemeClr val="tx1"/>
                </a:solidFill>
              </a:defRPr>
            </a:lvl1pPr>
            <a:lvl2pPr>
              <a:buClr>
                <a:schemeClr val="tx1"/>
              </a:buClr>
              <a:defRPr sz="1200">
                <a:solidFill>
                  <a:schemeClr val="tx1"/>
                </a:solidFill>
              </a:defRPr>
            </a:lvl2pPr>
            <a:lvl3pPr>
              <a:defRPr sz="1100">
                <a:solidFill>
                  <a:schemeClr val="tx1"/>
                </a:solidFill>
              </a:defRPr>
            </a:lvl3pPr>
            <a:lvl4pPr>
              <a:defRPr sz="1100">
                <a:solidFill>
                  <a:schemeClr val="tx1"/>
                </a:solidFill>
              </a:defRPr>
            </a:lvl4pPr>
            <a:lvl5pPr>
              <a:defRPr sz="9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
          <p:cNvSpPr>
            <a:spLocks noGrp="1"/>
          </p:cNvSpPr>
          <p:nvPr>
            <p:ph idx="12"/>
          </p:nvPr>
        </p:nvSpPr>
        <p:spPr>
          <a:xfrm>
            <a:off x="3580459" y="1946803"/>
            <a:ext cx="2238492" cy="3012222"/>
          </a:xfrm>
        </p:spPr>
        <p:txBody>
          <a:bodyPr>
            <a:normAutofit/>
          </a:bodyPr>
          <a:lstStyle>
            <a:lvl1pPr marL="0" indent="0">
              <a:spcAft>
                <a:spcPts val="1400"/>
              </a:spcAft>
              <a:defRPr sz="1200">
                <a:solidFill>
                  <a:schemeClr val="tx1"/>
                </a:solidFill>
              </a:defRPr>
            </a:lvl1pPr>
            <a:lvl2pPr>
              <a:buClr>
                <a:schemeClr val="tx1"/>
              </a:buClr>
              <a:defRPr sz="1200">
                <a:solidFill>
                  <a:schemeClr val="tx1"/>
                </a:solidFill>
              </a:defRPr>
            </a:lvl2pPr>
            <a:lvl3pPr>
              <a:defRPr sz="1100">
                <a:solidFill>
                  <a:schemeClr val="tx1"/>
                </a:solidFill>
              </a:defRPr>
            </a:lvl3pPr>
            <a:lvl4pPr>
              <a:defRPr sz="1100">
                <a:solidFill>
                  <a:schemeClr val="tx1"/>
                </a:solidFill>
              </a:defRPr>
            </a:lvl4pPr>
            <a:lvl5pPr>
              <a:defRPr sz="9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3"/>
          </p:nvPr>
        </p:nvSpPr>
        <p:spPr>
          <a:xfrm>
            <a:off x="6415853" y="1946803"/>
            <a:ext cx="2238492" cy="3012222"/>
          </a:xfrm>
        </p:spPr>
        <p:txBody>
          <a:bodyPr>
            <a:normAutofit/>
          </a:bodyPr>
          <a:lstStyle>
            <a:lvl1pPr marL="0" indent="0">
              <a:spcAft>
                <a:spcPts val="1400"/>
              </a:spcAft>
              <a:defRPr sz="1200">
                <a:solidFill>
                  <a:schemeClr val="tx1"/>
                </a:solidFill>
              </a:defRPr>
            </a:lvl1pPr>
            <a:lvl2pPr>
              <a:buClr>
                <a:schemeClr val="tx1"/>
              </a:buClr>
              <a:defRPr sz="1200">
                <a:solidFill>
                  <a:schemeClr val="tx1"/>
                </a:solidFill>
              </a:defRPr>
            </a:lvl2pPr>
            <a:lvl3pPr>
              <a:defRPr sz="1100">
                <a:solidFill>
                  <a:schemeClr val="tx1"/>
                </a:solidFill>
              </a:defRPr>
            </a:lvl3pPr>
            <a:lvl4pPr>
              <a:defRPr sz="1100">
                <a:solidFill>
                  <a:schemeClr val="tx1"/>
                </a:solidFill>
              </a:defRPr>
            </a:lvl4pPr>
            <a:lvl5pPr>
              <a:defRPr sz="9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4"/>
          </p:nvPr>
        </p:nvSpPr>
        <p:spPr>
          <a:xfrm>
            <a:off x="9251247" y="1946803"/>
            <a:ext cx="2238492" cy="3012222"/>
          </a:xfrm>
        </p:spPr>
        <p:txBody>
          <a:bodyPr>
            <a:normAutofit/>
          </a:bodyPr>
          <a:lstStyle>
            <a:lvl1pPr marL="0" indent="0">
              <a:spcAft>
                <a:spcPts val="1400"/>
              </a:spcAft>
              <a:defRPr sz="1200">
                <a:solidFill>
                  <a:schemeClr val="tx1"/>
                </a:solidFill>
              </a:defRPr>
            </a:lvl1pPr>
            <a:lvl2pPr>
              <a:buClr>
                <a:schemeClr val="tx1"/>
              </a:buClr>
              <a:defRPr sz="1200">
                <a:solidFill>
                  <a:schemeClr val="tx1"/>
                </a:solidFill>
              </a:defRPr>
            </a:lvl2pPr>
            <a:lvl3pPr>
              <a:defRPr sz="1100">
                <a:solidFill>
                  <a:schemeClr val="tx1"/>
                </a:solidFill>
              </a:defRPr>
            </a:lvl3pPr>
            <a:lvl4pPr>
              <a:defRPr sz="1100">
                <a:solidFill>
                  <a:schemeClr val="tx1"/>
                </a:solidFill>
              </a:defRPr>
            </a:lvl4pPr>
            <a:lvl5pPr>
              <a:defRPr sz="9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9" name="Slide Number Placeholder 6"/>
          <p:cNvSpPr>
            <a:spLocks noGrp="1"/>
          </p:cNvSpPr>
          <p:nvPr>
            <p:ph type="sldNum" sz="quarter" idx="15"/>
          </p:nvPr>
        </p:nvSpPr>
        <p:spPr/>
        <p:txBody>
          <a:bodyPr/>
          <a:lstStyle>
            <a:lvl1pPr>
              <a:defRPr/>
            </a:lvl1pPr>
          </a:lstStyle>
          <a:p>
            <a:pPr>
              <a:defRPr/>
            </a:pPr>
            <a:fld id="{FAD01A02-099A-4306-9014-72105FC49148}" type="slidenum">
              <a:rPr lang="en-US">
                <a:solidFill>
                  <a:srgbClr val="333333"/>
                </a:solidFill>
              </a:rPr>
              <a:pPr>
                <a:defRPr/>
              </a:pPr>
              <a:t>‹#›</a:t>
            </a:fld>
            <a:endParaRPr lang="en-US" dirty="0">
              <a:solidFill>
                <a:srgbClr val="333333"/>
              </a:solidFill>
            </a:endParaRPr>
          </a:p>
        </p:txBody>
      </p:sp>
      <p:sp>
        <p:nvSpPr>
          <p:cNvPr id="10" name="Footer Placeholder 7"/>
          <p:cNvSpPr>
            <a:spLocks noGrp="1"/>
          </p:cNvSpPr>
          <p:nvPr>
            <p:ph type="ftr" sz="quarter" idx="16"/>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98984149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obj" preserve="1">
  <p:cSld name="Title and 4-column text Arrow Headlines">
    <p:spTree>
      <p:nvGrpSpPr>
        <p:cNvPr id="1" name=""/>
        <p:cNvGrpSpPr/>
        <p:nvPr/>
      </p:nvGrpSpPr>
      <p:grpSpPr>
        <a:xfrm>
          <a:off x="0" y="0"/>
          <a:ext cx="0" cy="0"/>
          <a:chOff x="0" y="0"/>
          <a:chExt cx="0" cy="0"/>
        </a:xfrm>
      </p:grpSpPr>
      <p:pic>
        <p:nvPicPr>
          <p:cNvPr id="7"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556922" y="1986311"/>
            <a:ext cx="2404061" cy="3955702"/>
          </a:xfrm>
        </p:spPr>
        <p:txBody>
          <a:bodyPr>
            <a:normAutofit/>
          </a:bodyPr>
          <a:lstStyle>
            <a:lvl1pPr marL="0" indent="0">
              <a:spcAft>
                <a:spcPts val="1400"/>
              </a:spcAft>
              <a:defRPr sz="1400">
                <a:solidFill>
                  <a:schemeClr val="tx1"/>
                </a:solidFill>
              </a:defRPr>
            </a:lvl1pPr>
            <a:lvl2pPr>
              <a:buClr>
                <a:schemeClr val="bg1"/>
              </a:buClr>
              <a:defRPr sz="1200">
                <a:solidFill>
                  <a:schemeClr val="bg1"/>
                </a:solidFill>
              </a:defRPr>
            </a:lvl2pPr>
            <a:lvl3pPr>
              <a:defRPr sz="1100">
                <a:solidFill>
                  <a:schemeClr val="bg1"/>
                </a:solidFill>
              </a:defRPr>
            </a:lvl3pPr>
            <a:lvl4pPr>
              <a:defRPr sz="11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
          <p:cNvSpPr>
            <a:spLocks noGrp="1"/>
          </p:cNvSpPr>
          <p:nvPr>
            <p:ph idx="12"/>
          </p:nvPr>
        </p:nvSpPr>
        <p:spPr>
          <a:xfrm>
            <a:off x="3404858" y="1986311"/>
            <a:ext cx="2404061" cy="3955702"/>
          </a:xfrm>
        </p:spPr>
        <p:txBody>
          <a:bodyPr>
            <a:normAutofit/>
          </a:bodyPr>
          <a:lstStyle>
            <a:lvl1pPr marL="0" indent="0">
              <a:spcAft>
                <a:spcPts val="1400"/>
              </a:spcAft>
              <a:defRPr sz="1400">
                <a:solidFill>
                  <a:schemeClr val="tx1"/>
                </a:solidFill>
              </a:defRPr>
            </a:lvl1pPr>
            <a:lvl2pPr>
              <a:buClr>
                <a:schemeClr val="bg1"/>
              </a:buClr>
              <a:defRPr sz="1200">
                <a:solidFill>
                  <a:schemeClr val="bg1"/>
                </a:solidFill>
              </a:defRPr>
            </a:lvl2pPr>
            <a:lvl3pPr>
              <a:defRPr sz="1100">
                <a:solidFill>
                  <a:schemeClr val="bg1"/>
                </a:solidFill>
              </a:defRPr>
            </a:lvl3pPr>
            <a:lvl4pPr>
              <a:defRPr sz="11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3"/>
          </p:nvPr>
        </p:nvSpPr>
        <p:spPr>
          <a:xfrm>
            <a:off x="6252794" y="1986311"/>
            <a:ext cx="2404061" cy="3955702"/>
          </a:xfrm>
        </p:spPr>
        <p:txBody>
          <a:bodyPr>
            <a:normAutofit/>
          </a:bodyPr>
          <a:lstStyle>
            <a:lvl1pPr marL="0" indent="0">
              <a:spcAft>
                <a:spcPts val="1400"/>
              </a:spcAft>
              <a:defRPr sz="1400">
                <a:solidFill>
                  <a:schemeClr val="tx1"/>
                </a:solidFill>
              </a:defRPr>
            </a:lvl1pPr>
            <a:lvl2pPr>
              <a:buClr>
                <a:schemeClr val="bg1"/>
              </a:buClr>
              <a:defRPr sz="1200">
                <a:solidFill>
                  <a:schemeClr val="bg1"/>
                </a:solidFill>
              </a:defRPr>
            </a:lvl2pPr>
            <a:lvl3pPr>
              <a:defRPr sz="1100">
                <a:solidFill>
                  <a:schemeClr val="bg1"/>
                </a:solidFill>
              </a:defRPr>
            </a:lvl3pPr>
            <a:lvl4pPr>
              <a:defRPr sz="11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4"/>
          </p:nvPr>
        </p:nvSpPr>
        <p:spPr>
          <a:xfrm>
            <a:off x="9100730" y="1986311"/>
            <a:ext cx="2404061" cy="3955702"/>
          </a:xfrm>
        </p:spPr>
        <p:txBody>
          <a:bodyPr>
            <a:normAutofit/>
          </a:bodyPr>
          <a:lstStyle>
            <a:lvl1pPr marL="0" indent="0">
              <a:spcAft>
                <a:spcPts val="1400"/>
              </a:spcAft>
              <a:defRPr sz="1400">
                <a:solidFill>
                  <a:schemeClr val="tx1"/>
                </a:solidFill>
              </a:defRPr>
            </a:lvl1pPr>
            <a:lvl2pPr>
              <a:buClr>
                <a:schemeClr val="bg1"/>
              </a:buClr>
              <a:defRPr sz="1200">
                <a:solidFill>
                  <a:schemeClr val="bg1"/>
                </a:solidFill>
              </a:defRPr>
            </a:lvl2pPr>
            <a:lvl3pPr>
              <a:defRPr sz="1100">
                <a:solidFill>
                  <a:schemeClr val="bg1"/>
                </a:solidFill>
              </a:defRPr>
            </a:lvl3pPr>
            <a:lvl4pPr>
              <a:defRPr sz="11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9" name="Slide Number Placeholder 6"/>
          <p:cNvSpPr>
            <a:spLocks noGrp="1"/>
          </p:cNvSpPr>
          <p:nvPr>
            <p:ph type="sldNum" sz="quarter" idx="15"/>
          </p:nvPr>
        </p:nvSpPr>
        <p:spPr/>
        <p:txBody>
          <a:bodyPr/>
          <a:lstStyle>
            <a:lvl1pPr>
              <a:defRPr/>
            </a:lvl1pPr>
          </a:lstStyle>
          <a:p>
            <a:pPr>
              <a:defRPr/>
            </a:pPr>
            <a:fld id="{F6ED22D2-BCB3-4912-8727-D9DEE457EA01}" type="slidenum">
              <a:rPr lang="en-US">
                <a:solidFill>
                  <a:srgbClr val="333333"/>
                </a:solidFill>
              </a:rPr>
              <a:pPr>
                <a:defRPr/>
              </a:pPr>
              <a:t>‹#›</a:t>
            </a:fld>
            <a:endParaRPr lang="en-US" dirty="0">
              <a:solidFill>
                <a:srgbClr val="333333"/>
              </a:solidFill>
            </a:endParaRPr>
          </a:p>
        </p:txBody>
      </p:sp>
      <p:sp>
        <p:nvSpPr>
          <p:cNvPr id="10" name="Footer Placeholder 7"/>
          <p:cNvSpPr>
            <a:spLocks noGrp="1"/>
          </p:cNvSpPr>
          <p:nvPr>
            <p:ph type="ftr" sz="quarter" idx="16"/>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201866249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and 4-column Vertical Stack Arrows">
    <p:spTree>
      <p:nvGrpSpPr>
        <p:cNvPr id="1" name=""/>
        <p:cNvGrpSpPr/>
        <p:nvPr/>
      </p:nvGrpSpPr>
      <p:grpSpPr>
        <a:xfrm>
          <a:off x="0" y="0"/>
          <a:ext cx="0" cy="0"/>
          <a:chOff x="0" y="0"/>
          <a:chExt cx="0" cy="0"/>
        </a:xfrm>
      </p:grpSpPr>
      <p:pic>
        <p:nvPicPr>
          <p:cNvPr id="11"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21" name="Content Placeholder 2"/>
          <p:cNvSpPr>
            <a:spLocks noGrp="1"/>
          </p:cNvSpPr>
          <p:nvPr>
            <p:ph idx="1"/>
          </p:nvPr>
        </p:nvSpPr>
        <p:spPr>
          <a:xfrm>
            <a:off x="3306233" y="1842056"/>
            <a:ext cx="8430684" cy="768797"/>
          </a:xfrm>
        </p:spPr>
        <p:txBody>
          <a:bodyPr spcCol="0" anchor="ctr">
            <a:noAutofit/>
          </a:bodyPr>
          <a:lstStyle>
            <a:lvl1pPr marL="0" indent="0">
              <a:lnSpc>
                <a:spcPct val="120000"/>
              </a:lnSpc>
              <a:spcAft>
                <a:spcPts val="0"/>
              </a:spcAft>
              <a:defRPr b="0">
                <a:solidFill>
                  <a:schemeClr val="bg1"/>
                </a:solidFill>
              </a:defRPr>
            </a:lvl1pPr>
            <a:lvl2pPr>
              <a:buNone/>
              <a:defRPr/>
            </a:lvl2pPr>
          </a:lstStyle>
          <a:p>
            <a:pPr lvl="0"/>
            <a:r>
              <a:rPr lang="en-US"/>
              <a:t>Click to edit Master text styles</a:t>
            </a:r>
          </a:p>
        </p:txBody>
      </p:sp>
      <p:sp>
        <p:nvSpPr>
          <p:cNvPr id="22" name="Text Placeholder 9"/>
          <p:cNvSpPr>
            <a:spLocks noGrp="1"/>
          </p:cNvSpPr>
          <p:nvPr>
            <p:ph type="body" sz="quarter" idx="12"/>
          </p:nvPr>
        </p:nvSpPr>
        <p:spPr>
          <a:xfrm>
            <a:off x="595640" y="1987554"/>
            <a:ext cx="2215035" cy="477798"/>
          </a:xfrm>
        </p:spPr>
        <p:txBody>
          <a:bodyPr anchor="ctr"/>
          <a:lstStyle>
            <a:lvl1pPr>
              <a:defRPr>
                <a:solidFill>
                  <a:schemeClr val="tx1"/>
                </a:solidFill>
              </a:defRPr>
            </a:lvl1pPr>
          </a:lstStyle>
          <a:p>
            <a:pPr lvl="0"/>
            <a:r>
              <a:rPr lang="en-US"/>
              <a:t>Click to edit Master text styles</a:t>
            </a:r>
          </a:p>
        </p:txBody>
      </p:sp>
      <p:sp>
        <p:nvSpPr>
          <p:cNvPr id="23" name="Content Placeholder 2"/>
          <p:cNvSpPr>
            <a:spLocks noGrp="1"/>
          </p:cNvSpPr>
          <p:nvPr>
            <p:ph idx="13"/>
          </p:nvPr>
        </p:nvSpPr>
        <p:spPr>
          <a:xfrm>
            <a:off x="3306234" y="2889223"/>
            <a:ext cx="8430684" cy="768797"/>
          </a:xfrm>
        </p:spPr>
        <p:txBody>
          <a:bodyPr spcCol="0" anchor="ctr">
            <a:noAutofit/>
          </a:bodyPr>
          <a:lstStyle>
            <a:lvl1pPr marL="0" indent="0">
              <a:lnSpc>
                <a:spcPct val="120000"/>
              </a:lnSpc>
              <a:spcAft>
                <a:spcPts val="0"/>
              </a:spcAft>
              <a:defRPr b="0">
                <a:solidFill>
                  <a:schemeClr val="bg1"/>
                </a:solidFill>
              </a:defRPr>
            </a:lvl1pPr>
            <a:lvl2pPr>
              <a:buNone/>
              <a:defRPr/>
            </a:lvl2pPr>
          </a:lstStyle>
          <a:p>
            <a:pPr lvl="0"/>
            <a:r>
              <a:rPr lang="en-US"/>
              <a:t>Click to edit Master text styles</a:t>
            </a:r>
          </a:p>
        </p:txBody>
      </p:sp>
      <p:sp>
        <p:nvSpPr>
          <p:cNvPr id="24" name="Text Placeholder 9"/>
          <p:cNvSpPr>
            <a:spLocks noGrp="1"/>
          </p:cNvSpPr>
          <p:nvPr>
            <p:ph type="body" sz="quarter" idx="14"/>
          </p:nvPr>
        </p:nvSpPr>
        <p:spPr>
          <a:xfrm>
            <a:off x="595641" y="3034721"/>
            <a:ext cx="2215035" cy="477798"/>
          </a:xfrm>
        </p:spPr>
        <p:txBody>
          <a:bodyPr anchor="ctr"/>
          <a:lstStyle>
            <a:lvl1pPr>
              <a:defRPr>
                <a:solidFill>
                  <a:schemeClr val="tx1"/>
                </a:solidFill>
              </a:defRPr>
            </a:lvl1pPr>
          </a:lstStyle>
          <a:p>
            <a:pPr lvl="0"/>
            <a:r>
              <a:rPr lang="en-US"/>
              <a:t>Click to edit Master text styles</a:t>
            </a:r>
          </a:p>
        </p:txBody>
      </p:sp>
      <p:sp>
        <p:nvSpPr>
          <p:cNvPr id="25" name="Content Placeholder 2"/>
          <p:cNvSpPr>
            <a:spLocks noGrp="1"/>
          </p:cNvSpPr>
          <p:nvPr>
            <p:ph idx="15"/>
          </p:nvPr>
        </p:nvSpPr>
        <p:spPr>
          <a:xfrm>
            <a:off x="3306234" y="3936390"/>
            <a:ext cx="8430684" cy="768797"/>
          </a:xfrm>
        </p:spPr>
        <p:txBody>
          <a:bodyPr spcCol="0" anchor="ctr">
            <a:noAutofit/>
          </a:bodyPr>
          <a:lstStyle>
            <a:lvl1pPr marL="0" indent="0">
              <a:lnSpc>
                <a:spcPct val="120000"/>
              </a:lnSpc>
              <a:spcAft>
                <a:spcPts val="0"/>
              </a:spcAft>
              <a:defRPr b="0">
                <a:solidFill>
                  <a:schemeClr val="bg1"/>
                </a:solidFill>
              </a:defRPr>
            </a:lvl1pPr>
            <a:lvl2pPr>
              <a:buNone/>
              <a:defRPr/>
            </a:lvl2pPr>
          </a:lstStyle>
          <a:p>
            <a:pPr lvl="0"/>
            <a:r>
              <a:rPr lang="en-US"/>
              <a:t>Click to edit Master text styles</a:t>
            </a:r>
          </a:p>
        </p:txBody>
      </p:sp>
      <p:sp>
        <p:nvSpPr>
          <p:cNvPr id="26" name="Text Placeholder 9"/>
          <p:cNvSpPr>
            <a:spLocks noGrp="1"/>
          </p:cNvSpPr>
          <p:nvPr>
            <p:ph type="body" sz="quarter" idx="16"/>
          </p:nvPr>
        </p:nvSpPr>
        <p:spPr>
          <a:xfrm>
            <a:off x="595641" y="4081888"/>
            <a:ext cx="2215035" cy="477798"/>
          </a:xfrm>
        </p:spPr>
        <p:txBody>
          <a:bodyPr anchor="ctr"/>
          <a:lstStyle>
            <a:lvl1pPr>
              <a:defRPr>
                <a:solidFill>
                  <a:schemeClr val="tx1"/>
                </a:solidFill>
              </a:defRPr>
            </a:lvl1pPr>
          </a:lstStyle>
          <a:p>
            <a:pPr lvl="0"/>
            <a:r>
              <a:rPr lang="en-US"/>
              <a:t>Click to edit Master text styles</a:t>
            </a:r>
          </a:p>
        </p:txBody>
      </p:sp>
      <p:sp>
        <p:nvSpPr>
          <p:cNvPr id="27" name="Content Placeholder 2"/>
          <p:cNvSpPr>
            <a:spLocks noGrp="1"/>
          </p:cNvSpPr>
          <p:nvPr>
            <p:ph idx="17"/>
          </p:nvPr>
        </p:nvSpPr>
        <p:spPr>
          <a:xfrm>
            <a:off x="3306234" y="4983556"/>
            <a:ext cx="8430684" cy="768797"/>
          </a:xfrm>
        </p:spPr>
        <p:txBody>
          <a:bodyPr spcCol="0" anchor="ctr">
            <a:noAutofit/>
          </a:bodyPr>
          <a:lstStyle>
            <a:lvl1pPr marL="0" indent="0">
              <a:lnSpc>
                <a:spcPct val="120000"/>
              </a:lnSpc>
              <a:spcAft>
                <a:spcPts val="0"/>
              </a:spcAft>
              <a:defRPr b="0">
                <a:solidFill>
                  <a:schemeClr val="bg1"/>
                </a:solidFill>
              </a:defRPr>
            </a:lvl1pPr>
            <a:lvl2pPr>
              <a:buNone/>
              <a:defRPr/>
            </a:lvl2pPr>
          </a:lstStyle>
          <a:p>
            <a:pPr lvl="0"/>
            <a:r>
              <a:rPr lang="en-US"/>
              <a:t>Click to edit Master text styles</a:t>
            </a:r>
          </a:p>
        </p:txBody>
      </p:sp>
      <p:sp>
        <p:nvSpPr>
          <p:cNvPr id="28" name="Text Placeholder 9"/>
          <p:cNvSpPr>
            <a:spLocks noGrp="1"/>
          </p:cNvSpPr>
          <p:nvPr>
            <p:ph type="body" sz="quarter" idx="18"/>
          </p:nvPr>
        </p:nvSpPr>
        <p:spPr>
          <a:xfrm>
            <a:off x="595641" y="5129054"/>
            <a:ext cx="2215035" cy="477798"/>
          </a:xfrm>
        </p:spPr>
        <p:txBody>
          <a:bodyPr anchor="ctr"/>
          <a:lstStyle>
            <a:lvl1pPr>
              <a:defRPr>
                <a:solidFill>
                  <a:schemeClr val="tx1"/>
                </a:solidFill>
              </a:defRPr>
            </a:lvl1pPr>
          </a:lstStyle>
          <a:p>
            <a:pPr lvl="0"/>
            <a:r>
              <a:rPr lang="en-US"/>
              <a:t>Click to edit Master text styles</a:t>
            </a:r>
          </a:p>
        </p:txBody>
      </p:sp>
      <p:sp>
        <p:nvSpPr>
          <p:cNvPr id="13" name="Slide Number Placeholder 6"/>
          <p:cNvSpPr>
            <a:spLocks noGrp="1"/>
          </p:cNvSpPr>
          <p:nvPr>
            <p:ph type="sldNum" sz="quarter" idx="19"/>
          </p:nvPr>
        </p:nvSpPr>
        <p:spPr/>
        <p:txBody>
          <a:bodyPr/>
          <a:lstStyle>
            <a:lvl1pPr>
              <a:defRPr/>
            </a:lvl1pPr>
          </a:lstStyle>
          <a:p>
            <a:pPr>
              <a:defRPr/>
            </a:pPr>
            <a:fld id="{A7AF44C2-3F86-423E-AD2F-DF35C7E62733}" type="slidenum">
              <a:rPr lang="en-US">
                <a:solidFill>
                  <a:srgbClr val="333333"/>
                </a:solidFill>
              </a:rPr>
              <a:pPr>
                <a:defRPr/>
              </a:pPr>
              <a:t>‹#›</a:t>
            </a:fld>
            <a:endParaRPr lang="en-US" dirty="0">
              <a:solidFill>
                <a:srgbClr val="333333"/>
              </a:solidFill>
            </a:endParaRPr>
          </a:p>
        </p:txBody>
      </p:sp>
      <p:sp>
        <p:nvSpPr>
          <p:cNvPr id="14" name="Footer Placeholder 7"/>
          <p:cNvSpPr>
            <a:spLocks noGrp="1"/>
          </p:cNvSpPr>
          <p:nvPr>
            <p:ph type="ftr" sz="quarter" idx="20"/>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38802210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reserve="1">
  <p:cSld name="Title, 2-column text and HighMark">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descr="\\psf\Host\Volumes\johbee\Documents\01_Freelance_Design\Perspective_Branding\HIGHMARK INSURANCE\exports\SolutionSwirl300.png"/>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450851" y="1150938"/>
            <a:ext cx="11334749" cy="144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2271403"/>
            <a:ext cx="11279717" cy="1180571"/>
          </a:xfrm>
        </p:spPr>
        <p:txBody>
          <a:bodyPr anchor="b"/>
          <a:lstStyle>
            <a:lvl1pPr algn="ctr">
              <a:defRPr/>
            </a:lvl1pPr>
          </a:lstStyle>
          <a:p>
            <a:r>
              <a:rPr lang="en-US"/>
              <a:t>Click to edit Master title style</a:t>
            </a:r>
            <a:endParaRPr lang="en-US" dirty="0"/>
          </a:p>
        </p:txBody>
      </p:sp>
      <p:sp>
        <p:nvSpPr>
          <p:cNvPr id="3" name="Content Placeholder 2"/>
          <p:cNvSpPr>
            <a:spLocks noGrp="1"/>
          </p:cNvSpPr>
          <p:nvPr>
            <p:ph idx="1"/>
          </p:nvPr>
        </p:nvSpPr>
        <p:spPr>
          <a:xfrm>
            <a:off x="457200" y="3424243"/>
            <a:ext cx="5579533" cy="2604025"/>
          </a:xfrm>
        </p:spPr>
        <p:txBody>
          <a:bodyPr/>
          <a:lstStyle>
            <a:lvl1pPr marL="0" indent="0">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2"/>
          </p:nvPr>
        </p:nvSpPr>
        <p:spPr>
          <a:xfrm>
            <a:off x="6157384" y="3424243"/>
            <a:ext cx="5579533" cy="2604025"/>
          </a:xfrm>
        </p:spPr>
        <p:txBody>
          <a:bodyPr/>
          <a:lstStyle>
            <a:lvl1pPr marL="0" indent="0">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6"/>
          <p:cNvSpPr>
            <a:spLocks noGrp="1"/>
          </p:cNvSpPr>
          <p:nvPr>
            <p:ph type="sldNum" sz="quarter" idx="13"/>
          </p:nvPr>
        </p:nvSpPr>
        <p:spPr/>
        <p:txBody>
          <a:bodyPr/>
          <a:lstStyle>
            <a:lvl1pPr>
              <a:defRPr/>
            </a:lvl1pPr>
          </a:lstStyle>
          <a:p>
            <a:pPr>
              <a:defRPr/>
            </a:pPr>
            <a:fld id="{13284FAB-A3BE-4411-96D7-03ADF4FF4D20}" type="slidenum">
              <a:rPr lang="en-US">
                <a:solidFill>
                  <a:srgbClr val="333333"/>
                </a:solidFill>
              </a:rPr>
              <a:pPr>
                <a:defRPr/>
              </a:pPr>
              <a:t>‹#›</a:t>
            </a:fld>
            <a:endParaRPr lang="en-US" dirty="0">
              <a:solidFill>
                <a:srgbClr val="333333"/>
              </a:solidFill>
            </a:endParaRPr>
          </a:p>
        </p:txBody>
      </p:sp>
      <p:sp>
        <p:nvSpPr>
          <p:cNvPr id="10" name="Footer Placeholder 7"/>
          <p:cNvSpPr>
            <a:spLocks noGrp="1"/>
          </p:cNvSpPr>
          <p:nvPr>
            <p:ph type="ftr" sz="quarter" idx="14"/>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270993590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1-column and3-column exhibit area">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Content Placeholder 2"/>
          <p:cNvSpPr>
            <a:spLocks noGrp="1"/>
          </p:cNvSpPr>
          <p:nvPr>
            <p:ph idx="14"/>
          </p:nvPr>
        </p:nvSpPr>
        <p:spPr>
          <a:xfrm>
            <a:off x="9008533" y="1856315"/>
            <a:ext cx="2634075" cy="4141607"/>
          </a:xfrm>
        </p:spPr>
        <p:txBody>
          <a:bodyPr/>
          <a:lstStyle>
            <a:lvl1pPr marL="0" indent="0">
              <a:spcAft>
                <a:spcPts val="1400"/>
              </a:spcAft>
              <a:defRPr sz="1400"/>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6" name="Slide Number Placeholder 6"/>
          <p:cNvSpPr>
            <a:spLocks noGrp="1"/>
          </p:cNvSpPr>
          <p:nvPr>
            <p:ph type="sldNum" sz="quarter" idx="15"/>
          </p:nvPr>
        </p:nvSpPr>
        <p:spPr/>
        <p:txBody>
          <a:bodyPr/>
          <a:lstStyle>
            <a:lvl1pPr>
              <a:defRPr/>
            </a:lvl1pPr>
          </a:lstStyle>
          <a:p>
            <a:pPr>
              <a:defRPr/>
            </a:pPr>
            <a:fld id="{BA057CFD-5169-430C-8446-D6AB62FFD680}" type="slidenum">
              <a:rPr lang="en-US">
                <a:solidFill>
                  <a:srgbClr val="333333"/>
                </a:solidFill>
              </a:rPr>
              <a:pPr>
                <a:defRPr/>
              </a:pPr>
              <a:t>‹#›</a:t>
            </a:fld>
            <a:endParaRPr lang="en-US" dirty="0">
              <a:solidFill>
                <a:srgbClr val="333333"/>
              </a:solidFill>
            </a:endParaRPr>
          </a:p>
        </p:txBody>
      </p:sp>
      <p:sp>
        <p:nvSpPr>
          <p:cNvPr id="7" name="Footer Placeholder 7"/>
          <p:cNvSpPr>
            <a:spLocks noGrp="1"/>
          </p:cNvSpPr>
          <p:nvPr>
            <p:ph type="ftr" sz="quarter" idx="16"/>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121486829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10" name="Table Placeholder 9"/>
          <p:cNvSpPr>
            <a:spLocks noGrp="1"/>
          </p:cNvSpPr>
          <p:nvPr>
            <p:ph type="tbl" sz="quarter" idx="12"/>
          </p:nvPr>
        </p:nvSpPr>
        <p:spPr>
          <a:xfrm>
            <a:off x="457200" y="1912939"/>
            <a:ext cx="11279717" cy="4029075"/>
          </a:xfrm>
          <a:noFill/>
        </p:spPr>
        <p:txBody>
          <a:bodyPr rtlCol="0">
            <a:normAutofit/>
          </a:bodyPr>
          <a:lstStyle>
            <a:lvl1pPr>
              <a:defRPr>
                <a:solidFill>
                  <a:schemeClr val="bg1"/>
                </a:solidFill>
              </a:defRPr>
            </a:lvl1pPr>
          </a:lstStyle>
          <a:p>
            <a:pPr lvl="0"/>
            <a:r>
              <a:rPr lang="en-US" noProof="0" dirty="0"/>
              <a:t>Click icon to add table</a:t>
            </a:r>
          </a:p>
        </p:txBody>
      </p:sp>
      <p:sp>
        <p:nvSpPr>
          <p:cNvPr id="6" name="Slide Number Placeholder 6"/>
          <p:cNvSpPr>
            <a:spLocks noGrp="1"/>
          </p:cNvSpPr>
          <p:nvPr>
            <p:ph type="sldNum" sz="quarter" idx="13"/>
          </p:nvPr>
        </p:nvSpPr>
        <p:spPr/>
        <p:txBody>
          <a:bodyPr/>
          <a:lstStyle>
            <a:lvl1pPr>
              <a:defRPr/>
            </a:lvl1pPr>
          </a:lstStyle>
          <a:p>
            <a:pPr>
              <a:defRPr/>
            </a:pPr>
            <a:fld id="{C18FBE64-079D-4B8D-BB0E-0E045A502A02}" type="slidenum">
              <a:rPr lang="en-US">
                <a:solidFill>
                  <a:srgbClr val="333333"/>
                </a:solidFill>
              </a:rPr>
              <a:pPr>
                <a:defRPr/>
              </a:pPr>
              <a:t>‹#›</a:t>
            </a:fld>
            <a:endParaRPr lang="en-US" dirty="0">
              <a:solidFill>
                <a:srgbClr val="333333"/>
              </a:solidFill>
            </a:endParaRPr>
          </a:p>
        </p:txBody>
      </p:sp>
      <p:sp>
        <p:nvSpPr>
          <p:cNvPr id="7" name="Footer Placeholder 7"/>
          <p:cNvSpPr>
            <a:spLocks noGrp="1"/>
          </p:cNvSpPr>
          <p:nvPr>
            <p:ph type="ftr" sz="quarter" idx="14"/>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174960491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le, Text and Tabl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5"/>
            <a:ext cx="11279717" cy="1529824"/>
          </a:xfrm>
        </p:spPr>
        <p:txBody>
          <a:bodyPr/>
          <a:lstStyle>
            <a:lvl1pPr marL="0" indent="0">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able Placeholder 9"/>
          <p:cNvSpPr>
            <a:spLocks noGrp="1"/>
          </p:cNvSpPr>
          <p:nvPr>
            <p:ph type="tbl" sz="quarter" idx="12"/>
          </p:nvPr>
        </p:nvSpPr>
        <p:spPr>
          <a:xfrm>
            <a:off x="457200" y="3475039"/>
            <a:ext cx="11279717" cy="2466975"/>
          </a:xfrm>
          <a:noFill/>
        </p:spPr>
        <p:txBody>
          <a:bodyPr rtlCol="0">
            <a:normAutofit/>
          </a:bodyPr>
          <a:lstStyle>
            <a:lvl1pPr>
              <a:defRPr>
                <a:solidFill>
                  <a:schemeClr val="bg1"/>
                </a:solidFill>
              </a:defRPr>
            </a:lvl1pPr>
          </a:lstStyle>
          <a:p>
            <a:pPr lvl="0"/>
            <a:r>
              <a:rPr lang="en-US" noProof="0" dirty="0"/>
              <a:t>Click icon to add table</a:t>
            </a:r>
          </a:p>
        </p:txBody>
      </p:sp>
      <p:sp>
        <p:nvSpPr>
          <p:cNvPr id="7" name="Slide Number Placeholder 6"/>
          <p:cNvSpPr>
            <a:spLocks noGrp="1"/>
          </p:cNvSpPr>
          <p:nvPr>
            <p:ph type="sldNum" sz="quarter" idx="13"/>
          </p:nvPr>
        </p:nvSpPr>
        <p:spPr/>
        <p:txBody>
          <a:bodyPr/>
          <a:lstStyle>
            <a:lvl1pPr>
              <a:defRPr/>
            </a:lvl1pPr>
          </a:lstStyle>
          <a:p>
            <a:pPr>
              <a:defRPr/>
            </a:pPr>
            <a:fld id="{BA01F2A1-C64F-48EA-9488-871FC309F270}"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20574316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Text, 2-column stacked text">
    <p:spTree>
      <p:nvGrpSpPr>
        <p:cNvPr id="1" name=""/>
        <p:cNvGrpSpPr/>
        <p:nvPr/>
      </p:nvGrpSpPr>
      <p:grpSpPr>
        <a:xfrm>
          <a:off x="0" y="0"/>
          <a:ext cx="0" cy="0"/>
          <a:chOff x="0" y="0"/>
          <a:chExt cx="0" cy="0"/>
        </a:xfrm>
      </p:grpSpPr>
      <p:pic>
        <p:nvPicPr>
          <p:cNvPr id="6"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5"/>
            <a:ext cx="11279717" cy="1529824"/>
          </a:xfrm>
        </p:spPr>
        <p:txBody>
          <a:bodyPr/>
          <a:lstStyle>
            <a:lvl1pPr marL="0" indent="0">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2"/>
          </p:nvPr>
        </p:nvSpPr>
        <p:spPr>
          <a:xfrm>
            <a:off x="457200" y="3475039"/>
            <a:ext cx="5579533" cy="2466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13"/>
          </p:nvPr>
        </p:nvSpPr>
        <p:spPr>
          <a:xfrm>
            <a:off x="6159501" y="3475039"/>
            <a:ext cx="5577417" cy="2466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6"/>
          <p:cNvSpPr>
            <a:spLocks noGrp="1"/>
          </p:cNvSpPr>
          <p:nvPr>
            <p:ph type="sldNum" sz="quarter" idx="14"/>
          </p:nvPr>
        </p:nvSpPr>
        <p:spPr/>
        <p:txBody>
          <a:bodyPr/>
          <a:lstStyle>
            <a:lvl1pPr>
              <a:defRPr/>
            </a:lvl1pPr>
          </a:lstStyle>
          <a:p>
            <a:pPr>
              <a:defRPr/>
            </a:pPr>
            <a:fld id="{816A705C-30B6-42DA-96AA-935738ABCD8A}" type="slidenum">
              <a:rPr lang="en-US">
                <a:solidFill>
                  <a:srgbClr val="333333"/>
                </a:solidFill>
              </a:rPr>
              <a:pPr>
                <a:defRPr/>
              </a:pPr>
              <a:t>‹#›</a:t>
            </a:fld>
            <a:endParaRPr lang="en-US" dirty="0">
              <a:solidFill>
                <a:srgbClr val="333333"/>
              </a:solidFill>
            </a:endParaRPr>
          </a:p>
        </p:txBody>
      </p:sp>
      <p:sp>
        <p:nvSpPr>
          <p:cNvPr id="9" name="Footer Placeholder 7"/>
          <p:cNvSpPr>
            <a:spLocks noGrp="1"/>
          </p:cNvSpPr>
          <p:nvPr>
            <p:ph type="ftr" sz="quarter" idx="15"/>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275192940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Text, 4-column stacked text">
    <p:spTree>
      <p:nvGrpSpPr>
        <p:cNvPr id="1" name=""/>
        <p:cNvGrpSpPr/>
        <p:nvPr/>
      </p:nvGrpSpPr>
      <p:grpSpPr>
        <a:xfrm>
          <a:off x="0" y="0"/>
          <a:ext cx="0" cy="0"/>
          <a:chOff x="0" y="0"/>
          <a:chExt cx="0" cy="0"/>
        </a:xfrm>
      </p:grpSpPr>
      <p:pic>
        <p:nvPicPr>
          <p:cNvPr id="8" name="Picture 2" descr="\\psf\Host\Volumes\johbee\Documents\01_Freelance_Design\Perspective_Branding\HIGHMARK INSURANCE\exports\Slide1_TopLeft30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0"/>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 descr="\\psf\Host\Volumes\johbee\Documents\01_Freelance_Design\Perspective_Branding\HIGHMARK INSURANCE\exports\Slide1_BotRight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929285"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5"/>
            <a:ext cx="11279717" cy="1529824"/>
          </a:xfrm>
        </p:spPr>
        <p:txBody>
          <a:bodyPr/>
          <a:lstStyle>
            <a:lvl1pPr marL="0" indent="0">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2"/>
          </p:nvPr>
        </p:nvSpPr>
        <p:spPr>
          <a:xfrm>
            <a:off x="457200" y="3475039"/>
            <a:ext cx="2728384" cy="2466975"/>
          </a:xfrm>
        </p:spPr>
        <p:txBody>
          <a:bodyPr>
            <a:normAutofit/>
          </a:bodyPr>
          <a:lstStyle>
            <a:lvl1pPr>
              <a:defRPr sz="1400"/>
            </a:lvl1pPr>
            <a:lvl2pPr>
              <a:defRPr sz="1400"/>
            </a:lvl2pPr>
            <a:lvl3pPr>
              <a:defRPr sz="1200"/>
            </a:lvl3pPr>
            <a:lvl4pPr>
              <a:defRPr sz="12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3"/>
          </p:nvPr>
        </p:nvSpPr>
        <p:spPr>
          <a:xfrm>
            <a:off x="6152446" y="3475039"/>
            <a:ext cx="2732617" cy="2466975"/>
          </a:xfrm>
        </p:spPr>
        <p:txBody>
          <a:bodyPr>
            <a:normAutofit/>
          </a:bodyPr>
          <a:lstStyle>
            <a:lvl1pPr>
              <a:defRPr sz="1400"/>
            </a:lvl1pPr>
            <a:lvl2pPr>
              <a:defRPr sz="1400"/>
            </a:lvl2pPr>
            <a:lvl3pPr>
              <a:defRPr sz="1200"/>
            </a:lvl3pPr>
            <a:lvl4pPr>
              <a:defRPr sz="12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4"/>
          </p:nvPr>
        </p:nvSpPr>
        <p:spPr>
          <a:xfrm>
            <a:off x="3304823" y="3475039"/>
            <a:ext cx="2728384" cy="2466975"/>
          </a:xfrm>
        </p:spPr>
        <p:txBody>
          <a:bodyPr>
            <a:normAutofit/>
          </a:bodyPr>
          <a:lstStyle>
            <a:lvl1pPr>
              <a:defRPr sz="1400"/>
            </a:lvl1pPr>
            <a:lvl2pPr>
              <a:defRPr sz="1400"/>
            </a:lvl2pPr>
            <a:lvl3pPr>
              <a:defRPr sz="1200"/>
            </a:lvl3pPr>
            <a:lvl4pPr>
              <a:defRPr sz="12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2"/>
          <p:cNvSpPr>
            <a:spLocks noGrp="1"/>
          </p:cNvSpPr>
          <p:nvPr>
            <p:ph sz="quarter" idx="15"/>
          </p:nvPr>
        </p:nvSpPr>
        <p:spPr>
          <a:xfrm>
            <a:off x="9004301" y="3475039"/>
            <a:ext cx="2732617" cy="2466975"/>
          </a:xfrm>
        </p:spPr>
        <p:txBody>
          <a:bodyPr>
            <a:normAutofit/>
          </a:bodyPr>
          <a:lstStyle>
            <a:lvl1pPr>
              <a:defRPr sz="1400"/>
            </a:lvl1pPr>
            <a:lvl2pPr>
              <a:defRPr sz="1400"/>
            </a:lvl2pPr>
            <a:lvl3pPr>
              <a:defRPr sz="1200"/>
            </a:lvl3pPr>
            <a:lvl4pPr>
              <a:defRPr sz="12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Slide Number Placeholder 6"/>
          <p:cNvSpPr>
            <a:spLocks noGrp="1"/>
          </p:cNvSpPr>
          <p:nvPr>
            <p:ph type="sldNum" sz="quarter" idx="16"/>
          </p:nvPr>
        </p:nvSpPr>
        <p:spPr/>
        <p:txBody>
          <a:bodyPr/>
          <a:lstStyle>
            <a:lvl1pPr>
              <a:defRPr/>
            </a:lvl1pPr>
          </a:lstStyle>
          <a:p>
            <a:pPr>
              <a:defRPr/>
            </a:pPr>
            <a:fld id="{D688D3AD-D92F-4BAD-AD1A-5AC9BC0640C3}" type="slidenum">
              <a:rPr lang="en-US">
                <a:solidFill>
                  <a:srgbClr val="333333"/>
                </a:solidFill>
              </a:rPr>
              <a:pPr>
                <a:defRPr/>
              </a:pPr>
              <a:t>‹#›</a:t>
            </a:fld>
            <a:endParaRPr lang="en-US" dirty="0">
              <a:solidFill>
                <a:srgbClr val="333333"/>
              </a:solidFill>
            </a:endParaRPr>
          </a:p>
        </p:txBody>
      </p:sp>
      <p:sp>
        <p:nvSpPr>
          <p:cNvPr id="15" name="Footer Placeholder 7"/>
          <p:cNvSpPr>
            <a:spLocks noGrp="1"/>
          </p:cNvSpPr>
          <p:nvPr>
            <p:ph type="ftr" sz="quarter" idx="17"/>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Tree>
    <p:extLst>
      <p:ext uri="{BB962C8B-B14F-4D97-AF65-F5344CB8AC3E}">
        <p14:creationId xmlns:p14="http://schemas.microsoft.com/office/powerpoint/2010/main" val="198340569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and Logo Matrix">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Picture Placeholder 7"/>
          <p:cNvSpPr>
            <a:spLocks noGrp="1"/>
          </p:cNvSpPr>
          <p:nvPr>
            <p:ph type="pic" sz="quarter" idx="12"/>
          </p:nvPr>
        </p:nvSpPr>
        <p:spPr>
          <a:xfrm>
            <a:off x="457200" y="1912939"/>
            <a:ext cx="2728384" cy="786371"/>
          </a:xfrm>
          <a:prstGeom prst="roundRect">
            <a:avLst/>
          </a:prstGeom>
          <a:ln w="9525">
            <a:solidFill>
              <a:schemeClr val="accent3"/>
            </a:solidFill>
          </a:ln>
        </p:spPr>
        <p:txBody>
          <a:bodyPr rtlCol="0">
            <a:normAutofit/>
          </a:bodyPr>
          <a:lstStyle/>
          <a:p>
            <a:pPr lvl="0"/>
            <a:r>
              <a:rPr lang="en-US" noProof="0" dirty="0"/>
              <a:t>Click icon to add picture</a:t>
            </a:r>
          </a:p>
        </p:txBody>
      </p:sp>
      <p:sp>
        <p:nvSpPr>
          <p:cNvPr id="9" name="Picture Placeholder 7"/>
          <p:cNvSpPr>
            <a:spLocks noGrp="1"/>
          </p:cNvSpPr>
          <p:nvPr>
            <p:ph type="pic" sz="quarter" idx="13"/>
          </p:nvPr>
        </p:nvSpPr>
        <p:spPr>
          <a:xfrm>
            <a:off x="3311220" y="1912939"/>
            <a:ext cx="2728384" cy="786371"/>
          </a:xfrm>
          <a:prstGeom prst="roundRect">
            <a:avLst/>
          </a:prstGeom>
          <a:ln w="9525">
            <a:solidFill>
              <a:schemeClr val="accent3"/>
            </a:solidFill>
          </a:ln>
        </p:spPr>
        <p:txBody>
          <a:bodyPr rtlCol="0">
            <a:normAutofit/>
          </a:bodyPr>
          <a:lstStyle/>
          <a:p>
            <a:pPr lvl="0"/>
            <a:r>
              <a:rPr lang="en-US" noProof="0" dirty="0"/>
              <a:t>Click icon to add picture</a:t>
            </a:r>
          </a:p>
        </p:txBody>
      </p:sp>
      <p:sp>
        <p:nvSpPr>
          <p:cNvPr id="10" name="Picture Placeholder 7"/>
          <p:cNvSpPr>
            <a:spLocks noGrp="1"/>
          </p:cNvSpPr>
          <p:nvPr>
            <p:ph type="pic" sz="quarter" idx="14"/>
          </p:nvPr>
        </p:nvSpPr>
        <p:spPr>
          <a:xfrm>
            <a:off x="6165240" y="1912939"/>
            <a:ext cx="2728384" cy="786371"/>
          </a:xfrm>
          <a:prstGeom prst="roundRect">
            <a:avLst/>
          </a:prstGeom>
          <a:ln w="9525">
            <a:solidFill>
              <a:schemeClr val="accent3"/>
            </a:solidFill>
          </a:ln>
        </p:spPr>
        <p:txBody>
          <a:bodyPr rtlCol="0">
            <a:normAutofit/>
          </a:bodyPr>
          <a:lstStyle/>
          <a:p>
            <a:pPr lvl="0"/>
            <a:r>
              <a:rPr lang="en-US" noProof="0" dirty="0"/>
              <a:t>Click icon to add picture</a:t>
            </a:r>
          </a:p>
        </p:txBody>
      </p:sp>
      <p:sp>
        <p:nvSpPr>
          <p:cNvPr id="11" name="Picture Placeholder 7"/>
          <p:cNvSpPr>
            <a:spLocks noGrp="1"/>
          </p:cNvSpPr>
          <p:nvPr>
            <p:ph type="pic" sz="quarter" idx="15"/>
          </p:nvPr>
        </p:nvSpPr>
        <p:spPr>
          <a:xfrm>
            <a:off x="9019261" y="1912939"/>
            <a:ext cx="2728384" cy="786371"/>
          </a:xfrm>
          <a:prstGeom prst="roundRect">
            <a:avLst/>
          </a:prstGeom>
          <a:ln w="9525">
            <a:solidFill>
              <a:schemeClr val="accent3"/>
            </a:solidFill>
          </a:ln>
        </p:spPr>
        <p:txBody>
          <a:bodyPr rtlCol="0">
            <a:normAutofit/>
          </a:bodyPr>
          <a:lstStyle/>
          <a:p>
            <a:pPr lvl="0"/>
            <a:r>
              <a:rPr lang="en-US" noProof="0" dirty="0"/>
              <a:t>Click icon to add picture</a:t>
            </a:r>
          </a:p>
        </p:txBody>
      </p:sp>
      <p:sp>
        <p:nvSpPr>
          <p:cNvPr id="12" name="Picture Placeholder 7"/>
          <p:cNvSpPr>
            <a:spLocks noGrp="1"/>
          </p:cNvSpPr>
          <p:nvPr>
            <p:ph type="pic" sz="quarter" idx="16"/>
          </p:nvPr>
        </p:nvSpPr>
        <p:spPr>
          <a:xfrm>
            <a:off x="457200" y="3475039"/>
            <a:ext cx="2728384" cy="786371"/>
          </a:xfrm>
          <a:prstGeom prst="roundRect">
            <a:avLst/>
          </a:prstGeom>
          <a:ln w="9525">
            <a:solidFill>
              <a:schemeClr val="accent3"/>
            </a:solidFill>
          </a:ln>
        </p:spPr>
        <p:txBody>
          <a:bodyPr rtlCol="0">
            <a:normAutofit/>
          </a:bodyPr>
          <a:lstStyle/>
          <a:p>
            <a:pPr lvl="0"/>
            <a:r>
              <a:rPr lang="en-US" noProof="0" dirty="0"/>
              <a:t>Click icon to add picture</a:t>
            </a:r>
          </a:p>
        </p:txBody>
      </p:sp>
      <p:sp>
        <p:nvSpPr>
          <p:cNvPr id="13" name="Picture Placeholder 7"/>
          <p:cNvSpPr>
            <a:spLocks noGrp="1"/>
          </p:cNvSpPr>
          <p:nvPr>
            <p:ph type="pic" sz="quarter" idx="17"/>
          </p:nvPr>
        </p:nvSpPr>
        <p:spPr>
          <a:xfrm>
            <a:off x="3311220" y="3475039"/>
            <a:ext cx="2728384" cy="786371"/>
          </a:xfrm>
          <a:prstGeom prst="roundRect">
            <a:avLst/>
          </a:prstGeom>
          <a:ln w="9525">
            <a:solidFill>
              <a:schemeClr val="accent3"/>
            </a:solidFill>
          </a:ln>
        </p:spPr>
        <p:txBody>
          <a:bodyPr rtlCol="0">
            <a:normAutofit/>
          </a:bodyPr>
          <a:lstStyle/>
          <a:p>
            <a:pPr lvl="0"/>
            <a:r>
              <a:rPr lang="en-US" noProof="0" dirty="0"/>
              <a:t>Click icon to add picture</a:t>
            </a:r>
          </a:p>
        </p:txBody>
      </p:sp>
      <p:sp>
        <p:nvSpPr>
          <p:cNvPr id="14" name="Picture Placeholder 7"/>
          <p:cNvSpPr>
            <a:spLocks noGrp="1"/>
          </p:cNvSpPr>
          <p:nvPr>
            <p:ph type="pic" sz="quarter" idx="18"/>
          </p:nvPr>
        </p:nvSpPr>
        <p:spPr>
          <a:xfrm>
            <a:off x="6165240" y="3475039"/>
            <a:ext cx="2728384" cy="786371"/>
          </a:xfrm>
          <a:prstGeom prst="roundRect">
            <a:avLst/>
          </a:prstGeom>
          <a:ln w="9525">
            <a:solidFill>
              <a:schemeClr val="accent3"/>
            </a:solidFill>
          </a:ln>
        </p:spPr>
        <p:txBody>
          <a:bodyPr rtlCol="0">
            <a:normAutofit/>
          </a:bodyPr>
          <a:lstStyle/>
          <a:p>
            <a:pPr lvl="0"/>
            <a:r>
              <a:rPr lang="en-US" noProof="0" dirty="0"/>
              <a:t>Click icon to add picture</a:t>
            </a:r>
          </a:p>
        </p:txBody>
      </p:sp>
      <p:sp>
        <p:nvSpPr>
          <p:cNvPr id="15" name="Picture Placeholder 7"/>
          <p:cNvSpPr>
            <a:spLocks noGrp="1"/>
          </p:cNvSpPr>
          <p:nvPr>
            <p:ph type="pic" sz="quarter" idx="19"/>
          </p:nvPr>
        </p:nvSpPr>
        <p:spPr>
          <a:xfrm>
            <a:off x="9019261" y="3475039"/>
            <a:ext cx="2728384" cy="786371"/>
          </a:xfrm>
          <a:prstGeom prst="roundRect">
            <a:avLst/>
          </a:prstGeom>
          <a:ln w="9525">
            <a:solidFill>
              <a:schemeClr val="accent3"/>
            </a:solidFill>
          </a:ln>
        </p:spPr>
        <p:txBody>
          <a:bodyPr rtlCol="0">
            <a:normAutofit/>
          </a:bodyPr>
          <a:lstStyle/>
          <a:p>
            <a:pPr lvl="0"/>
            <a:r>
              <a:rPr lang="en-US" noProof="0" dirty="0"/>
              <a:t>Click icon to add picture</a:t>
            </a:r>
          </a:p>
        </p:txBody>
      </p:sp>
      <p:sp>
        <p:nvSpPr>
          <p:cNvPr id="16" name="Picture Placeholder 7"/>
          <p:cNvSpPr>
            <a:spLocks noGrp="1"/>
          </p:cNvSpPr>
          <p:nvPr>
            <p:ph type="pic" sz="quarter" idx="20"/>
          </p:nvPr>
        </p:nvSpPr>
        <p:spPr>
          <a:xfrm>
            <a:off x="446472" y="5037139"/>
            <a:ext cx="2728384" cy="786371"/>
          </a:xfrm>
          <a:prstGeom prst="roundRect">
            <a:avLst/>
          </a:prstGeom>
          <a:ln w="9525">
            <a:solidFill>
              <a:schemeClr val="accent3"/>
            </a:solidFill>
          </a:ln>
        </p:spPr>
        <p:txBody>
          <a:bodyPr rtlCol="0">
            <a:normAutofit/>
          </a:bodyPr>
          <a:lstStyle/>
          <a:p>
            <a:pPr lvl="0"/>
            <a:r>
              <a:rPr lang="en-US" noProof="0" dirty="0"/>
              <a:t>Click icon to add picture</a:t>
            </a:r>
          </a:p>
        </p:txBody>
      </p:sp>
      <p:sp>
        <p:nvSpPr>
          <p:cNvPr id="17" name="Picture Placeholder 7"/>
          <p:cNvSpPr>
            <a:spLocks noGrp="1"/>
          </p:cNvSpPr>
          <p:nvPr>
            <p:ph type="pic" sz="quarter" idx="21"/>
          </p:nvPr>
        </p:nvSpPr>
        <p:spPr>
          <a:xfrm>
            <a:off x="3300492" y="5037139"/>
            <a:ext cx="2728384" cy="786371"/>
          </a:xfrm>
          <a:prstGeom prst="roundRect">
            <a:avLst/>
          </a:prstGeom>
          <a:ln w="9525">
            <a:solidFill>
              <a:schemeClr val="accent3"/>
            </a:solidFill>
          </a:ln>
        </p:spPr>
        <p:txBody>
          <a:bodyPr rtlCol="0">
            <a:normAutofit/>
          </a:bodyPr>
          <a:lstStyle/>
          <a:p>
            <a:pPr lvl="0"/>
            <a:r>
              <a:rPr lang="en-US" noProof="0" dirty="0"/>
              <a:t>Click icon to add picture</a:t>
            </a:r>
          </a:p>
        </p:txBody>
      </p:sp>
      <p:sp>
        <p:nvSpPr>
          <p:cNvPr id="18" name="Picture Placeholder 7"/>
          <p:cNvSpPr>
            <a:spLocks noGrp="1"/>
          </p:cNvSpPr>
          <p:nvPr>
            <p:ph type="pic" sz="quarter" idx="22"/>
          </p:nvPr>
        </p:nvSpPr>
        <p:spPr>
          <a:xfrm>
            <a:off x="6154512" y="5037139"/>
            <a:ext cx="2728384" cy="786371"/>
          </a:xfrm>
          <a:prstGeom prst="roundRect">
            <a:avLst/>
          </a:prstGeom>
          <a:ln w="9525">
            <a:solidFill>
              <a:schemeClr val="accent3"/>
            </a:solidFill>
          </a:ln>
        </p:spPr>
        <p:txBody>
          <a:bodyPr rtlCol="0">
            <a:normAutofit/>
          </a:bodyPr>
          <a:lstStyle/>
          <a:p>
            <a:pPr lvl="0"/>
            <a:r>
              <a:rPr lang="en-US" noProof="0" dirty="0"/>
              <a:t>Click icon to add picture</a:t>
            </a:r>
          </a:p>
        </p:txBody>
      </p:sp>
      <p:sp>
        <p:nvSpPr>
          <p:cNvPr id="19" name="Picture Placeholder 7"/>
          <p:cNvSpPr>
            <a:spLocks noGrp="1"/>
          </p:cNvSpPr>
          <p:nvPr>
            <p:ph type="pic" sz="quarter" idx="23"/>
          </p:nvPr>
        </p:nvSpPr>
        <p:spPr>
          <a:xfrm>
            <a:off x="9008533" y="5037139"/>
            <a:ext cx="2728384" cy="786371"/>
          </a:xfrm>
          <a:prstGeom prst="roundRect">
            <a:avLst/>
          </a:prstGeom>
          <a:ln w="9525">
            <a:solidFill>
              <a:schemeClr val="accent3"/>
            </a:solidFill>
          </a:ln>
        </p:spPr>
        <p:txBody>
          <a:bodyPr rtlCol="0">
            <a:normAutofit/>
          </a:bodyPr>
          <a:lstStyle/>
          <a:p>
            <a:pPr lvl="0"/>
            <a:r>
              <a:rPr lang="en-US" noProof="0" dirty="0"/>
              <a:t>Click icon to add picture</a:t>
            </a:r>
          </a:p>
        </p:txBody>
      </p:sp>
      <p:sp>
        <p:nvSpPr>
          <p:cNvPr id="20" name="Footer Placeholder 4"/>
          <p:cNvSpPr>
            <a:spLocks noGrp="1"/>
          </p:cNvSpPr>
          <p:nvPr>
            <p:ph type="ftr" sz="quarter" idx="24"/>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
        <p:nvSpPr>
          <p:cNvPr id="21" name="Slide Number Placeholder 5"/>
          <p:cNvSpPr>
            <a:spLocks noGrp="1"/>
          </p:cNvSpPr>
          <p:nvPr>
            <p:ph type="sldNum" sz="quarter" idx="25"/>
          </p:nvPr>
        </p:nvSpPr>
        <p:spPr/>
        <p:txBody>
          <a:bodyPr/>
          <a:lstStyle>
            <a:lvl1pPr>
              <a:defRPr/>
            </a:lvl1pPr>
          </a:lstStyle>
          <a:p>
            <a:pPr>
              <a:defRPr/>
            </a:pPr>
            <a:fld id="{82F0797D-8F05-4464-B004-FFE6A284D89D}" type="slidenum">
              <a:rPr lang="en-US">
                <a:solidFill>
                  <a:srgbClr val="333333"/>
                </a:solidFill>
              </a:rPr>
              <a:pPr>
                <a:defRPr/>
              </a:pPr>
              <a:t>‹#›</a:t>
            </a:fld>
            <a:endParaRPr lang="en-US" dirty="0">
              <a:solidFill>
                <a:srgbClr val="333333"/>
              </a:solidFill>
            </a:endParaRPr>
          </a:p>
        </p:txBody>
      </p:sp>
    </p:spTree>
    <p:extLst>
      <p:ext uri="{BB962C8B-B14F-4D97-AF65-F5344CB8AC3E}">
        <p14:creationId xmlns:p14="http://schemas.microsoft.com/office/powerpoint/2010/main" val="286702364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itle" preserve="1">
  <p:cSld name="Divider1">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2_Mask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5538788"/>
            <a:ext cx="12192000"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57200" y="2535828"/>
            <a:ext cx="11279717" cy="1181096"/>
          </a:xfrm>
        </p:spPr>
        <p:txBody>
          <a:bodyPr/>
          <a:lstStyle>
            <a:lvl1pPr algn="ctr">
              <a:defRPr>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3819480"/>
            <a:ext cx="11279717"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Footer Placeholder 7"/>
          <p:cNvSpPr>
            <a:spLocks noGrp="1"/>
          </p:cNvSpPr>
          <p:nvPr>
            <p:ph type="ftr" sz="quarter" idx="10"/>
          </p:nvPr>
        </p:nvSpPr>
        <p:spPr>
          <a:xfrm>
            <a:off x="9010651" y="6194426"/>
            <a:ext cx="2738967" cy="365125"/>
          </a:xfrm>
        </p:spPr>
        <p:txBody>
          <a:bodyPr/>
          <a:lstStyle>
            <a:lvl1pPr algn="r">
              <a:defRPr sz="1700"/>
            </a:lvl1pPr>
          </a:lstStyle>
          <a:p>
            <a:r>
              <a:rPr lang="en-US" altLang="en-US" dirty="0">
                <a:solidFill>
                  <a:srgbClr val="333333"/>
                </a:solidFill>
              </a:rPr>
              <a:t>HIGHMARK.COM</a:t>
            </a:r>
          </a:p>
        </p:txBody>
      </p:sp>
    </p:spTree>
    <p:extLst>
      <p:ext uri="{BB962C8B-B14F-4D97-AF65-F5344CB8AC3E}">
        <p14:creationId xmlns:p14="http://schemas.microsoft.com/office/powerpoint/2010/main" val="124995118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itle" preserve="1">
  <p:cSld name="Divider2">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2_Mask300.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5538788"/>
            <a:ext cx="12192000"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psf\Host\Volumes\johbee\Documents\01_Freelance_Design\Perspective_Branding\HIGHMARK INSURANCE\exports\Title3_MaskTop300.png"/>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0" y="1"/>
            <a:ext cx="12192000" cy="223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57200" y="3414880"/>
            <a:ext cx="11279717" cy="1056917"/>
          </a:xfrm>
        </p:spPr>
        <p:txBody>
          <a:bodyPr/>
          <a:lstStyle>
            <a:lvl1pPr algn="ctr">
              <a:defRPr>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4538154"/>
            <a:ext cx="11291472" cy="412715"/>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Footer Placeholder 7"/>
          <p:cNvSpPr>
            <a:spLocks noGrp="1"/>
          </p:cNvSpPr>
          <p:nvPr>
            <p:ph type="ftr" sz="quarter" idx="10"/>
          </p:nvPr>
        </p:nvSpPr>
        <p:spPr>
          <a:xfrm>
            <a:off x="9010651" y="6194426"/>
            <a:ext cx="2738967" cy="365125"/>
          </a:xfrm>
        </p:spPr>
        <p:txBody>
          <a:bodyPr/>
          <a:lstStyle>
            <a:lvl1pPr algn="r">
              <a:defRPr sz="1700"/>
            </a:lvl1pPr>
          </a:lstStyle>
          <a:p>
            <a:r>
              <a:rPr lang="en-US" altLang="en-US" dirty="0">
                <a:solidFill>
                  <a:srgbClr val="333333"/>
                </a:solidFill>
              </a:rPr>
              <a:t>HIGHMARK.COM</a:t>
            </a:r>
          </a:p>
        </p:txBody>
      </p:sp>
    </p:spTree>
    <p:extLst>
      <p:ext uri="{BB962C8B-B14F-4D97-AF65-F5344CB8AC3E}">
        <p14:creationId xmlns:p14="http://schemas.microsoft.com/office/powerpoint/2010/main" val="128147105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4"/>
          <p:cNvSpPr>
            <a:spLocks noGrp="1"/>
          </p:cNvSpPr>
          <p:nvPr>
            <p:ph type="ftr" sz="quarter" idx="10"/>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
        <p:nvSpPr>
          <p:cNvPr id="4" name="Slide Number Placeholder 5"/>
          <p:cNvSpPr>
            <a:spLocks noGrp="1"/>
          </p:cNvSpPr>
          <p:nvPr>
            <p:ph type="sldNum" sz="quarter" idx="11"/>
          </p:nvPr>
        </p:nvSpPr>
        <p:spPr/>
        <p:txBody>
          <a:bodyPr/>
          <a:lstStyle>
            <a:lvl1pPr>
              <a:defRPr/>
            </a:lvl1pPr>
          </a:lstStyle>
          <a:p>
            <a:pPr>
              <a:defRPr/>
            </a:pPr>
            <a:fld id="{0C3D267D-A7DE-4BE6-AE82-1E909A4BE68F}" type="slidenum">
              <a:rPr lang="en-US">
                <a:solidFill>
                  <a:srgbClr val="333333"/>
                </a:solidFill>
              </a:rPr>
              <a:pPr>
                <a:defRPr/>
              </a:pPr>
              <a:t>‹#›</a:t>
            </a:fld>
            <a:endParaRPr lang="en-US" dirty="0">
              <a:solidFill>
                <a:srgbClr val="333333"/>
              </a:solidFill>
            </a:endParaRPr>
          </a:p>
        </p:txBody>
      </p:sp>
    </p:spTree>
    <p:extLst>
      <p:ext uri="{BB962C8B-B14F-4D97-AF65-F5344CB8AC3E}">
        <p14:creationId xmlns:p14="http://schemas.microsoft.com/office/powerpoint/2010/main" val="210908450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r>
              <a:rPr lang="en-US" altLang="en-US">
                <a:solidFill>
                  <a:srgbClr val="333333"/>
                </a:solidFill>
              </a:rPr>
              <a:t>HIGHMARK.COM</a:t>
            </a:r>
            <a:endParaRPr lang="en-US" altLang="en-US" dirty="0">
              <a:solidFill>
                <a:srgbClr val="333333"/>
              </a:solidFill>
            </a:endParaRPr>
          </a:p>
        </p:txBody>
      </p:sp>
      <p:sp>
        <p:nvSpPr>
          <p:cNvPr id="3" name="Slide Number Placeholder 5"/>
          <p:cNvSpPr>
            <a:spLocks noGrp="1"/>
          </p:cNvSpPr>
          <p:nvPr>
            <p:ph type="sldNum" sz="quarter" idx="11"/>
          </p:nvPr>
        </p:nvSpPr>
        <p:spPr/>
        <p:txBody>
          <a:bodyPr/>
          <a:lstStyle>
            <a:lvl1pPr>
              <a:defRPr/>
            </a:lvl1pPr>
          </a:lstStyle>
          <a:p>
            <a:pPr>
              <a:defRPr/>
            </a:pPr>
            <a:fld id="{8ECA8994-5F3F-4835-8375-8777229D4EF8}" type="slidenum">
              <a:rPr lang="en-US">
                <a:solidFill>
                  <a:srgbClr val="333333"/>
                </a:solidFill>
              </a:rPr>
              <a:pPr>
                <a:defRPr/>
              </a:pPr>
              <a:t>‹#›</a:t>
            </a:fld>
            <a:endParaRPr lang="en-US" dirty="0">
              <a:solidFill>
                <a:srgbClr val="333333"/>
              </a:solidFill>
            </a:endParaRPr>
          </a:p>
        </p:txBody>
      </p:sp>
    </p:spTree>
    <p:extLst>
      <p:ext uri="{BB962C8B-B14F-4D97-AF65-F5344CB8AC3E}">
        <p14:creationId xmlns:p14="http://schemas.microsoft.com/office/powerpoint/2010/main" val="3614752458"/>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p:cSld name="Title Slide">
    <p:bg bwMode="auto">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2119" y="1590"/>
          <a:ext cx="2116" cy="1587"/>
        </p:xfrm>
        <a:graphic>
          <a:graphicData uri="http://schemas.openxmlformats.org/presentationml/2006/ole">
            <mc:AlternateContent xmlns:mc="http://schemas.openxmlformats.org/markup-compatibility/2006">
              <mc:Choice xmlns:v="urn:schemas-microsoft-com:vml" Requires="v">
                <p:oleObj spid="_x0000_s41078"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2119" y="1590"/>
                        <a:ext cx="2116" cy="1587"/>
                      </a:xfrm>
                      <a:prstGeom prst="rect">
                        <a:avLst/>
                      </a:prstGeom>
                    </p:spPr>
                  </p:pic>
                </p:oleObj>
              </mc:Fallback>
            </mc:AlternateContent>
          </a:graphicData>
        </a:graphic>
      </p:graphicFrame>
      <p:pic>
        <p:nvPicPr>
          <p:cNvPr id="1638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38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90438" y="5682152"/>
            <a:ext cx="2893484" cy="70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 name="McK Title Elements" hidden="1"/>
          <p:cNvGrpSpPr>
            <a:grpSpLocks/>
          </p:cNvGrpSpPr>
          <p:nvPr/>
        </p:nvGrpSpPr>
        <p:grpSpPr bwMode="auto">
          <a:xfrm>
            <a:off x="2717800" y="4885339"/>
            <a:ext cx="6756400" cy="484304"/>
            <a:chOff x="1663" y="3109"/>
            <a:chExt cx="3109" cy="299"/>
          </a:xfrm>
        </p:grpSpPr>
        <p:sp>
          <p:nvSpPr>
            <p:cNvPr id="9" name="McK Document type"/>
            <p:cNvSpPr txBox="1">
              <a:spLocks noChangeArrowheads="1"/>
            </p:cNvSpPr>
            <p:nvPr/>
          </p:nvSpPr>
          <p:spPr bwMode="auto">
            <a:xfrm>
              <a:off x="1663" y="3109"/>
              <a:ext cx="3109" cy="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ctr" eaLnBrk="1" fontAlgn="base" hangingPunct="1">
                <a:spcBef>
                  <a:spcPct val="0"/>
                </a:spcBef>
                <a:spcAft>
                  <a:spcPct val="0"/>
                </a:spcAft>
                <a:defRPr/>
              </a:pPr>
              <a:r>
                <a:rPr lang="en-US" sz="1400" dirty="0">
                  <a:solidFill>
                    <a:srgbClr val="000000"/>
                  </a:solidFill>
                  <a:latin typeface="Arial"/>
                </a:rPr>
                <a:t>Document type</a:t>
              </a:r>
            </a:p>
          </p:txBody>
        </p:sp>
        <p:sp>
          <p:nvSpPr>
            <p:cNvPr id="10" name="McK Date"/>
            <p:cNvSpPr txBox="1">
              <a:spLocks noChangeArrowheads="1"/>
            </p:cNvSpPr>
            <p:nvPr/>
          </p:nvSpPr>
          <p:spPr bwMode="auto">
            <a:xfrm>
              <a:off x="1663" y="3275"/>
              <a:ext cx="3109" cy="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sz="1600">
                  <a:solidFill>
                    <a:schemeClr val="tx1"/>
                  </a:solidFill>
                  <a:latin typeface="Arial" charset="0"/>
                </a:defRPr>
              </a:lvl1pPr>
              <a:lvl2pPr marL="742950" indent="-285750" eaLnBrk="0" hangingPunct="0">
                <a:defRPr sz="1600">
                  <a:solidFill>
                    <a:schemeClr val="tx1"/>
                  </a:solidFill>
                  <a:latin typeface="Arial" charset="0"/>
                </a:defRPr>
              </a:lvl2pPr>
              <a:lvl3pPr marL="1143000" indent="-228600" eaLnBrk="0" hangingPunct="0">
                <a:defRPr sz="1600">
                  <a:solidFill>
                    <a:schemeClr val="tx1"/>
                  </a:solidFill>
                  <a:latin typeface="Arial" charset="0"/>
                </a:defRPr>
              </a:lvl3pPr>
              <a:lvl4pPr marL="1600200" indent="-228600" eaLnBrk="0" hangingPunct="0">
                <a:defRPr sz="1600">
                  <a:solidFill>
                    <a:schemeClr val="tx1"/>
                  </a:solidFill>
                  <a:latin typeface="Arial" charset="0"/>
                </a:defRPr>
              </a:lvl4pPr>
              <a:lvl5pPr marL="2057400" indent="-228600" eaLnBrk="0" hangingPunct="0">
                <a:defRPr sz="1600">
                  <a:solidFill>
                    <a:schemeClr val="tx1"/>
                  </a:solidFill>
                  <a:latin typeface="Arial" charset="0"/>
                </a:defRPr>
              </a:lvl5pPr>
              <a:lvl6pPr marL="2514600" indent="-228600" eaLnBrk="0" fontAlgn="base" hangingPunct="0">
                <a:spcBef>
                  <a:spcPct val="0"/>
                </a:spcBef>
                <a:spcAft>
                  <a:spcPct val="0"/>
                </a:spcAft>
                <a:defRPr sz="1600">
                  <a:solidFill>
                    <a:schemeClr val="tx1"/>
                  </a:solidFill>
                  <a:latin typeface="Arial" charset="0"/>
                </a:defRPr>
              </a:lvl6pPr>
              <a:lvl7pPr marL="2971800" indent="-228600" eaLnBrk="0" fontAlgn="base" hangingPunct="0">
                <a:spcBef>
                  <a:spcPct val="0"/>
                </a:spcBef>
                <a:spcAft>
                  <a:spcPct val="0"/>
                </a:spcAft>
                <a:defRPr sz="1600">
                  <a:solidFill>
                    <a:schemeClr val="tx1"/>
                  </a:solidFill>
                  <a:latin typeface="Arial" charset="0"/>
                </a:defRPr>
              </a:lvl7pPr>
              <a:lvl8pPr marL="3429000" indent="-228600" eaLnBrk="0" fontAlgn="base" hangingPunct="0">
                <a:spcBef>
                  <a:spcPct val="0"/>
                </a:spcBef>
                <a:spcAft>
                  <a:spcPct val="0"/>
                </a:spcAft>
                <a:defRPr sz="1600">
                  <a:solidFill>
                    <a:schemeClr val="tx1"/>
                  </a:solidFill>
                  <a:latin typeface="Arial" charset="0"/>
                </a:defRPr>
              </a:lvl8pPr>
              <a:lvl9pPr marL="3886200" indent="-228600" eaLnBrk="0" fontAlgn="base" hangingPunct="0">
                <a:spcBef>
                  <a:spcPct val="0"/>
                </a:spcBef>
                <a:spcAft>
                  <a:spcPct val="0"/>
                </a:spcAft>
                <a:defRPr sz="1600">
                  <a:solidFill>
                    <a:schemeClr val="tx1"/>
                  </a:solidFill>
                  <a:latin typeface="Arial" charset="0"/>
                </a:defRPr>
              </a:lvl9pPr>
            </a:lstStyle>
            <a:p>
              <a:pPr algn="ctr" eaLnBrk="1" fontAlgn="base" hangingPunct="1">
                <a:spcBef>
                  <a:spcPct val="0"/>
                </a:spcBef>
                <a:spcAft>
                  <a:spcPct val="0"/>
                </a:spcAft>
                <a:defRPr/>
              </a:pPr>
              <a:r>
                <a:rPr lang="en-US" sz="1400" dirty="0">
                  <a:solidFill>
                    <a:srgbClr val="000000"/>
                  </a:solidFill>
                  <a:latin typeface="Arial"/>
                </a:rPr>
                <a:t>Date</a:t>
              </a:r>
            </a:p>
          </p:txBody>
        </p:sp>
      </p:grpSp>
      <p:sp>
        <p:nvSpPr>
          <p:cNvPr id="13314" name="Rectangle 1026"/>
          <p:cNvSpPr>
            <a:spLocks noGrp="1" noChangeArrowheads="1"/>
          </p:cNvSpPr>
          <p:nvPr>
            <p:ph type="ctrTitle"/>
          </p:nvPr>
        </p:nvSpPr>
        <p:spPr bwMode="auto">
          <a:xfrm>
            <a:off x="1257301" y="1867662"/>
            <a:ext cx="9677400" cy="523220"/>
          </a:xfrm>
          <a:prstGeom prst="rect">
            <a:avLst/>
          </a:prstGeom>
        </p:spPr>
        <p:txBody>
          <a:bodyPr wrap="square">
            <a:spAutoFit/>
          </a:bodyPr>
          <a:lstStyle>
            <a:lvl1pPr algn="ctr">
              <a:defRPr sz="3400" b="0" baseline="0">
                <a:solidFill>
                  <a:srgbClr val="253E51"/>
                </a:solidFill>
                <a:latin typeface="+mj-lt"/>
                <a:ea typeface="Arial Unicode MS" pitchFamily="34" charset="-128"/>
                <a:cs typeface="Arial Unicode MS" pitchFamily="34" charset="-128"/>
              </a:defRPr>
            </a:lvl1pPr>
          </a:lstStyle>
          <a:p>
            <a:pPr lvl="0"/>
            <a:r>
              <a:rPr lang="en-US" noProof="0"/>
              <a:t>Click to edit Master title style</a:t>
            </a:r>
            <a:endParaRPr lang="en-US" noProof="0" dirty="0"/>
          </a:p>
        </p:txBody>
      </p:sp>
      <p:sp>
        <p:nvSpPr>
          <p:cNvPr id="13315" name="Rectangle 1027"/>
          <p:cNvSpPr>
            <a:spLocks noGrp="1" noChangeArrowheads="1"/>
          </p:cNvSpPr>
          <p:nvPr>
            <p:ph type="subTitle" idx="1"/>
          </p:nvPr>
        </p:nvSpPr>
        <p:spPr bwMode="auto">
          <a:xfrm>
            <a:off x="1257301" y="3497177"/>
            <a:ext cx="9677400" cy="276999"/>
          </a:xfrm>
        </p:spPr>
        <p:txBody>
          <a:bodyPr wrap="square">
            <a:spAutoFit/>
          </a:bodyPr>
          <a:lstStyle>
            <a:lvl1pPr algn="ctr">
              <a:defRPr sz="1800" baseline="0">
                <a:solidFill>
                  <a:srgbClr val="253E51"/>
                </a:solidFill>
                <a:latin typeface="+mj-lt"/>
                <a:ea typeface="Arial Unicode MS" pitchFamily="34" charset="-128"/>
                <a:cs typeface="Arial Unicode MS" pitchFamily="34" charset="-128"/>
              </a:defRPr>
            </a:lvl1pPr>
          </a:lstStyle>
          <a:p>
            <a:pPr lvl="0"/>
            <a:r>
              <a:rPr lang="en-US" noProof="0"/>
              <a:t>Click to edit Master subtitle style</a:t>
            </a:r>
            <a:endParaRPr lang="en-US" noProof="0" dirty="0"/>
          </a:p>
        </p:txBody>
      </p:sp>
    </p:spTree>
    <p:extLst>
      <p:ext uri="{BB962C8B-B14F-4D97-AF65-F5344CB8AC3E}">
        <p14:creationId xmlns:p14="http://schemas.microsoft.com/office/powerpoint/2010/main" val="1159282278"/>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Title Only">
    <p:bg bwMode="auto">
      <p:bgPr>
        <a:solidFill>
          <a:schemeClr val="bg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857250"/>
          </a:xfrm>
          <a:prstGeom prst="rect">
            <a:avLst/>
          </a:prstGeom>
          <a:solidFill>
            <a:srgbClr val="3F4750"/>
          </a:solidFill>
          <a:ln>
            <a:noFill/>
          </a:ln>
          <a:effectLst/>
        </p:spPr>
        <p:style>
          <a:lnRef idx="1">
            <a:schemeClr val="accent1"/>
          </a:lnRef>
          <a:fillRef idx="3">
            <a:schemeClr val="accent1"/>
          </a:fillRef>
          <a:effectRef idx="2">
            <a:schemeClr val="accent1"/>
          </a:effectRef>
          <a:fontRef idx="minor">
            <a:schemeClr val="lt1"/>
          </a:fontRef>
        </p:style>
        <p:txBody>
          <a:bodyPr lIns="26664" tIns="13332" rIns="26664" bIns="13332" rtlCol="0" anchor="ctr"/>
          <a:lstStyle/>
          <a:p>
            <a:pPr algn="ctr"/>
            <a:endParaRPr lang="en-US" sz="2800" dirty="0">
              <a:solidFill>
                <a:srgbClr val="FFFFFF"/>
              </a:solidFill>
              <a:latin typeface="Arial Black" panose="020B0A04020102020204" pitchFamily="34" charset="0"/>
            </a:endParaRPr>
          </a:p>
        </p:txBody>
      </p:sp>
      <p:sp>
        <p:nvSpPr>
          <p:cNvPr id="5" name="Text Placeholder 10"/>
          <p:cNvSpPr txBox="1">
            <a:spLocks/>
          </p:cNvSpPr>
          <p:nvPr/>
        </p:nvSpPr>
        <p:spPr>
          <a:xfrm>
            <a:off x="766032" y="173987"/>
            <a:ext cx="10659936" cy="509276"/>
          </a:xfrm>
          <a:prstGeom prst="rect">
            <a:avLst/>
          </a:prstGeom>
        </p:spPr>
        <p:txBody>
          <a:bodyPr lIns="26664" tIns="13332" rIns="26664" bIns="13332"/>
          <a:lstStyle>
            <a:lvl1pPr marL="342900" indent="-342900" algn="l" defTabSz="457200" rtl="0" eaLnBrk="1" fontAlgn="base" hangingPunct="1">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defTabSz="457200" rtl="0" eaLnBrk="1" fontAlgn="base" hangingPunct="1">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pitchFamily="34" charset="0"/>
              <a:buNone/>
            </a:pPr>
            <a:endParaRPr lang="en-US" sz="2800" dirty="0">
              <a:solidFill>
                <a:prstClr val="white"/>
              </a:solidFill>
              <a:latin typeface="Arial Black"/>
              <a:cs typeface="Arial Black"/>
            </a:endParaRPr>
          </a:p>
        </p:txBody>
      </p:sp>
      <p:sp>
        <p:nvSpPr>
          <p:cNvPr id="6" name="Title 5"/>
          <p:cNvSpPr>
            <a:spLocks noGrp="1"/>
          </p:cNvSpPr>
          <p:nvPr>
            <p:ph type="title"/>
          </p:nvPr>
        </p:nvSpPr>
        <p:spPr>
          <a:xfrm>
            <a:off x="233261" y="234667"/>
            <a:ext cx="11725484" cy="430887"/>
          </a:xfrm>
        </p:spPr>
        <p:txBody>
          <a:bodyPr/>
          <a:lstStyle>
            <a:lvl1pPr algn="ctr">
              <a:defRPr sz="2800">
                <a:solidFill>
                  <a:schemeClr val="bg1"/>
                </a:solidFill>
                <a:latin typeface="Arial Black" panose="020B0A0402010202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1933002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46118"/>
            <a:ext cx="10972800" cy="736242"/>
          </a:xfrm>
          <a:prstGeom prst="rect">
            <a:avLst/>
          </a:prstGeom>
        </p:spPr>
        <p:txBody>
          <a:bodyPr>
            <a:normAutofit/>
          </a:bodyPr>
          <a:lstStyle>
            <a:lvl1pPr algn="l">
              <a:defRPr sz="2400" b="0">
                <a:solidFill>
                  <a:srgbClr val="253E51"/>
                </a:solidFill>
                <a:latin typeface="Arial Black"/>
                <a:cs typeface="Arial Black"/>
              </a:defRPr>
            </a:lvl1pPr>
          </a:lstStyle>
          <a:p>
            <a:r>
              <a:rPr lang="en-US"/>
              <a:t>Click to edit Master title style</a:t>
            </a:r>
            <a:endParaRPr lang="en-US" dirty="0"/>
          </a:p>
        </p:txBody>
      </p:sp>
      <p:sp>
        <p:nvSpPr>
          <p:cNvPr id="3" name="Content Placeholder 2"/>
          <p:cNvSpPr>
            <a:spLocks noGrp="1"/>
          </p:cNvSpPr>
          <p:nvPr>
            <p:ph idx="1"/>
          </p:nvPr>
        </p:nvSpPr>
        <p:spPr>
          <a:xfrm>
            <a:off x="609600" y="1600203"/>
            <a:ext cx="10972800" cy="553933"/>
          </a:xfrm>
          <a:prstGeom prst="rect">
            <a:avLst/>
          </a:prstGeom>
        </p:spPr>
        <p:txBody>
          <a:bodyPr/>
          <a:lstStyle>
            <a:lvl1pPr marL="0" indent="0">
              <a:buNone/>
              <a:defRPr sz="1300">
                <a:solidFill>
                  <a:srgbClr val="253E51"/>
                </a:solidFill>
                <a:latin typeface="Arial"/>
                <a:cs typeface="Arial"/>
              </a:defRPr>
            </a:lvl1pPr>
            <a:lvl2pPr marL="129765" indent="-129765">
              <a:buFont typeface="Arial"/>
              <a:buChar char="•"/>
              <a:defRPr sz="1200">
                <a:solidFill>
                  <a:srgbClr val="253E51"/>
                </a:solidFill>
                <a:latin typeface="Arial"/>
                <a:cs typeface="Arial"/>
              </a:defRPr>
            </a:lvl2pPr>
            <a:lvl3pPr marL="259529" indent="-129765">
              <a:buFont typeface="Lucida Grande"/>
              <a:buChar char="-"/>
              <a:defRPr sz="1000">
                <a:solidFill>
                  <a:srgbClr val="253E51"/>
                </a:solidFill>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39839606"/>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cNvSpPr txBox="1">
            <a:spLocks/>
          </p:cNvSpPr>
          <p:nvPr/>
        </p:nvSpPr>
        <p:spPr bwMode="auto">
          <a:xfrm>
            <a:off x="11801650" y="6478439"/>
            <a:ext cx="157094" cy="153888"/>
          </a:xfrm>
          <a:prstGeom prst="rect">
            <a:avLst/>
          </a:prstGeom>
        </p:spPr>
        <p:txBody>
          <a:bodyPr vert="horz" wrap="none" lIns="0" tIns="0" rIns="0" bIns="0" rtlCol="0" anchor="b">
            <a:spAutoFit/>
          </a:bodyPr>
          <a:lstStyle>
            <a:defPPr>
              <a:defRPr lang="en-US"/>
            </a:defPPr>
            <a:lvl1pPr>
              <a:defRPr sz="1000" baseline="0">
                <a:latin typeface="+mn-lt"/>
              </a:defRPr>
            </a:lvl1pPr>
          </a:lstStyle>
          <a:p>
            <a:pPr algn="r" fontAlgn="base">
              <a:spcBef>
                <a:spcPct val="0"/>
              </a:spcBef>
              <a:spcAft>
                <a:spcPct val="0"/>
              </a:spcAft>
            </a:pPr>
            <a:fld id="{42C328C1-A84F-4A39-A664-DBA00541A8C6}" type="slidenum">
              <a:rPr lang="en-US" smtClean="0">
                <a:solidFill>
                  <a:srgbClr val="000000"/>
                </a:solidFill>
              </a:rPr>
              <a:pPr algn="r" fontAlgn="base">
                <a:spcBef>
                  <a:spcPct val="0"/>
                </a:spcBef>
                <a:spcAft>
                  <a:spcPct val="0"/>
                </a:spcAft>
              </a:pPr>
              <a:t>‹#›</a:t>
            </a:fld>
            <a:endParaRPr lang="en-US" dirty="0">
              <a:solidFill>
                <a:srgbClr val="000000"/>
              </a:solidFill>
            </a:endParaRPr>
          </a:p>
        </p:txBody>
      </p:sp>
    </p:spTree>
    <p:extLst>
      <p:ext uri="{BB962C8B-B14F-4D97-AF65-F5344CB8AC3E}">
        <p14:creationId xmlns:p14="http://schemas.microsoft.com/office/powerpoint/2010/main" val="1898527757"/>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 preserve="1">
  <p:cSld name="Title1_ImageReady">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1_Mask3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619750"/>
            <a:ext cx="12192000" cy="1238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Highmark_2c.png"/>
          <p:cNvPicPr>
            <a:picLocks noChangeAspect="1"/>
          </p:cNvPicPr>
          <p:nvPr/>
        </p:nvPicPr>
        <p:blipFill>
          <a:blip r:embed="rId4">
            <a:extLst>
              <a:ext uri="{28A0092B-C50C-407E-A947-70E740481C1C}">
                <a14:useLocalDpi xmlns:a14="http://schemas.microsoft.com/office/drawing/2010/main" val="0"/>
              </a:ext>
            </a:extLst>
          </a:blip>
          <a:srcRect l="-23283" t="-2" r="-2" b="-124632"/>
          <a:stretch>
            <a:fillRect/>
          </a:stretch>
        </p:blipFill>
        <p:spPr bwMode="auto">
          <a:xfrm>
            <a:off x="1" y="6248400"/>
            <a:ext cx="2343151"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57200" y="286461"/>
            <a:ext cx="11279717" cy="1181096"/>
          </a:xfrm>
        </p:spPr>
        <p:txBody>
          <a:bodyPr/>
          <a:lstStyle>
            <a:lvl1pPr>
              <a:defRPr>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1570113"/>
            <a:ext cx="8434917"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Footer Placeholder 7"/>
          <p:cNvSpPr>
            <a:spLocks noGrp="1"/>
          </p:cNvSpPr>
          <p:nvPr>
            <p:ph type="ftr" sz="quarter" idx="10"/>
          </p:nvPr>
        </p:nvSpPr>
        <p:spPr>
          <a:xfrm>
            <a:off x="9010671" y="6194429"/>
            <a:ext cx="2738967" cy="365125"/>
          </a:xfrm>
        </p:spPr>
        <p:txBody>
          <a:bodyPr/>
          <a:lstStyle>
            <a:lvl1pPr algn="r">
              <a:defRPr sz="1700"/>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2263865342"/>
      </p:ext>
    </p:extLst>
  </p:cSld>
  <p:clrMapOvr>
    <a:masterClrMapping/>
  </p:clrMapOvr>
  <p:transition spd="slow"/>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 preserve="1">
  <p:cSld name="Title1_NoImage">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2_Mask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5538791"/>
            <a:ext cx="12192000"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Highmark_2c.png"/>
          <p:cNvPicPr>
            <a:picLocks noChangeAspect="1"/>
          </p:cNvPicPr>
          <p:nvPr/>
        </p:nvPicPr>
        <p:blipFill>
          <a:blip r:embed="rId4">
            <a:extLst>
              <a:ext uri="{28A0092B-C50C-407E-A947-70E740481C1C}">
                <a14:useLocalDpi xmlns:a14="http://schemas.microsoft.com/office/drawing/2010/main" val="0"/>
              </a:ext>
            </a:extLst>
          </a:blip>
          <a:srcRect l="-23283" t="-2" r="-2" b="-124632"/>
          <a:stretch>
            <a:fillRect/>
          </a:stretch>
        </p:blipFill>
        <p:spPr bwMode="auto">
          <a:xfrm>
            <a:off x="1" y="6248400"/>
            <a:ext cx="2343151"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57200" y="286461"/>
            <a:ext cx="11279717" cy="1181096"/>
          </a:xfrm>
        </p:spPr>
        <p:txBody>
          <a:bodyPr/>
          <a:lstStyle>
            <a:lvl1pPr>
              <a:defRPr>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1570113"/>
            <a:ext cx="8434917"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Footer Placeholder 7"/>
          <p:cNvSpPr>
            <a:spLocks noGrp="1"/>
          </p:cNvSpPr>
          <p:nvPr>
            <p:ph type="ftr" sz="quarter" idx="10"/>
          </p:nvPr>
        </p:nvSpPr>
        <p:spPr>
          <a:xfrm>
            <a:off x="9010671" y="6194429"/>
            <a:ext cx="2738967" cy="365125"/>
          </a:xfrm>
        </p:spPr>
        <p:txBody>
          <a:bodyPr/>
          <a:lstStyle>
            <a:lvl1pPr algn="r">
              <a:defRPr sz="1700"/>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678282444"/>
      </p:ext>
    </p:extLst>
  </p:cSld>
  <p:clrMapOvr>
    <a:masterClrMapping/>
  </p:clrMapOvr>
  <p:transition spd="slow"/>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 preserve="1">
  <p:cSld name="Title2_ImageReady">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1_Mask3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619750"/>
            <a:ext cx="12192000" cy="1238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psf\Host\Volumes\johbee\Documents\01_Freelance_Design\Perspective_Branding\HIGHMARK INSURANCE\exports\Title3_MaskTop30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
            <a:ext cx="12192000" cy="223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9" descr="Highmark_2c.png"/>
          <p:cNvPicPr>
            <a:picLocks noChangeAspect="1"/>
          </p:cNvPicPr>
          <p:nvPr/>
        </p:nvPicPr>
        <p:blipFill>
          <a:blip r:embed="rId5">
            <a:extLst>
              <a:ext uri="{28A0092B-C50C-407E-A947-70E740481C1C}">
                <a14:useLocalDpi xmlns:a14="http://schemas.microsoft.com/office/drawing/2010/main" val="0"/>
              </a:ext>
            </a:extLst>
          </a:blip>
          <a:srcRect l="-23283" t="-2" r="-2" b="-124632"/>
          <a:stretch>
            <a:fillRect/>
          </a:stretch>
        </p:blipFill>
        <p:spPr bwMode="auto">
          <a:xfrm>
            <a:off x="1" y="6248400"/>
            <a:ext cx="2343151"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57200" y="286462"/>
            <a:ext cx="11279717" cy="1056917"/>
          </a:xfrm>
        </p:spPr>
        <p:txBody>
          <a:bodyPr/>
          <a:lstStyle>
            <a:lvl1pPr>
              <a:defRPr>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1409738"/>
            <a:ext cx="8434917" cy="412715"/>
          </a:xfrm>
        </p:spPr>
        <p:txBody>
          <a:bodyPr/>
          <a:lstStyle>
            <a:lvl1pPr marL="0" indent="0" algn="l">
              <a:buNone/>
              <a:defRPr>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Footer Placeholder 7"/>
          <p:cNvSpPr>
            <a:spLocks noGrp="1"/>
          </p:cNvSpPr>
          <p:nvPr>
            <p:ph type="ftr" sz="quarter" idx="10"/>
          </p:nvPr>
        </p:nvSpPr>
        <p:spPr>
          <a:xfrm>
            <a:off x="9010671" y="6194429"/>
            <a:ext cx="2738967" cy="365125"/>
          </a:xfrm>
        </p:spPr>
        <p:txBody>
          <a:bodyPr/>
          <a:lstStyle>
            <a:lvl1pPr algn="r">
              <a:defRPr sz="1700"/>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2136521377"/>
      </p:ext>
    </p:extLst>
  </p:cSld>
  <p:clrMapOvr>
    <a:masterClrMapping/>
  </p:clrMapOvr>
  <p:transition spd="slow"/>
</p:sldLayout>
</file>

<file path=ppt/slideLayouts/slideLayout120.xml><?xml version="1.0" encoding="utf-8"?>
<p:sldLayout xmlns:a="http://schemas.openxmlformats.org/drawingml/2006/main" xmlns:r="http://schemas.openxmlformats.org/officeDocument/2006/relationships" xmlns:p="http://schemas.openxmlformats.org/presentationml/2006/main" type="title" preserve="1">
  <p:cSld name="Title2_NoImage">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2_Mask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5538791"/>
            <a:ext cx="12192000"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psf\Host\Volumes\johbee\Documents\01_Freelance_Design\Perspective_Branding\HIGHMARK INSURANCE\exports\Title3_MaskTop30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
            <a:ext cx="12192000" cy="223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9" descr="Highmark_2c.png"/>
          <p:cNvPicPr>
            <a:picLocks noChangeAspect="1"/>
          </p:cNvPicPr>
          <p:nvPr/>
        </p:nvPicPr>
        <p:blipFill>
          <a:blip r:embed="rId5">
            <a:extLst>
              <a:ext uri="{28A0092B-C50C-407E-A947-70E740481C1C}">
                <a14:useLocalDpi xmlns:a14="http://schemas.microsoft.com/office/drawing/2010/main" val="0"/>
              </a:ext>
            </a:extLst>
          </a:blip>
          <a:srcRect l="-23283" t="-2" r="-2" b="-124632"/>
          <a:stretch>
            <a:fillRect/>
          </a:stretch>
        </p:blipFill>
        <p:spPr bwMode="auto">
          <a:xfrm>
            <a:off x="1" y="6248400"/>
            <a:ext cx="2343151"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57200" y="286462"/>
            <a:ext cx="11279717" cy="1056917"/>
          </a:xfrm>
        </p:spPr>
        <p:txBody>
          <a:bodyPr/>
          <a:lstStyle>
            <a:lvl1pPr>
              <a:defRPr>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1409738"/>
            <a:ext cx="8434917" cy="412715"/>
          </a:xfrm>
        </p:spPr>
        <p:txBody>
          <a:bodyPr/>
          <a:lstStyle>
            <a:lvl1pPr marL="0" indent="0" algn="l">
              <a:buNone/>
              <a:defRPr>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Footer Placeholder 7"/>
          <p:cNvSpPr>
            <a:spLocks noGrp="1"/>
          </p:cNvSpPr>
          <p:nvPr>
            <p:ph type="ftr" sz="quarter" idx="10"/>
          </p:nvPr>
        </p:nvSpPr>
        <p:spPr>
          <a:xfrm>
            <a:off x="9010671" y="6194429"/>
            <a:ext cx="2738967" cy="365125"/>
          </a:xfrm>
        </p:spPr>
        <p:txBody>
          <a:bodyPr/>
          <a:lstStyle>
            <a:lvl1pPr algn="r">
              <a:defRPr sz="1700"/>
            </a:lvl1pPr>
          </a:lstStyle>
          <a:p>
            <a:pPr>
              <a:defRPr/>
            </a:pPr>
            <a:r>
              <a:rPr lang="en-US" dirty="0">
                <a:solidFill>
                  <a:srgbClr val="333333"/>
                </a:solidFill>
              </a:rPr>
              <a:t>Confidential and Proprietary</a:t>
            </a:r>
          </a:p>
        </p:txBody>
      </p:sp>
      <p:sp>
        <p:nvSpPr>
          <p:cNvPr id="8" name="Slide Number Placeholder 7"/>
          <p:cNvSpPr>
            <a:spLocks noGrp="1"/>
          </p:cNvSpPr>
          <p:nvPr>
            <p:ph type="sldNum" sz="quarter" idx="11"/>
          </p:nvPr>
        </p:nvSpPr>
        <p:spPr/>
        <p:txBody>
          <a:bodyPr/>
          <a:lstStyle>
            <a:lvl1pPr>
              <a:defRPr/>
            </a:lvl1pPr>
          </a:lstStyle>
          <a:p>
            <a:pPr>
              <a:defRPr/>
            </a:pPr>
            <a:fld id="{F616E70E-EBA0-4D01-BF19-33FC8E915902}" type="slidenum">
              <a:rPr lang="en-US">
                <a:solidFill>
                  <a:srgbClr val="333333"/>
                </a:solidFill>
              </a:rPr>
              <a:pPr>
                <a:defRPr/>
              </a:pPr>
              <a:t>‹#›</a:t>
            </a:fld>
            <a:endParaRPr lang="en-US" dirty="0">
              <a:solidFill>
                <a:srgbClr val="333333"/>
              </a:solidFill>
            </a:endParaRPr>
          </a:p>
        </p:txBody>
      </p:sp>
    </p:spTree>
    <p:extLst>
      <p:ext uri="{BB962C8B-B14F-4D97-AF65-F5344CB8AC3E}">
        <p14:creationId xmlns:p14="http://schemas.microsoft.com/office/powerpoint/2010/main" val="371017863"/>
      </p:ext>
    </p:extLst>
  </p:cSld>
  <p:clrMapOvr>
    <a:masterClrMapping/>
  </p:clrMapOvr>
  <p:transition spd="slow"/>
</p:sldLayout>
</file>

<file path=ppt/slideLayouts/slideLayout1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6"/>
          <p:cNvSpPr>
            <a:spLocks noGrp="1"/>
          </p:cNvSpPr>
          <p:nvPr>
            <p:ph type="sldNum" sz="quarter" idx="10"/>
          </p:nvPr>
        </p:nvSpPr>
        <p:spPr/>
        <p:txBody>
          <a:bodyPr/>
          <a:lstStyle>
            <a:lvl1pPr>
              <a:defRPr/>
            </a:lvl1pPr>
          </a:lstStyle>
          <a:p>
            <a:pPr>
              <a:defRPr/>
            </a:pPr>
            <a:fld id="{79130803-3226-4442-87D3-0AA0D96E7DA5}" type="slidenum">
              <a:rPr lang="en-US">
                <a:solidFill>
                  <a:srgbClr val="333333"/>
                </a:solidFill>
              </a:rPr>
              <a:pPr>
                <a:defRPr/>
              </a:pPr>
              <a:t>‹#›</a:t>
            </a:fld>
            <a:endParaRPr lang="en-US" dirty="0">
              <a:solidFill>
                <a:srgbClr val="333333"/>
              </a:solidFill>
            </a:endParaRPr>
          </a:p>
        </p:txBody>
      </p:sp>
      <p:sp>
        <p:nvSpPr>
          <p:cNvPr id="7" name="Footer Placeholder 7"/>
          <p:cNvSpPr>
            <a:spLocks noGrp="1"/>
          </p:cNvSpPr>
          <p:nvPr>
            <p:ph type="ftr" sz="quarter" idx="11"/>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48242605"/>
      </p:ext>
    </p:extLst>
  </p:cSld>
  <p:clrMapOvr>
    <a:masterClrMapping/>
  </p:clrMapOvr>
  <p:transition spd="slow"/>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Title, Content and 1-column Right Imag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20"/>
            <a:ext cx="8434917"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p:cNvSpPr>
            <a:spLocks noGrp="1"/>
          </p:cNvSpPr>
          <p:nvPr>
            <p:ph type="pic" sz="quarter" idx="12"/>
          </p:nvPr>
        </p:nvSpPr>
        <p:spPr>
          <a:xfrm>
            <a:off x="9010651" y="1912941"/>
            <a:ext cx="2726267"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7" name="Slide Number Placeholder 6"/>
          <p:cNvSpPr>
            <a:spLocks noGrp="1"/>
          </p:cNvSpPr>
          <p:nvPr>
            <p:ph type="sldNum" sz="quarter" idx="13"/>
          </p:nvPr>
        </p:nvSpPr>
        <p:spPr/>
        <p:txBody>
          <a:bodyPr/>
          <a:lstStyle>
            <a:lvl1pPr>
              <a:defRPr/>
            </a:lvl1pPr>
          </a:lstStyle>
          <a:p>
            <a:pPr>
              <a:defRPr/>
            </a:pPr>
            <a:fld id="{01DFA9A6-429A-468C-9DE2-DCC6EFA54EAF}"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2931266077"/>
      </p:ext>
    </p:extLst>
  </p:cSld>
  <p:clrMapOvr>
    <a:masterClrMapping/>
  </p:clrMapOvr>
  <p:transition spd="slow"/>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Title, Content and 1-column Left Imag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302000" y="1856320"/>
            <a:ext cx="8434917"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p:cNvSpPr>
            <a:spLocks noGrp="1"/>
          </p:cNvSpPr>
          <p:nvPr>
            <p:ph type="pic" sz="quarter" idx="12"/>
          </p:nvPr>
        </p:nvSpPr>
        <p:spPr>
          <a:xfrm>
            <a:off x="457200" y="1912941"/>
            <a:ext cx="2726267"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7" name="Slide Number Placeholder 6"/>
          <p:cNvSpPr>
            <a:spLocks noGrp="1"/>
          </p:cNvSpPr>
          <p:nvPr>
            <p:ph type="sldNum" sz="quarter" idx="13"/>
          </p:nvPr>
        </p:nvSpPr>
        <p:spPr/>
        <p:txBody>
          <a:bodyPr/>
          <a:lstStyle>
            <a:lvl1pPr>
              <a:defRPr/>
            </a:lvl1pPr>
          </a:lstStyle>
          <a:p>
            <a:pPr>
              <a:defRPr/>
            </a:pPr>
            <a:fld id="{531F961E-470C-4A42-9271-A5865C40C4C3}"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1767121022"/>
      </p:ext>
    </p:extLst>
  </p:cSld>
  <p:clrMapOvr>
    <a:masterClrMapping/>
  </p:clrMapOvr>
  <p:transition spd="slow"/>
</p:sldLayout>
</file>

<file path=ppt/slideLayouts/slideLayout124.xml><?xml version="1.0" encoding="utf-8"?>
<p:sldLayout xmlns:a="http://schemas.openxmlformats.org/drawingml/2006/main" xmlns:r="http://schemas.openxmlformats.org/officeDocument/2006/relationships" xmlns:p="http://schemas.openxmlformats.org/presentationml/2006/main" type="obj" preserve="1">
  <p:cSld name="Title and Uneven 2-column Layout">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20"/>
            <a:ext cx="2728384"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2"/>
          </p:nvPr>
        </p:nvSpPr>
        <p:spPr>
          <a:xfrm>
            <a:off x="3306234" y="1856320"/>
            <a:ext cx="8430684"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3"/>
          </p:nvPr>
        </p:nvSpPr>
        <p:spPr/>
        <p:txBody>
          <a:bodyPr/>
          <a:lstStyle>
            <a:lvl1pPr>
              <a:defRPr/>
            </a:lvl1pPr>
          </a:lstStyle>
          <a:p>
            <a:pPr>
              <a:defRPr/>
            </a:pPr>
            <a:fld id="{606A69FD-9C5A-406E-B825-846595D417C5}"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63222789"/>
      </p:ext>
    </p:extLst>
  </p:cSld>
  <p:clrMapOvr>
    <a:masterClrMapping/>
  </p:clrMapOvr>
  <p:transition spd="slow"/>
</p:sldLayout>
</file>

<file path=ppt/slideLayouts/slideLayout125.xml><?xml version="1.0" encoding="utf-8"?>
<p:sldLayout xmlns:a="http://schemas.openxmlformats.org/drawingml/2006/main" xmlns:r="http://schemas.openxmlformats.org/officeDocument/2006/relationships" xmlns:p="http://schemas.openxmlformats.org/presentationml/2006/main" type="obj" preserve="1">
  <p:cSld name="Title and 2-column text">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20"/>
            <a:ext cx="5579533"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2"/>
          </p:nvPr>
        </p:nvSpPr>
        <p:spPr>
          <a:xfrm>
            <a:off x="6157384" y="1856320"/>
            <a:ext cx="5579533"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3"/>
          </p:nvPr>
        </p:nvSpPr>
        <p:spPr/>
        <p:txBody>
          <a:bodyPr/>
          <a:lstStyle>
            <a:lvl1pPr>
              <a:defRPr/>
            </a:lvl1pPr>
          </a:lstStyle>
          <a:p>
            <a:pPr>
              <a:defRPr/>
            </a:pPr>
            <a:fld id="{6AAA3124-E4B7-4F53-A7C0-0EA06DB5FACB}"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3589496084"/>
      </p:ext>
    </p:extLst>
  </p:cSld>
  <p:clrMapOvr>
    <a:masterClrMapping/>
  </p:clrMapOvr>
  <p:transition spd="slow"/>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Title, Text, Right Imag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20"/>
            <a:ext cx="5579533"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p:cNvSpPr>
            <a:spLocks noGrp="1"/>
          </p:cNvSpPr>
          <p:nvPr>
            <p:ph type="pic" sz="quarter" idx="12"/>
          </p:nvPr>
        </p:nvSpPr>
        <p:spPr>
          <a:xfrm>
            <a:off x="6159525" y="1912941"/>
            <a:ext cx="5577417"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7" name="Slide Number Placeholder 6"/>
          <p:cNvSpPr>
            <a:spLocks noGrp="1"/>
          </p:cNvSpPr>
          <p:nvPr>
            <p:ph type="sldNum" sz="quarter" idx="13"/>
          </p:nvPr>
        </p:nvSpPr>
        <p:spPr/>
        <p:txBody>
          <a:bodyPr/>
          <a:lstStyle>
            <a:lvl1pPr>
              <a:defRPr/>
            </a:lvl1pPr>
          </a:lstStyle>
          <a:p>
            <a:pPr>
              <a:defRPr/>
            </a:pPr>
            <a:fld id="{5C063E81-69F6-4B62-83A6-0A71CB35CB71}"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2774784948"/>
      </p:ext>
    </p:extLst>
  </p:cSld>
  <p:clrMapOvr>
    <a:masterClrMapping/>
  </p:clrMapOvr>
  <p:transition spd="slow"/>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1_Title, Text, Left Imag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159500" y="1856320"/>
            <a:ext cx="5579533" cy="4141607"/>
          </a:xfrm>
        </p:spPr>
        <p:txBody>
          <a:bodyPr/>
          <a:lstStyle>
            <a:lvl1pPr marL="0" indent="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p:cNvSpPr>
            <a:spLocks noGrp="1"/>
          </p:cNvSpPr>
          <p:nvPr>
            <p:ph type="pic" sz="quarter" idx="12"/>
          </p:nvPr>
        </p:nvSpPr>
        <p:spPr>
          <a:xfrm>
            <a:off x="457200" y="1912941"/>
            <a:ext cx="5579533"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7" name="Slide Number Placeholder 6"/>
          <p:cNvSpPr>
            <a:spLocks noGrp="1"/>
          </p:cNvSpPr>
          <p:nvPr>
            <p:ph type="sldNum" sz="quarter" idx="13"/>
          </p:nvPr>
        </p:nvSpPr>
        <p:spPr/>
        <p:txBody>
          <a:bodyPr/>
          <a:lstStyle>
            <a:lvl1pPr>
              <a:defRPr/>
            </a:lvl1pPr>
          </a:lstStyle>
          <a:p>
            <a:pPr>
              <a:defRPr/>
            </a:pPr>
            <a:fld id="{8A1418D7-E10B-4B66-80B0-B24A583DC5A7}"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1426518602"/>
      </p:ext>
    </p:extLst>
  </p:cSld>
  <p:clrMapOvr>
    <a:masterClrMapping/>
  </p:clrMapOvr>
  <p:transition spd="slow"/>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Title and 2-column with 1 headlin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2123042"/>
            <a:ext cx="11279717" cy="3874883"/>
          </a:xfrm>
        </p:spPr>
        <p:txBody>
          <a:bodyPr numCol="2" spcCol="91440"/>
          <a:lstStyle>
            <a:lvl1pPr marL="0" indent="0">
              <a:lnSpc>
                <a:spcPct val="120000"/>
              </a:lnSpc>
              <a:spcAft>
                <a:spcPts val="800"/>
              </a:spcAft>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457200" y="1854087"/>
            <a:ext cx="11279717" cy="355600"/>
          </a:xfrm>
        </p:spPr>
        <p:txBody>
          <a:bodyPr/>
          <a:lstStyle/>
          <a:p>
            <a:pPr lvl="0"/>
            <a:r>
              <a:rPr lang="en-US"/>
              <a:t>Click to edit Master text styles</a:t>
            </a:r>
          </a:p>
        </p:txBody>
      </p:sp>
      <p:sp>
        <p:nvSpPr>
          <p:cNvPr id="7" name="Slide Number Placeholder 6"/>
          <p:cNvSpPr>
            <a:spLocks noGrp="1"/>
          </p:cNvSpPr>
          <p:nvPr>
            <p:ph type="sldNum" sz="quarter" idx="13"/>
          </p:nvPr>
        </p:nvSpPr>
        <p:spPr/>
        <p:txBody>
          <a:bodyPr/>
          <a:lstStyle>
            <a:lvl1pPr>
              <a:defRPr/>
            </a:lvl1pPr>
          </a:lstStyle>
          <a:p>
            <a:pPr>
              <a:defRPr/>
            </a:pPr>
            <a:fld id="{5C29FFF6-B1DE-418F-B524-249770F74635}"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1853085241"/>
      </p:ext>
    </p:extLst>
  </p:cSld>
  <p:clrMapOvr>
    <a:masterClrMapping/>
  </p:clrMapOvr>
  <p:transition spd="slow"/>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Title, 2-columns, and Image with 1 headline">
    <p:spTree>
      <p:nvGrpSpPr>
        <p:cNvPr id="1" name=""/>
        <p:cNvGrpSpPr/>
        <p:nvPr/>
      </p:nvGrpSpPr>
      <p:grpSpPr>
        <a:xfrm>
          <a:off x="0" y="0"/>
          <a:ext cx="0" cy="0"/>
          <a:chOff x="0" y="0"/>
          <a:chExt cx="0" cy="0"/>
        </a:xfrm>
      </p:grpSpPr>
      <p:pic>
        <p:nvPicPr>
          <p:cNvPr id="6"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2123042"/>
            <a:ext cx="5579533" cy="3874883"/>
          </a:xfrm>
        </p:spPr>
        <p:txBody>
          <a:bodyPr numCol="2" spcCol="91440"/>
          <a:lstStyle>
            <a:lvl1pPr marL="0" indent="0">
              <a:lnSpc>
                <a:spcPct val="120000"/>
              </a:lnSpc>
              <a:spcAft>
                <a:spcPts val="800"/>
              </a:spcAft>
              <a:defRPr sz="1400" b="0">
                <a:solidFill>
                  <a:schemeClr val="bg1"/>
                </a:solidFill>
              </a:defRPr>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457200" y="1854087"/>
            <a:ext cx="5579533" cy="355600"/>
          </a:xfrm>
        </p:spPr>
        <p:txBody>
          <a:bodyPr/>
          <a:lstStyle>
            <a:lvl1pPr marL="0" indent="0">
              <a:defRPr/>
            </a:lvl1pPr>
          </a:lstStyle>
          <a:p>
            <a:pPr lvl="0"/>
            <a:r>
              <a:rPr lang="en-US"/>
              <a:t>Click to edit Master text styles</a:t>
            </a:r>
          </a:p>
        </p:txBody>
      </p:sp>
      <p:sp>
        <p:nvSpPr>
          <p:cNvPr id="11" name="Picture Placeholder 10"/>
          <p:cNvSpPr>
            <a:spLocks noGrp="1"/>
          </p:cNvSpPr>
          <p:nvPr>
            <p:ph type="pic" sz="quarter" idx="13"/>
          </p:nvPr>
        </p:nvSpPr>
        <p:spPr>
          <a:xfrm>
            <a:off x="6159525" y="1912941"/>
            <a:ext cx="5577417"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8" name="Slide Number Placeholder 6"/>
          <p:cNvSpPr>
            <a:spLocks noGrp="1"/>
          </p:cNvSpPr>
          <p:nvPr>
            <p:ph type="sldNum" sz="quarter" idx="14"/>
          </p:nvPr>
        </p:nvSpPr>
        <p:spPr/>
        <p:txBody>
          <a:bodyPr/>
          <a:lstStyle>
            <a:lvl1pPr>
              <a:defRPr/>
            </a:lvl1pPr>
          </a:lstStyle>
          <a:p>
            <a:pPr>
              <a:defRPr/>
            </a:pPr>
            <a:fld id="{88F8CA56-9BE7-4162-85E2-E4BC6D366670}" type="slidenum">
              <a:rPr lang="en-US">
                <a:solidFill>
                  <a:srgbClr val="333333"/>
                </a:solidFill>
              </a:rPr>
              <a:pPr>
                <a:defRPr/>
              </a:pPr>
              <a:t>‹#›</a:t>
            </a:fld>
            <a:endParaRPr lang="en-US" dirty="0">
              <a:solidFill>
                <a:srgbClr val="333333"/>
              </a:solidFill>
            </a:endParaRPr>
          </a:p>
        </p:txBody>
      </p:sp>
      <p:sp>
        <p:nvSpPr>
          <p:cNvPr id="9" name="Footer Placeholder 7"/>
          <p:cNvSpPr>
            <a:spLocks noGrp="1"/>
          </p:cNvSpPr>
          <p:nvPr>
            <p:ph type="ftr" sz="quarter" idx="15"/>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2880135324"/>
      </p:ext>
    </p:extLst>
  </p:cSld>
  <p:clrMapOvr>
    <a:masterClrMapping/>
  </p:clrMapOvr>
  <p:transition spd="slow"/>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Title, 2-columns, and Left Image with 1 headline">
    <p:spTree>
      <p:nvGrpSpPr>
        <p:cNvPr id="1" name=""/>
        <p:cNvGrpSpPr/>
        <p:nvPr/>
      </p:nvGrpSpPr>
      <p:grpSpPr>
        <a:xfrm>
          <a:off x="0" y="0"/>
          <a:ext cx="0" cy="0"/>
          <a:chOff x="0" y="0"/>
          <a:chExt cx="0" cy="0"/>
        </a:xfrm>
      </p:grpSpPr>
      <p:pic>
        <p:nvPicPr>
          <p:cNvPr id="6"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157384" y="2123042"/>
            <a:ext cx="5579533" cy="3874883"/>
          </a:xfrm>
        </p:spPr>
        <p:txBody>
          <a:bodyPr numCol="2" spcCol="91440"/>
          <a:lstStyle>
            <a:lvl1pPr marL="0" indent="0">
              <a:lnSpc>
                <a:spcPct val="120000"/>
              </a:lnSpc>
              <a:spcAft>
                <a:spcPts val="800"/>
              </a:spcAft>
              <a:defRPr sz="1400" b="0">
                <a:solidFill>
                  <a:schemeClr val="bg1"/>
                </a:solidFill>
              </a:defRPr>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6157384" y="1854087"/>
            <a:ext cx="5579533" cy="355600"/>
          </a:xfrm>
        </p:spPr>
        <p:txBody>
          <a:bodyPr/>
          <a:lstStyle/>
          <a:p>
            <a:pPr lvl="0"/>
            <a:r>
              <a:rPr lang="en-US"/>
              <a:t>Click to edit Master text styles</a:t>
            </a:r>
          </a:p>
        </p:txBody>
      </p:sp>
      <p:sp>
        <p:nvSpPr>
          <p:cNvPr id="11" name="Picture Placeholder 10"/>
          <p:cNvSpPr>
            <a:spLocks noGrp="1"/>
          </p:cNvSpPr>
          <p:nvPr>
            <p:ph type="pic" sz="quarter" idx="13"/>
          </p:nvPr>
        </p:nvSpPr>
        <p:spPr>
          <a:xfrm>
            <a:off x="457201" y="1912941"/>
            <a:ext cx="5577417"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8" name="Slide Number Placeholder 6"/>
          <p:cNvSpPr>
            <a:spLocks noGrp="1"/>
          </p:cNvSpPr>
          <p:nvPr>
            <p:ph type="sldNum" sz="quarter" idx="14"/>
          </p:nvPr>
        </p:nvSpPr>
        <p:spPr/>
        <p:txBody>
          <a:bodyPr/>
          <a:lstStyle>
            <a:lvl1pPr>
              <a:defRPr/>
            </a:lvl1pPr>
          </a:lstStyle>
          <a:p>
            <a:pPr>
              <a:defRPr/>
            </a:pPr>
            <a:fld id="{8C87EAAC-0058-44F3-AF12-B4C45B0EAFE8}" type="slidenum">
              <a:rPr lang="en-US">
                <a:solidFill>
                  <a:srgbClr val="333333"/>
                </a:solidFill>
              </a:rPr>
              <a:pPr>
                <a:defRPr/>
              </a:pPr>
              <a:t>‹#›</a:t>
            </a:fld>
            <a:endParaRPr lang="en-US" dirty="0">
              <a:solidFill>
                <a:srgbClr val="333333"/>
              </a:solidFill>
            </a:endParaRPr>
          </a:p>
        </p:txBody>
      </p:sp>
      <p:sp>
        <p:nvSpPr>
          <p:cNvPr id="9" name="Footer Placeholder 7"/>
          <p:cNvSpPr>
            <a:spLocks noGrp="1"/>
          </p:cNvSpPr>
          <p:nvPr>
            <p:ph type="ftr" sz="quarter" idx="15"/>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2548445583"/>
      </p:ext>
    </p:extLst>
  </p:cSld>
  <p:clrMapOvr>
    <a:masterClrMapping/>
  </p:clrMapOvr>
  <p:transition spd="slow"/>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Title and 4-column with 1 headlin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2123042"/>
            <a:ext cx="11279717" cy="3874883"/>
          </a:xfrm>
        </p:spPr>
        <p:txBody>
          <a:bodyPr numCol="4" spcCol="91440"/>
          <a:lstStyle>
            <a:lvl1pPr marL="0" indent="0">
              <a:lnSpc>
                <a:spcPct val="120000"/>
              </a:lnSpc>
              <a:spcAft>
                <a:spcPts val="1000"/>
              </a:spcAft>
              <a:defRPr sz="1400" b="0">
                <a:solidFill>
                  <a:schemeClr val="bg1"/>
                </a:solidFill>
              </a:defRPr>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457200" y="1854087"/>
            <a:ext cx="11279717" cy="355600"/>
          </a:xfrm>
        </p:spPr>
        <p:txBody>
          <a:bodyPr/>
          <a:lstStyle/>
          <a:p>
            <a:pPr lvl="0"/>
            <a:r>
              <a:rPr lang="en-US"/>
              <a:t>Click to edit Master text styles</a:t>
            </a:r>
          </a:p>
        </p:txBody>
      </p:sp>
      <p:sp>
        <p:nvSpPr>
          <p:cNvPr id="7" name="Slide Number Placeholder 6"/>
          <p:cNvSpPr>
            <a:spLocks noGrp="1"/>
          </p:cNvSpPr>
          <p:nvPr>
            <p:ph type="sldNum" sz="quarter" idx="13"/>
          </p:nvPr>
        </p:nvSpPr>
        <p:spPr/>
        <p:txBody>
          <a:bodyPr/>
          <a:lstStyle>
            <a:lvl1pPr>
              <a:defRPr/>
            </a:lvl1pPr>
          </a:lstStyle>
          <a:p>
            <a:pPr>
              <a:defRPr/>
            </a:pPr>
            <a:fld id="{FCE781B9-2B8F-4A9C-B27F-C807D1A5AB56}"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2379651734"/>
      </p:ext>
    </p:extLst>
  </p:cSld>
  <p:clrMapOvr>
    <a:masterClrMapping/>
  </p:clrMapOvr>
  <p:transition spd="slow"/>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Title, 3 columns, and Image with 1 headline">
    <p:spTree>
      <p:nvGrpSpPr>
        <p:cNvPr id="1" name=""/>
        <p:cNvGrpSpPr/>
        <p:nvPr/>
      </p:nvGrpSpPr>
      <p:grpSpPr>
        <a:xfrm>
          <a:off x="0" y="0"/>
          <a:ext cx="0" cy="0"/>
          <a:chOff x="0" y="0"/>
          <a:chExt cx="0" cy="0"/>
        </a:xfrm>
      </p:grpSpPr>
      <p:pic>
        <p:nvPicPr>
          <p:cNvPr id="6"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2123042"/>
            <a:ext cx="8434917" cy="3874883"/>
          </a:xfrm>
        </p:spPr>
        <p:txBody>
          <a:bodyPr numCol="3" spcCol="91440"/>
          <a:lstStyle>
            <a:lvl1pPr marL="0" indent="0">
              <a:lnSpc>
                <a:spcPct val="120000"/>
              </a:lnSpc>
              <a:spcAft>
                <a:spcPts val="1000"/>
              </a:spcAft>
              <a:defRPr sz="1400" b="0">
                <a:solidFill>
                  <a:schemeClr val="bg1"/>
                </a:solidFill>
              </a:defRPr>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457200" y="1854087"/>
            <a:ext cx="8434917" cy="355600"/>
          </a:xfrm>
        </p:spPr>
        <p:txBody>
          <a:bodyPr/>
          <a:lstStyle/>
          <a:p>
            <a:pPr lvl="0"/>
            <a:r>
              <a:rPr lang="en-US"/>
              <a:t>Click to edit Master text styles</a:t>
            </a:r>
          </a:p>
        </p:txBody>
      </p:sp>
      <p:sp>
        <p:nvSpPr>
          <p:cNvPr id="11" name="Picture Placeholder 10"/>
          <p:cNvSpPr>
            <a:spLocks noGrp="1"/>
          </p:cNvSpPr>
          <p:nvPr>
            <p:ph type="pic" sz="quarter" idx="13"/>
          </p:nvPr>
        </p:nvSpPr>
        <p:spPr>
          <a:xfrm>
            <a:off x="9010651" y="1912941"/>
            <a:ext cx="2726267"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8" name="Slide Number Placeholder 6"/>
          <p:cNvSpPr>
            <a:spLocks noGrp="1"/>
          </p:cNvSpPr>
          <p:nvPr>
            <p:ph type="sldNum" sz="quarter" idx="14"/>
          </p:nvPr>
        </p:nvSpPr>
        <p:spPr/>
        <p:txBody>
          <a:bodyPr/>
          <a:lstStyle>
            <a:lvl1pPr>
              <a:defRPr/>
            </a:lvl1pPr>
          </a:lstStyle>
          <a:p>
            <a:pPr>
              <a:defRPr/>
            </a:pPr>
            <a:fld id="{7194DCAF-7DDF-466D-A2FD-83F4D81C073D}" type="slidenum">
              <a:rPr lang="en-US">
                <a:solidFill>
                  <a:srgbClr val="333333"/>
                </a:solidFill>
              </a:rPr>
              <a:pPr>
                <a:defRPr/>
              </a:pPr>
              <a:t>‹#›</a:t>
            </a:fld>
            <a:endParaRPr lang="en-US" dirty="0">
              <a:solidFill>
                <a:srgbClr val="333333"/>
              </a:solidFill>
            </a:endParaRPr>
          </a:p>
        </p:txBody>
      </p:sp>
      <p:sp>
        <p:nvSpPr>
          <p:cNvPr id="9" name="Footer Placeholder 7"/>
          <p:cNvSpPr>
            <a:spLocks noGrp="1"/>
          </p:cNvSpPr>
          <p:nvPr>
            <p:ph type="ftr" sz="quarter" idx="15"/>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688619386"/>
      </p:ext>
    </p:extLst>
  </p:cSld>
  <p:clrMapOvr>
    <a:masterClrMapping/>
  </p:clrMapOvr>
  <p:transition spd="slow"/>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1_Title, 3 columns, and Image with 1 headline">
    <p:spTree>
      <p:nvGrpSpPr>
        <p:cNvPr id="1" name=""/>
        <p:cNvGrpSpPr/>
        <p:nvPr/>
      </p:nvGrpSpPr>
      <p:grpSpPr>
        <a:xfrm>
          <a:off x="0" y="0"/>
          <a:ext cx="0" cy="0"/>
          <a:chOff x="0" y="0"/>
          <a:chExt cx="0" cy="0"/>
        </a:xfrm>
      </p:grpSpPr>
      <p:pic>
        <p:nvPicPr>
          <p:cNvPr id="6"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302000" y="2123042"/>
            <a:ext cx="8434917" cy="3874883"/>
          </a:xfrm>
        </p:spPr>
        <p:txBody>
          <a:bodyPr numCol="3" spcCol="91440"/>
          <a:lstStyle>
            <a:lvl1pPr marL="0" indent="0">
              <a:lnSpc>
                <a:spcPct val="120000"/>
              </a:lnSpc>
              <a:spcAft>
                <a:spcPts val="1000"/>
              </a:spcAft>
              <a:defRPr sz="1400" b="0">
                <a:solidFill>
                  <a:schemeClr val="bg1"/>
                </a:solidFill>
              </a:defRPr>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9"/>
          <p:cNvSpPr>
            <a:spLocks noGrp="1"/>
          </p:cNvSpPr>
          <p:nvPr>
            <p:ph type="body" sz="quarter" idx="12"/>
          </p:nvPr>
        </p:nvSpPr>
        <p:spPr>
          <a:xfrm>
            <a:off x="3302000" y="1854087"/>
            <a:ext cx="8434917" cy="355600"/>
          </a:xfrm>
        </p:spPr>
        <p:txBody>
          <a:bodyPr/>
          <a:lstStyle/>
          <a:p>
            <a:pPr lvl="0"/>
            <a:r>
              <a:rPr lang="en-US"/>
              <a:t>Click to edit Master text styles</a:t>
            </a:r>
          </a:p>
        </p:txBody>
      </p:sp>
      <p:sp>
        <p:nvSpPr>
          <p:cNvPr id="11" name="Picture Placeholder 10"/>
          <p:cNvSpPr>
            <a:spLocks noGrp="1"/>
          </p:cNvSpPr>
          <p:nvPr>
            <p:ph type="pic" sz="quarter" idx="13"/>
          </p:nvPr>
        </p:nvSpPr>
        <p:spPr>
          <a:xfrm>
            <a:off x="457200" y="1912941"/>
            <a:ext cx="2726267" cy="4029075"/>
          </a:xfrm>
          <a:noFill/>
        </p:spPr>
        <p:txBody>
          <a:bodyPr rtlCol="0">
            <a:normAutofit/>
          </a:bodyPr>
          <a:lstStyle>
            <a:lvl1pPr>
              <a:defRPr>
                <a:solidFill>
                  <a:schemeClr val="bg1"/>
                </a:solidFill>
              </a:defRPr>
            </a:lvl1pPr>
          </a:lstStyle>
          <a:p>
            <a:pPr lvl="0"/>
            <a:r>
              <a:rPr lang="en-US" noProof="0" dirty="0"/>
              <a:t>Drag picture to placeholder or click icon to add</a:t>
            </a:r>
          </a:p>
        </p:txBody>
      </p:sp>
      <p:sp>
        <p:nvSpPr>
          <p:cNvPr id="8" name="Slide Number Placeholder 6"/>
          <p:cNvSpPr>
            <a:spLocks noGrp="1"/>
          </p:cNvSpPr>
          <p:nvPr>
            <p:ph type="sldNum" sz="quarter" idx="14"/>
          </p:nvPr>
        </p:nvSpPr>
        <p:spPr/>
        <p:txBody>
          <a:bodyPr/>
          <a:lstStyle>
            <a:lvl1pPr>
              <a:defRPr/>
            </a:lvl1pPr>
          </a:lstStyle>
          <a:p>
            <a:pPr>
              <a:defRPr/>
            </a:pPr>
            <a:fld id="{B5FB0B2E-30EF-44BA-9E5A-B4481878223B}" type="slidenum">
              <a:rPr lang="en-US">
                <a:solidFill>
                  <a:srgbClr val="333333"/>
                </a:solidFill>
              </a:rPr>
              <a:pPr>
                <a:defRPr/>
              </a:pPr>
              <a:t>‹#›</a:t>
            </a:fld>
            <a:endParaRPr lang="en-US" dirty="0">
              <a:solidFill>
                <a:srgbClr val="333333"/>
              </a:solidFill>
            </a:endParaRPr>
          </a:p>
        </p:txBody>
      </p:sp>
      <p:sp>
        <p:nvSpPr>
          <p:cNvPr id="9" name="Footer Placeholder 7"/>
          <p:cNvSpPr>
            <a:spLocks noGrp="1"/>
          </p:cNvSpPr>
          <p:nvPr>
            <p:ph type="ftr" sz="quarter" idx="15"/>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109687006"/>
      </p:ext>
    </p:extLst>
  </p:cSld>
  <p:clrMapOvr>
    <a:masterClrMapping/>
  </p:clrMapOvr>
  <p:transition spd="slow"/>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Title and 4-columns with headlines">
    <p:spTree>
      <p:nvGrpSpPr>
        <p:cNvPr id="1" name=""/>
        <p:cNvGrpSpPr/>
        <p:nvPr/>
      </p:nvGrpSpPr>
      <p:grpSpPr>
        <a:xfrm>
          <a:off x="0" y="0"/>
          <a:ext cx="0" cy="0"/>
          <a:chOff x="0" y="0"/>
          <a:chExt cx="0" cy="0"/>
        </a:xfrm>
      </p:grpSpPr>
      <p:pic>
        <p:nvPicPr>
          <p:cNvPr id="7"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Straight Connector 8"/>
          <p:cNvCxnSpPr/>
          <p:nvPr/>
        </p:nvCxnSpPr>
        <p:spPr>
          <a:xfrm rot="5400000">
            <a:off x="1623484" y="3384551"/>
            <a:ext cx="31242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4474633" y="3384551"/>
            <a:ext cx="31242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a:off x="7330017" y="3386139"/>
            <a:ext cx="31242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57200" y="1856320"/>
            <a:ext cx="2634075" cy="4141607"/>
          </a:xfrm>
        </p:spPr>
        <p:txBody>
          <a:bodyPr/>
          <a:lstStyle>
            <a:lvl1pPr marL="0" indent="0">
              <a:spcAft>
                <a:spcPts val="1400"/>
              </a:spcAft>
              <a:defRPr sz="1400"/>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
          <p:cNvSpPr>
            <a:spLocks noGrp="1"/>
          </p:cNvSpPr>
          <p:nvPr>
            <p:ph idx="12"/>
          </p:nvPr>
        </p:nvSpPr>
        <p:spPr>
          <a:xfrm>
            <a:off x="3306233" y="1856320"/>
            <a:ext cx="2634075" cy="4141607"/>
          </a:xfrm>
        </p:spPr>
        <p:txBody>
          <a:bodyPr/>
          <a:lstStyle>
            <a:lvl1pPr marL="0" indent="0">
              <a:spcAft>
                <a:spcPts val="1400"/>
              </a:spcAft>
              <a:defRPr sz="1400"/>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3"/>
          </p:nvPr>
        </p:nvSpPr>
        <p:spPr>
          <a:xfrm>
            <a:off x="6159498" y="1856320"/>
            <a:ext cx="2634075" cy="4141607"/>
          </a:xfrm>
        </p:spPr>
        <p:txBody>
          <a:bodyPr/>
          <a:lstStyle>
            <a:lvl1pPr marL="0" indent="0">
              <a:spcAft>
                <a:spcPts val="1400"/>
              </a:spcAft>
              <a:defRPr sz="1400"/>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4"/>
          </p:nvPr>
        </p:nvSpPr>
        <p:spPr>
          <a:xfrm>
            <a:off x="9008533" y="1856320"/>
            <a:ext cx="2634075" cy="4141607"/>
          </a:xfrm>
        </p:spPr>
        <p:txBody>
          <a:bodyPr/>
          <a:lstStyle>
            <a:lvl1pPr marL="0" indent="0">
              <a:spcAft>
                <a:spcPts val="1400"/>
              </a:spcAft>
              <a:defRPr sz="1400"/>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12" name="Slide Number Placeholder 6"/>
          <p:cNvSpPr>
            <a:spLocks noGrp="1"/>
          </p:cNvSpPr>
          <p:nvPr>
            <p:ph type="sldNum" sz="quarter" idx="15"/>
          </p:nvPr>
        </p:nvSpPr>
        <p:spPr/>
        <p:txBody>
          <a:bodyPr/>
          <a:lstStyle>
            <a:lvl1pPr>
              <a:defRPr/>
            </a:lvl1pPr>
          </a:lstStyle>
          <a:p>
            <a:pPr>
              <a:defRPr/>
            </a:pPr>
            <a:fld id="{5845A24F-2D94-4288-818C-E5C8EC673DC7}" type="slidenum">
              <a:rPr lang="en-US">
                <a:solidFill>
                  <a:srgbClr val="333333"/>
                </a:solidFill>
              </a:rPr>
              <a:pPr>
                <a:defRPr/>
              </a:pPr>
              <a:t>‹#›</a:t>
            </a:fld>
            <a:endParaRPr lang="en-US" dirty="0">
              <a:solidFill>
                <a:srgbClr val="333333"/>
              </a:solidFill>
            </a:endParaRPr>
          </a:p>
        </p:txBody>
      </p:sp>
      <p:sp>
        <p:nvSpPr>
          <p:cNvPr id="16" name="Footer Placeholder 7"/>
          <p:cNvSpPr>
            <a:spLocks noGrp="1"/>
          </p:cNvSpPr>
          <p:nvPr>
            <p:ph type="ftr" sz="quarter" idx="16"/>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402588811"/>
      </p:ext>
    </p:extLst>
  </p:cSld>
  <p:clrMapOvr>
    <a:masterClrMapping/>
  </p:clrMapOvr>
  <p:transition spd="slow"/>
</p:sldLayout>
</file>

<file path=ppt/slideLayouts/slideLayout135.xml><?xml version="1.0" encoding="utf-8"?>
<p:sldLayout xmlns:a="http://schemas.openxmlformats.org/drawingml/2006/main" xmlns:r="http://schemas.openxmlformats.org/officeDocument/2006/relationships" xmlns:p="http://schemas.openxmlformats.org/presentationml/2006/main" type="obj" preserve="1">
  <p:cSld name="Title and 2-column Color Objects">
    <p:spTree>
      <p:nvGrpSpPr>
        <p:cNvPr id="1" name=""/>
        <p:cNvGrpSpPr/>
        <p:nvPr/>
      </p:nvGrpSpPr>
      <p:grpSpPr>
        <a:xfrm>
          <a:off x="0" y="0"/>
          <a:ext cx="0" cy="0"/>
          <a:chOff x="0" y="0"/>
          <a:chExt cx="0" cy="0"/>
        </a:xfrm>
      </p:grpSpPr>
      <p:sp>
        <p:nvSpPr>
          <p:cNvPr id="5" name="Freeform 4"/>
          <p:cNvSpPr/>
          <p:nvPr/>
        </p:nvSpPr>
        <p:spPr>
          <a:xfrm>
            <a:off x="450851" y="1903414"/>
            <a:ext cx="5585883" cy="3052763"/>
          </a:xfrm>
          <a:custGeom>
            <a:avLst/>
            <a:gdLst>
              <a:gd name="connsiteX0" fmla="*/ 0 w 4205111"/>
              <a:gd name="connsiteY0" fmla="*/ 3042356 h 3048000"/>
              <a:gd name="connsiteX1" fmla="*/ 0 w 4205111"/>
              <a:gd name="connsiteY1" fmla="*/ 107245 h 3048000"/>
              <a:gd name="connsiteX2" fmla="*/ 1185333 w 4205111"/>
              <a:gd name="connsiteY2" fmla="*/ 0 h 3048000"/>
              <a:gd name="connsiteX3" fmla="*/ 4205111 w 4205111"/>
              <a:gd name="connsiteY3" fmla="*/ 0 h 3048000"/>
              <a:gd name="connsiteX4" fmla="*/ 4205111 w 4205111"/>
              <a:gd name="connsiteY4" fmla="*/ 2935111 h 3048000"/>
              <a:gd name="connsiteX5" fmla="*/ 3008489 w 4205111"/>
              <a:gd name="connsiteY5" fmla="*/ 3048000 h 3048000"/>
              <a:gd name="connsiteX6" fmla="*/ 0 w 4205111"/>
              <a:gd name="connsiteY6" fmla="*/ 3042356 h 3048000"/>
              <a:gd name="connsiteX0" fmla="*/ 0 w 4205111"/>
              <a:gd name="connsiteY0" fmla="*/ 3042356 h 3048000"/>
              <a:gd name="connsiteX1" fmla="*/ 0 w 4205111"/>
              <a:gd name="connsiteY1" fmla="*/ 107245 h 3048000"/>
              <a:gd name="connsiteX2" fmla="*/ 1185333 w 4205111"/>
              <a:gd name="connsiteY2" fmla="*/ 0 h 3048000"/>
              <a:gd name="connsiteX3" fmla="*/ 4205111 w 4205111"/>
              <a:gd name="connsiteY3" fmla="*/ 0 h 3048000"/>
              <a:gd name="connsiteX4" fmla="*/ 4205111 w 4205111"/>
              <a:gd name="connsiteY4" fmla="*/ 2935111 h 3048000"/>
              <a:gd name="connsiteX5" fmla="*/ 3008489 w 4205111"/>
              <a:gd name="connsiteY5" fmla="*/ 3048000 h 3048000"/>
              <a:gd name="connsiteX6" fmla="*/ 0 w 4205111"/>
              <a:gd name="connsiteY6" fmla="*/ 3042356 h 3048000"/>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100681 h 3106325"/>
              <a:gd name="connsiteX1" fmla="*/ 0 w 4205111"/>
              <a:gd name="connsiteY1" fmla="*/ 165570 h 3106325"/>
              <a:gd name="connsiteX2" fmla="*/ 1185333 w 4205111"/>
              <a:gd name="connsiteY2" fmla="*/ 58325 h 3106325"/>
              <a:gd name="connsiteX3" fmla="*/ 4205111 w 4205111"/>
              <a:gd name="connsiteY3" fmla="*/ 58325 h 3106325"/>
              <a:gd name="connsiteX4" fmla="*/ 4205111 w 4205111"/>
              <a:gd name="connsiteY4" fmla="*/ 2993436 h 3106325"/>
              <a:gd name="connsiteX5" fmla="*/ 3008489 w 4205111"/>
              <a:gd name="connsiteY5" fmla="*/ 3106325 h 3106325"/>
              <a:gd name="connsiteX6" fmla="*/ 0 w 4205111"/>
              <a:gd name="connsiteY6" fmla="*/ 3100681 h 3106325"/>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05111" h="3051763">
                <a:moveTo>
                  <a:pt x="0" y="3046119"/>
                </a:moveTo>
                <a:lnTo>
                  <a:pt x="0" y="111008"/>
                </a:lnTo>
                <a:cubicBezTo>
                  <a:pt x="180622" y="58328"/>
                  <a:pt x="711199" y="0"/>
                  <a:pt x="1185333" y="3763"/>
                </a:cubicBezTo>
                <a:lnTo>
                  <a:pt x="4205111" y="3763"/>
                </a:lnTo>
                <a:lnTo>
                  <a:pt x="4205111" y="2938874"/>
                </a:lnTo>
                <a:cubicBezTo>
                  <a:pt x="4060237" y="2965216"/>
                  <a:pt x="3683941" y="3036712"/>
                  <a:pt x="3008489" y="3051763"/>
                </a:cubicBezTo>
                <a:lnTo>
                  <a:pt x="0" y="304611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sp>
        <p:nvSpPr>
          <p:cNvPr id="6" name="Freeform 5"/>
          <p:cNvSpPr/>
          <p:nvPr/>
        </p:nvSpPr>
        <p:spPr>
          <a:xfrm>
            <a:off x="6157384" y="1903414"/>
            <a:ext cx="5579533" cy="3052763"/>
          </a:xfrm>
          <a:custGeom>
            <a:avLst/>
            <a:gdLst>
              <a:gd name="connsiteX0" fmla="*/ 0 w 4205111"/>
              <a:gd name="connsiteY0" fmla="*/ 3042356 h 3048000"/>
              <a:gd name="connsiteX1" fmla="*/ 0 w 4205111"/>
              <a:gd name="connsiteY1" fmla="*/ 107245 h 3048000"/>
              <a:gd name="connsiteX2" fmla="*/ 1185333 w 4205111"/>
              <a:gd name="connsiteY2" fmla="*/ 0 h 3048000"/>
              <a:gd name="connsiteX3" fmla="*/ 4205111 w 4205111"/>
              <a:gd name="connsiteY3" fmla="*/ 0 h 3048000"/>
              <a:gd name="connsiteX4" fmla="*/ 4205111 w 4205111"/>
              <a:gd name="connsiteY4" fmla="*/ 2935111 h 3048000"/>
              <a:gd name="connsiteX5" fmla="*/ 3008489 w 4205111"/>
              <a:gd name="connsiteY5" fmla="*/ 3048000 h 3048000"/>
              <a:gd name="connsiteX6" fmla="*/ 0 w 4205111"/>
              <a:gd name="connsiteY6" fmla="*/ 3042356 h 3048000"/>
              <a:gd name="connsiteX0" fmla="*/ 0 w 4205111"/>
              <a:gd name="connsiteY0" fmla="*/ 3042356 h 3048000"/>
              <a:gd name="connsiteX1" fmla="*/ 0 w 4205111"/>
              <a:gd name="connsiteY1" fmla="*/ 107245 h 3048000"/>
              <a:gd name="connsiteX2" fmla="*/ 1185333 w 4205111"/>
              <a:gd name="connsiteY2" fmla="*/ 0 h 3048000"/>
              <a:gd name="connsiteX3" fmla="*/ 4205111 w 4205111"/>
              <a:gd name="connsiteY3" fmla="*/ 0 h 3048000"/>
              <a:gd name="connsiteX4" fmla="*/ 4205111 w 4205111"/>
              <a:gd name="connsiteY4" fmla="*/ 2935111 h 3048000"/>
              <a:gd name="connsiteX5" fmla="*/ 3008489 w 4205111"/>
              <a:gd name="connsiteY5" fmla="*/ 3048000 h 3048000"/>
              <a:gd name="connsiteX6" fmla="*/ 0 w 4205111"/>
              <a:gd name="connsiteY6" fmla="*/ 3042356 h 3048000"/>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100681 h 3106325"/>
              <a:gd name="connsiteX1" fmla="*/ 0 w 4205111"/>
              <a:gd name="connsiteY1" fmla="*/ 165570 h 3106325"/>
              <a:gd name="connsiteX2" fmla="*/ 1185333 w 4205111"/>
              <a:gd name="connsiteY2" fmla="*/ 58325 h 3106325"/>
              <a:gd name="connsiteX3" fmla="*/ 4205111 w 4205111"/>
              <a:gd name="connsiteY3" fmla="*/ 58325 h 3106325"/>
              <a:gd name="connsiteX4" fmla="*/ 4205111 w 4205111"/>
              <a:gd name="connsiteY4" fmla="*/ 2993436 h 3106325"/>
              <a:gd name="connsiteX5" fmla="*/ 3008489 w 4205111"/>
              <a:gd name="connsiteY5" fmla="*/ 3106325 h 3106325"/>
              <a:gd name="connsiteX6" fmla="*/ 0 w 4205111"/>
              <a:gd name="connsiteY6" fmla="*/ 3100681 h 3106325"/>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 name="connsiteX0" fmla="*/ 0 w 4205111"/>
              <a:gd name="connsiteY0" fmla="*/ 3046119 h 3051763"/>
              <a:gd name="connsiteX1" fmla="*/ 0 w 4205111"/>
              <a:gd name="connsiteY1" fmla="*/ 111008 h 3051763"/>
              <a:gd name="connsiteX2" fmla="*/ 1185333 w 4205111"/>
              <a:gd name="connsiteY2" fmla="*/ 3763 h 3051763"/>
              <a:gd name="connsiteX3" fmla="*/ 4205111 w 4205111"/>
              <a:gd name="connsiteY3" fmla="*/ 3763 h 3051763"/>
              <a:gd name="connsiteX4" fmla="*/ 4205111 w 4205111"/>
              <a:gd name="connsiteY4" fmla="*/ 2938874 h 3051763"/>
              <a:gd name="connsiteX5" fmla="*/ 3008489 w 4205111"/>
              <a:gd name="connsiteY5" fmla="*/ 3051763 h 3051763"/>
              <a:gd name="connsiteX6" fmla="*/ 0 w 4205111"/>
              <a:gd name="connsiteY6" fmla="*/ 3046119 h 3051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05111" h="3051763">
                <a:moveTo>
                  <a:pt x="0" y="3046119"/>
                </a:moveTo>
                <a:lnTo>
                  <a:pt x="0" y="111008"/>
                </a:lnTo>
                <a:cubicBezTo>
                  <a:pt x="180622" y="58328"/>
                  <a:pt x="711199" y="0"/>
                  <a:pt x="1185333" y="3763"/>
                </a:cubicBezTo>
                <a:lnTo>
                  <a:pt x="4205111" y="3763"/>
                </a:lnTo>
                <a:lnTo>
                  <a:pt x="4205111" y="2938874"/>
                </a:lnTo>
                <a:cubicBezTo>
                  <a:pt x="4060237" y="2965216"/>
                  <a:pt x="3683941" y="3036712"/>
                  <a:pt x="3008489" y="3051763"/>
                </a:cubicBezTo>
                <a:lnTo>
                  <a:pt x="0" y="304611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pic>
        <p:nvPicPr>
          <p:cNvPr id="7"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662281" y="2065870"/>
            <a:ext cx="5182307" cy="2889955"/>
          </a:xfrm>
        </p:spPr>
        <p:txBody>
          <a:bodyPr/>
          <a:lstStyle>
            <a:lvl1pPr marL="0" indent="0">
              <a:defRPr>
                <a:solidFill>
                  <a:schemeClr val="tx1"/>
                </a:solidFill>
              </a:defRPr>
            </a:lvl1pPr>
            <a:lvl2pPr>
              <a:buClr>
                <a:schemeClr val="tx1"/>
              </a:buCl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2"/>
          </p:nvPr>
        </p:nvSpPr>
        <p:spPr>
          <a:xfrm>
            <a:off x="6362465" y="2065870"/>
            <a:ext cx="5182307" cy="2889955"/>
          </a:xfrm>
        </p:spPr>
        <p:txBody>
          <a:bodyPr/>
          <a:lstStyle>
            <a:lvl1pPr marL="0" indent="0">
              <a:defRPr>
                <a:solidFill>
                  <a:schemeClr val="tx1"/>
                </a:solidFill>
              </a:defRPr>
            </a:lvl1pPr>
            <a:lvl2pPr>
              <a:buClr>
                <a:schemeClr val="tx1"/>
              </a:buCl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10" name="Slide Number Placeholder 6"/>
          <p:cNvSpPr>
            <a:spLocks noGrp="1"/>
          </p:cNvSpPr>
          <p:nvPr>
            <p:ph type="sldNum" sz="quarter" idx="13"/>
          </p:nvPr>
        </p:nvSpPr>
        <p:spPr/>
        <p:txBody>
          <a:bodyPr/>
          <a:lstStyle>
            <a:lvl1pPr>
              <a:defRPr/>
            </a:lvl1pPr>
          </a:lstStyle>
          <a:p>
            <a:pPr>
              <a:defRPr/>
            </a:pPr>
            <a:fld id="{BF0210C3-4AA0-4F72-8FE1-D79E063F8CA1}" type="slidenum">
              <a:rPr lang="en-US">
                <a:solidFill>
                  <a:srgbClr val="333333"/>
                </a:solidFill>
              </a:rPr>
              <a:pPr>
                <a:defRPr/>
              </a:pPr>
              <a:t>‹#›</a:t>
            </a:fld>
            <a:endParaRPr lang="en-US" dirty="0">
              <a:solidFill>
                <a:srgbClr val="333333"/>
              </a:solidFill>
            </a:endParaRPr>
          </a:p>
        </p:txBody>
      </p:sp>
      <p:sp>
        <p:nvSpPr>
          <p:cNvPr id="11" name="Footer Placeholder 7"/>
          <p:cNvSpPr>
            <a:spLocks noGrp="1"/>
          </p:cNvSpPr>
          <p:nvPr>
            <p:ph type="ftr" sz="quarter" idx="14"/>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3938431580"/>
      </p:ext>
    </p:extLst>
  </p:cSld>
  <p:clrMapOvr>
    <a:masterClrMapping/>
  </p:clrMapOvr>
  <p:transition spd="slow"/>
</p:sldLayout>
</file>

<file path=ppt/slideLayouts/slideLayout136.xml><?xml version="1.0" encoding="utf-8"?>
<p:sldLayout xmlns:a="http://schemas.openxmlformats.org/drawingml/2006/main" xmlns:r="http://schemas.openxmlformats.org/officeDocument/2006/relationships" xmlns:p="http://schemas.openxmlformats.org/presentationml/2006/main" type="obj" preserve="1">
  <p:cSld name="Title and 2-Column text over Chevrons">
    <p:spTree>
      <p:nvGrpSpPr>
        <p:cNvPr id="1" name=""/>
        <p:cNvGrpSpPr/>
        <p:nvPr/>
      </p:nvGrpSpPr>
      <p:grpSpPr>
        <a:xfrm>
          <a:off x="0" y="0"/>
          <a:ext cx="0" cy="0"/>
          <a:chOff x="0" y="0"/>
          <a:chExt cx="0" cy="0"/>
        </a:xfrm>
      </p:grpSpPr>
      <p:sp>
        <p:nvSpPr>
          <p:cNvPr id="5" name="Freeform 4"/>
          <p:cNvSpPr/>
          <p:nvPr/>
        </p:nvSpPr>
        <p:spPr>
          <a:xfrm>
            <a:off x="472017" y="1905012"/>
            <a:ext cx="5715000" cy="3043239"/>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86308" h="3052171">
                <a:moveTo>
                  <a:pt x="14559" y="95543"/>
                </a:moveTo>
                <a:cubicBezTo>
                  <a:pt x="3642" y="40042"/>
                  <a:pt x="20019" y="3639"/>
                  <a:pt x="96446" y="2737"/>
                </a:cubicBezTo>
                <a:lnTo>
                  <a:pt x="3906900" y="0"/>
                </a:lnTo>
                <a:cubicBezTo>
                  <a:pt x="3966040" y="2737"/>
                  <a:pt x="3997885" y="24636"/>
                  <a:pt x="4010623" y="73908"/>
                </a:cubicBezTo>
                <a:lnTo>
                  <a:pt x="4269930" y="1442596"/>
                </a:lnTo>
                <a:cubicBezTo>
                  <a:pt x="4286308" y="1511031"/>
                  <a:pt x="4278119" y="1532929"/>
                  <a:pt x="4269930" y="1579464"/>
                </a:cubicBezTo>
                <a:lnTo>
                  <a:pt x="4018812" y="2967312"/>
                </a:lnTo>
                <a:cubicBezTo>
                  <a:pt x="4008803" y="3022060"/>
                  <a:pt x="3966040" y="3052171"/>
                  <a:pt x="3923276" y="3049434"/>
                </a:cubicBezTo>
                <a:lnTo>
                  <a:pt x="82796" y="3049434"/>
                </a:lnTo>
                <a:cubicBezTo>
                  <a:pt x="15467" y="3048521"/>
                  <a:pt x="0" y="3022972"/>
                  <a:pt x="11828" y="2956363"/>
                </a:cubicBezTo>
                <a:lnTo>
                  <a:pt x="257488" y="1576727"/>
                </a:lnTo>
                <a:cubicBezTo>
                  <a:pt x="266585" y="1534754"/>
                  <a:pt x="275685" y="1492782"/>
                  <a:pt x="265676" y="1453545"/>
                </a:cubicBezTo>
                <a:lnTo>
                  <a:pt x="14559" y="95543"/>
                </a:lnTo>
                <a:close/>
              </a:path>
            </a:pathLst>
          </a:cu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sp>
        <p:nvSpPr>
          <p:cNvPr id="6" name="Freeform 5"/>
          <p:cNvSpPr/>
          <p:nvPr/>
        </p:nvSpPr>
        <p:spPr>
          <a:xfrm>
            <a:off x="6187017" y="1905012"/>
            <a:ext cx="5715000" cy="3043239"/>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86308" h="3052171">
                <a:moveTo>
                  <a:pt x="14559" y="95543"/>
                </a:moveTo>
                <a:cubicBezTo>
                  <a:pt x="3642" y="40042"/>
                  <a:pt x="20019" y="3639"/>
                  <a:pt x="96446" y="2737"/>
                </a:cubicBezTo>
                <a:lnTo>
                  <a:pt x="3906900" y="0"/>
                </a:lnTo>
                <a:cubicBezTo>
                  <a:pt x="3966040" y="2737"/>
                  <a:pt x="3997885" y="24636"/>
                  <a:pt x="4010623" y="73908"/>
                </a:cubicBezTo>
                <a:lnTo>
                  <a:pt x="4269930" y="1442596"/>
                </a:lnTo>
                <a:cubicBezTo>
                  <a:pt x="4286308" y="1511031"/>
                  <a:pt x="4278119" y="1532929"/>
                  <a:pt x="4269930" y="1579464"/>
                </a:cubicBezTo>
                <a:lnTo>
                  <a:pt x="4018812" y="2967312"/>
                </a:lnTo>
                <a:cubicBezTo>
                  <a:pt x="4008803" y="3022060"/>
                  <a:pt x="3966040" y="3052171"/>
                  <a:pt x="3923276" y="3049434"/>
                </a:cubicBezTo>
                <a:lnTo>
                  <a:pt x="82796" y="3049434"/>
                </a:lnTo>
                <a:cubicBezTo>
                  <a:pt x="15467" y="3048521"/>
                  <a:pt x="0" y="3022972"/>
                  <a:pt x="11828" y="2956363"/>
                </a:cubicBezTo>
                <a:lnTo>
                  <a:pt x="257488" y="1576727"/>
                </a:lnTo>
                <a:cubicBezTo>
                  <a:pt x="266585" y="1534754"/>
                  <a:pt x="275685" y="1492782"/>
                  <a:pt x="265676" y="1453545"/>
                </a:cubicBezTo>
                <a:lnTo>
                  <a:pt x="14559" y="95543"/>
                </a:lnTo>
                <a:close/>
              </a:path>
            </a:pathLst>
          </a:cu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pic>
        <p:nvPicPr>
          <p:cNvPr id="7"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1076207" y="2065870"/>
            <a:ext cx="4663017" cy="2889955"/>
          </a:xfrm>
        </p:spPr>
        <p:txBody>
          <a:bodyPr/>
          <a:lstStyle>
            <a:lvl1pPr marL="0" indent="0">
              <a:defRPr>
                <a:solidFill>
                  <a:schemeClr val="tx1"/>
                </a:solidFill>
              </a:defRPr>
            </a:lvl1pPr>
            <a:lvl2pPr>
              <a:buClr>
                <a:schemeClr val="tx1"/>
              </a:buCl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2"/>
          </p:nvPr>
        </p:nvSpPr>
        <p:spPr>
          <a:xfrm>
            <a:off x="6776396" y="2065870"/>
            <a:ext cx="4663017" cy="2889955"/>
          </a:xfrm>
        </p:spPr>
        <p:txBody>
          <a:bodyPr/>
          <a:lstStyle>
            <a:lvl1pPr marL="0" indent="0">
              <a:defRPr>
                <a:solidFill>
                  <a:schemeClr val="tx1"/>
                </a:solidFill>
              </a:defRPr>
            </a:lvl1pPr>
            <a:lvl2pPr>
              <a:buClr>
                <a:schemeClr val="tx1"/>
              </a:buCl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endParaRPr lang="en-US" dirty="0"/>
          </a:p>
        </p:txBody>
      </p:sp>
      <p:sp>
        <p:nvSpPr>
          <p:cNvPr id="10" name="Slide Number Placeholder 6"/>
          <p:cNvSpPr>
            <a:spLocks noGrp="1"/>
          </p:cNvSpPr>
          <p:nvPr>
            <p:ph type="sldNum" sz="quarter" idx="13"/>
          </p:nvPr>
        </p:nvSpPr>
        <p:spPr/>
        <p:txBody>
          <a:bodyPr/>
          <a:lstStyle>
            <a:lvl1pPr>
              <a:defRPr/>
            </a:lvl1pPr>
          </a:lstStyle>
          <a:p>
            <a:pPr>
              <a:defRPr/>
            </a:pPr>
            <a:fld id="{B1842B89-163E-4784-A1D8-C74C03705E87}" type="slidenum">
              <a:rPr lang="en-US">
                <a:solidFill>
                  <a:srgbClr val="333333"/>
                </a:solidFill>
              </a:rPr>
              <a:pPr>
                <a:defRPr/>
              </a:pPr>
              <a:t>‹#›</a:t>
            </a:fld>
            <a:endParaRPr lang="en-US" dirty="0">
              <a:solidFill>
                <a:srgbClr val="333333"/>
              </a:solidFill>
            </a:endParaRPr>
          </a:p>
        </p:txBody>
      </p:sp>
      <p:sp>
        <p:nvSpPr>
          <p:cNvPr id="11" name="Footer Placeholder 7"/>
          <p:cNvSpPr>
            <a:spLocks noGrp="1"/>
          </p:cNvSpPr>
          <p:nvPr>
            <p:ph type="ftr" sz="quarter" idx="14"/>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865513917"/>
      </p:ext>
    </p:extLst>
  </p:cSld>
  <p:clrMapOvr>
    <a:masterClrMapping/>
  </p:clrMapOvr>
  <p:transition spd="slow"/>
</p:sldLayout>
</file>

<file path=ppt/slideLayouts/slideLayout137.xml><?xml version="1.0" encoding="utf-8"?>
<p:sldLayout xmlns:a="http://schemas.openxmlformats.org/drawingml/2006/main" xmlns:r="http://schemas.openxmlformats.org/officeDocument/2006/relationships" xmlns:p="http://schemas.openxmlformats.org/presentationml/2006/main" type="obj" preserve="1">
  <p:cSld name="Title and 4-column Text over Chevrons">
    <p:spTree>
      <p:nvGrpSpPr>
        <p:cNvPr id="1" name=""/>
        <p:cNvGrpSpPr/>
        <p:nvPr/>
      </p:nvGrpSpPr>
      <p:grpSpPr>
        <a:xfrm>
          <a:off x="0" y="0"/>
          <a:ext cx="0" cy="0"/>
          <a:chOff x="0" y="0"/>
          <a:chExt cx="0" cy="0"/>
        </a:xfrm>
      </p:grpSpPr>
      <p:sp>
        <p:nvSpPr>
          <p:cNvPr id="7" name="Freeform 6"/>
          <p:cNvSpPr/>
          <p:nvPr/>
        </p:nvSpPr>
        <p:spPr>
          <a:xfrm>
            <a:off x="359834" y="1916113"/>
            <a:ext cx="3050117" cy="3043237"/>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77737" h="3052171">
                <a:moveTo>
                  <a:pt x="10917" y="92899"/>
                </a:moveTo>
                <a:cubicBezTo>
                  <a:pt x="0" y="37398"/>
                  <a:pt x="26238" y="995"/>
                  <a:pt x="147029" y="93"/>
                </a:cubicBezTo>
                <a:lnTo>
                  <a:pt x="3617350" y="0"/>
                </a:lnTo>
                <a:cubicBezTo>
                  <a:pt x="3676490" y="2737"/>
                  <a:pt x="3767488" y="27277"/>
                  <a:pt x="3780226" y="76549"/>
                </a:cubicBezTo>
                <a:lnTo>
                  <a:pt x="4261359" y="1439952"/>
                </a:lnTo>
                <a:cubicBezTo>
                  <a:pt x="4277737" y="1508387"/>
                  <a:pt x="4269548" y="1530285"/>
                  <a:pt x="4261359" y="1576820"/>
                </a:cubicBezTo>
                <a:lnTo>
                  <a:pt x="3783487" y="2964668"/>
                </a:lnTo>
                <a:cubicBezTo>
                  <a:pt x="3773478" y="3019416"/>
                  <a:pt x="3646913" y="3052171"/>
                  <a:pt x="3604149" y="3049434"/>
                </a:cubicBezTo>
                <a:lnTo>
                  <a:pt x="158027" y="3046790"/>
                </a:lnTo>
                <a:cubicBezTo>
                  <a:pt x="61122" y="3045877"/>
                  <a:pt x="11145" y="3025614"/>
                  <a:pt x="22975" y="2966933"/>
                </a:cubicBezTo>
                <a:lnTo>
                  <a:pt x="475673" y="1565525"/>
                </a:lnTo>
                <a:cubicBezTo>
                  <a:pt x="484770" y="1523552"/>
                  <a:pt x="493868" y="1474282"/>
                  <a:pt x="483859" y="1435045"/>
                </a:cubicBezTo>
                <a:lnTo>
                  <a:pt x="10917" y="92899"/>
                </a:lnTo>
                <a:close/>
              </a:path>
            </a:pathLst>
          </a:custGeom>
          <a:solidFill>
            <a:schemeClr val="accent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sp>
        <p:nvSpPr>
          <p:cNvPr id="8" name="Freeform 7"/>
          <p:cNvSpPr/>
          <p:nvPr/>
        </p:nvSpPr>
        <p:spPr>
          <a:xfrm>
            <a:off x="3194057" y="1916113"/>
            <a:ext cx="3050116" cy="3043237"/>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77737" h="3052171">
                <a:moveTo>
                  <a:pt x="10917" y="92899"/>
                </a:moveTo>
                <a:cubicBezTo>
                  <a:pt x="0" y="37398"/>
                  <a:pt x="26238" y="995"/>
                  <a:pt x="147029" y="93"/>
                </a:cubicBezTo>
                <a:lnTo>
                  <a:pt x="3617350" y="0"/>
                </a:lnTo>
                <a:cubicBezTo>
                  <a:pt x="3676490" y="2737"/>
                  <a:pt x="3767488" y="27277"/>
                  <a:pt x="3780226" y="76549"/>
                </a:cubicBezTo>
                <a:lnTo>
                  <a:pt x="4261359" y="1439952"/>
                </a:lnTo>
                <a:cubicBezTo>
                  <a:pt x="4277737" y="1508387"/>
                  <a:pt x="4269548" y="1530285"/>
                  <a:pt x="4261359" y="1576820"/>
                </a:cubicBezTo>
                <a:lnTo>
                  <a:pt x="3783487" y="2964668"/>
                </a:lnTo>
                <a:cubicBezTo>
                  <a:pt x="3773478" y="3019416"/>
                  <a:pt x="3646913" y="3052171"/>
                  <a:pt x="3604149" y="3049434"/>
                </a:cubicBezTo>
                <a:lnTo>
                  <a:pt x="158027" y="3046790"/>
                </a:lnTo>
                <a:cubicBezTo>
                  <a:pt x="61122" y="3045877"/>
                  <a:pt x="11145" y="3025614"/>
                  <a:pt x="22975" y="2966933"/>
                </a:cubicBezTo>
                <a:lnTo>
                  <a:pt x="475673" y="1565525"/>
                </a:lnTo>
                <a:cubicBezTo>
                  <a:pt x="484770" y="1523552"/>
                  <a:pt x="493868" y="1474282"/>
                  <a:pt x="483859" y="1435045"/>
                </a:cubicBezTo>
                <a:lnTo>
                  <a:pt x="10917" y="92899"/>
                </a:lnTo>
                <a:close/>
              </a:path>
            </a:pathLst>
          </a:custGeom>
          <a:solidFill>
            <a:srgbClr val="00A4E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sp>
        <p:nvSpPr>
          <p:cNvPr id="9" name="Freeform 8"/>
          <p:cNvSpPr/>
          <p:nvPr/>
        </p:nvSpPr>
        <p:spPr>
          <a:xfrm>
            <a:off x="6028267" y="1912941"/>
            <a:ext cx="3048000" cy="3043237"/>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77737" h="3052171">
                <a:moveTo>
                  <a:pt x="10917" y="92899"/>
                </a:moveTo>
                <a:cubicBezTo>
                  <a:pt x="0" y="37398"/>
                  <a:pt x="26238" y="995"/>
                  <a:pt x="147029" y="93"/>
                </a:cubicBezTo>
                <a:lnTo>
                  <a:pt x="3617350" y="0"/>
                </a:lnTo>
                <a:cubicBezTo>
                  <a:pt x="3676490" y="2737"/>
                  <a:pt x="3767488" y="27277"/>
                  <a:pt x="3780226" y="76549"/>
                </a:cubicBezTo>
                <a:lnTo>
                  <a:pt x="4261359" y="1439952"/>
                </a:lnTo>
                <a:cubicBezTo>
                  <a:pt x="4277737" y="1508387"/>
                  <a:pt x="4269548" y="1530285"/>
                  <a:pt x="4261359" y="1576820"/>
                </a:cubicBezTo>
                <a:lnTo>
                  <a:pt x="3783487" y="2964668"/>
                </a:lnTo>
                <a:cubicBezTo>
                  <a:pt x="3773478" y="3019416"/>
                  <a:pt x="3646913" y="3052171"/>
                  <a:pt x="3604149" y="3049434"/>
                </a:cubicBezTo>
                <a:lnTo>
                  <a:pt x="158027" y="3046790"/>
                </a:lnTo>
                <a:cubicBezTo>
                  <a:pt x="61122" y="3045877"/>
                  <a:pt x="11145" y="3025614"/>
                  <a:pt x="22975" y="2966933"/>
                </a:cubicBezTo>
                <a:lnTo>
                  <a:pt x="475673" y="1565525"/>
                </a:lnTo>
                <a:cubicBezTo>
                  <a:pt x="484770" y="1523552"/>
                  <a:pt x="493868" y="1474282"/>
                  <a:pt x="483859" y="1435045"/>
                </a:cubicBezTo>
                <a:lnTo>
                  <a:pt x="10917" y="92899"/>
                </a:lnTo>
                <a:close/>
              </a:path>
            </a:pathLst>
          </a:custGeom>
          <a:solidFill>
            <a:srgbClr val="00A4E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sp>
        <p:nvSpPr>
          <p:cNvPr id="10" name="Freeform 9"/>
          <p:cNvSpPr/>
          <p:nvPr/>
        </p:nvSpPr>
        <p:spPr>
          <a:xfrm>
            <a:off x="8862484" y="1912941"/>
            <a:ext cx="3048000" cy="3043237"/>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77737" h="3052171">
                <a:moveTo>
                  <a:pt x="10917" y="92899"/>
                </a:moveTo>
                <a:cubicBezTo>
                  <a:pt x="0" y="37398"/>
                  <a:pt x="26238" y="995"/>
                  <a:pt x="147029" y="93"/>
                </a:cubicBezTo>
                <a:lnTo>
                  <a:pt x="3617350" y="0"/>
                </a:lnTo>
                <a:cubicBezTo>
                  <a:pt x="3676490" y="2737"/>
                  <a:pt x="3767488" y="27277"/>
                  <a:pt x="3780226" y="76549"/>
                </a:cubicBezTo>
                <a:lnTo>
                  <a:pt x="4261359" y="1439952"/>
                </a:lnTo>
                <a:cubicBezTo>
                  <a:pt x="4277737" y="1508387"/>
                  <a:pt x="4269548" y="1530285"/>
                  <a:pt x="4261359" y="1576820"/>
                </a:cubicBezTo>
                <a:lnTo>
                  <a:pt x="3783487" y="2964668"/>
                </a:lnTo>
                <a:cubicBezTo>
                  <a:pt x="3773478" y="3019416"/>
                  <a:pt x="3646913" y="3052171"/>
                  <a:pt x="3604149" y="3049434"/>
                </a:cubicBezTo>
                <a:lnTo>
                  <a:pt x="158027" y="3046790"/>
                </a:lnTo>
                <a:cubicBezTo>
                  <a:pt x="61122" y="3045877"/>
                  <a:pt x="11145" y="3025614"/>
                  <a:pt x="22975" y="2966933"/>
                </a:cubicBezTo>
                <a:lnTo>
                  <a:pt x="475673" y="1565525"/>
                </a:lnTo>
                <a:cubicBezTo>
                  <a:pt x="484770" y="1523552"/>
                  <a:pt x="493868" y="1474282"/>
                  <a:pt x="483859" y="1435045"/>
                </a:cubicBezTo>
                <a:lnTo>
                  <a:pt x="10917" y="92899"/>
                </a:lnTo>
                <a:close/>
              </a:path>
            </a:pathLst>
          </a:custGeom>
          <a:solidFill>
            <a:srgbClr val="00A4E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pic>
        <p:nvPicPr>
          <p:cNvPr id="11"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745069" y="1946812"/>
            <a:ext cx="2238492" cy="3012223"/>
          </a:xfrm>
        </p:spPr>
        <p:txBody>
          <a:bodyPr>
            <a:normAutofit/>
          </a:bodyPr>
          <a:lstStyle>
            <a:lvl1pPr marL="0" indent="0">
              <a:spcAft>
                <a:spcPts val="1400"/>
              </a:spcAft>
              <a:defRPr sz="1200">
                <a:solidFill>
                  <a:schemeClr val="tx1"/>
                </a:solidFill>
              </a:defRPr>
            </a:lvl1pPr>
            <a:lvl2pPr>
              <a:buClr>
                <a:schemeClr val="tx1"/>
              </a:buClr>
              <a:defRPr sz="1200">
                <a:solidFill>
                  <a:schemeClr val="tx1"/>
                </a:solidFill>
              </a:defRPr>
            </a:lvl2pPr>
            <a:lvl3pPr>
              <a:defRPr sz="1100">
                <a:solidFill>
                  <a:schemeClr val="tx1"/>
                </a:solidFill>
              </a:defRPr>
            </a:lvl3pPr>
            <a:lvl4pPr>
              <a:defRPr sz="1100">
                <a:solidFill>
                  <a:schemeClr val="tx1"/>
                </a:solidFill>
              </a:defRPr>
            </a:lvl4pPr>
            <a:lvl5pPr>
              <a:defRPr sz="9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
          <p:cNvSpPr>
            <a:spLocks noGrp="1"/>
          </p:cNvSpPr>
          <p:nvPr>
            <p:ph idx="12"/>
          </p:nvPr>
        </p:nvSpPr>
        <p:spPr>
          <a:xfrm>
            <a:off x="3580461" y="1946812"/>
            <a:ext cx="2238492" cy="3012223"/>
          </a:xfrm>
        </p:spPr>
        <p:txBody>
          <a:bodyPr>
            <a:normAutofit/>
          </a:bodyPr>
          <a:lstStyle>
            <a:lvl1pPr marL="0" indent="0">
              <a:spcAft>
                <a:spcPts val="1400"/>
              </a:spcAft>
              <a:defRPr sz="1200">
                <a:solidFill>
                  <a:schemeClr val="tx1"/>
                </a:solidFill>
              </a:defRPr>
            </a:lvl1pPr>
            <a:lvl2pPr>
              <a:buClr>
                <a:schemeClr val="tx1"/>
              </a:buClr>
              <a:defRPr sz="1200">
                <a:solidFill>
                  <a:schemeClr val="tx1"/>
                </a:solidFill>
              </a:defRPr>
            </a:lvl2pPr>
            <a:lvl3pPr>
              <a:defRPr sz="1100">
                <a:solidFill>
                  <a:schemeClr val="tx1"/>
                </a:solidFill>
              </a:defRPr>
            </a:lvl3pPr>
            <a:lvl4pPr>
              <a:defRPr sz="1100">
                <a:solidFill>
                  <a:schemeClr val="tx1"/>
                </a:solidFill>
              </a:defRPr>
            </a:lvl4pPr>
            <a:lvl5pPr>
              <a:defRPr sz="9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3"/>
          </p:nvPr>
        </p:nvSpPr>
        <p:spPr>
          <a:xfrm>
            <a:off x="6415877" y="1946812"/>
            <a:ext cx="2238492" cy="3012223"/>
          </a:xfrm>
        </p:spPr>
        <p:txBody>
          <a:bodyPr>
            <a:normAutofit/>
          </a:bodyPr>
          <a:lstStyle>
            <a:lvl1pPr marL="0" indent="0">
              <a:spcAft>
                <a:spcPts val="1400"/>
              </a:spcAft>
              <a:defRPr sz="1200">
                <a:solidFill>
                  <a:schemeClr val="tx1"/>
                </a:solidFill>
              </a:defRPr>
            </a:lvl1pPr>
            <a:lvl2pPr>
              <a:buClr>
                <a:schemeClr val="tx1"/>
              </a:buClr>
              <a:defRPr sz="1200">
                <a:solidFill>
                  <a:schemeClr val="tx1"/>
                </a:solidFill>
              </a:defRPr>
            </a:lvl2pPr>
            <a:lvl3pPr>
              <a:defRPr sz="1100">
                <a:solidFill>
                  <a:schemeClr val="tx1"/>
                </a:solidFill>
              </a:defRPr>
            </a:lvl3pPr>
            <a:lvl4pPr>
              <a:defRPr sz="1100">
                <a:solidFill>
                  <a:schemeClr val="tx1"/>
                </a:solidFill>
              </a:defRPr>
            </a:lvl4pPr>
            <a:lvl5pPr>
              <a:defRPr sz="9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4"/>
          </p:nvPr>
        </p:nvSpPr>
        <p:spPr>
          <a:xfrm>
            <a:off x="9251262" y="1946812"/>
            <a:ext cx="2238492" cy="3012223"/>
          </a:xfrm>
        </p:spPr>
        <p:txBody>
          <a:bodyPr>
            <a:normAutofit/>
          </a:bodyPr>
          <a:lstStyle>
            <a:lvl1pPr marL="0" indent="0">
              <a:spcAft>
                <a:spcPts val="1400"/>
              </a:spcAft>
              <a:defRPr sz="1200">
                <a:solidFill>
                  <a:schemeClr val="tx1"/>
                </a:solidFill>
              </a:defRPr>
            </a:lvl1pPr>
            <a:lvl2pPr>
              <a:buClr>
                <a:schemeClr val="tx1"/>
              </a:buClr>
              <a:defRPr sz="1200">
                <a:solidFill>
                  <a:schemeClr val="tx1"/>
                </a:solidFill>
              </a:defRPr>
            </a:lvl2pPr>
            <a:lvl3pPr>
              <a:defRPr sz="1100">
                <a:solidFill>
                  <a:schemeClr val="tx1"/>
                </a:solidFill>
              </a:defRPr>
            </a:lvl3pPr>
            <a:lvl4pPr>
              <a:defRPr sz="1100">
                <a:solidFill>
                  <a:schemeClr val="tx1"/>
                </a:solidFill>
              </a:defRPr>
            </a:lvl4pPr>
            <a:lvl5pPr>
              <a:defRPr sz="9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16" name="Slide Number Placeholder 6"/>
          <p:cNvSpPr>
            <a:spLocks noGrp="1"/>
          </p:cNvSpPr>
          <p:nvPr>
            <p:ph type="sldNum" sz="quarter" idx="15"/>
          </p:nvPr>
        </p:nvSpPr>
        <p:spPr/>
        <p:txBody>
          <a:bodyPr/>
          <a:lstStyle>
            <a:lvl1pPr>
              <a:defRPr/>
            </a:lvl1pPr>
          </a:lstStyle>
          <a:p>
            <a:pPr>
              <a:defRPr/>
            </a:pPr>
            <a:fld id="{4F5F2EE7-757D-48C7-9DF7-7D1364E5AE42}" type="slidenum">
              <a:rPr lang="en-US">
                <a:solidFill>
                  <a:srgbClr val="333333"/>
                </a:solidFill>
              </a:rPr>
              <a:pPr>
                <a:defRPr/>
              </a:pPr>
              <a:t>‹#›</a:t>
            </a:fld>
            <a:endParaRPr lang="en-US" dirty="0">
              <a:solidFill>
                <a:srgbClr val="333333"/>
              </a:solidFill>
            </a:endParaRPr>
          </a:p>
        </p:txBody>
      </p:sp>
      <p:sp>
        <p:nvSpPr>
          <p:cNvPr id="17" name="Footer Placeholder 7"/>
          <p:cNvSpPr>
            <a:spLocks noGrp="1"/>
          </p:cNvSpPr>
          <p:nvPr>
            <p:ph type="ftr" sz="quarter" idx="16"/>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339371397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8"/>
                                        </p:tgtEl>
                                        <p:attrNameLst>
                                          <p:attrName>fillcolor</p:attrName>
                                        </p:attrNameLst>
                                      </p:cBhvr>
                                      <p:to>
                                        <a:schemeClr val="accent1"/>
                                      </p:to>
                                    </p:animClr>
                                    <p:set>
                                      <p:cBhvr>
                                        <p:cTn id="7" dur="500" fill="hold"/>
                                        <p:tgtEl>
                                          <p:spTgt spid="8"/>
                                        </p:tgtEl>
                                        <p:attrNameLst>
                                          <p:attrName>fill.type</p:attrName>
                                        </p:attrNameLst>
                                      </p:cBhvr>
                                      <p:to>
                                        <p:strVal val="solid"/>
                                      </p:to>
                                    </p:set>
                                    <p:set>
                                      <p:cBhvr>
                                        <p:cTn id="8" dur="500" fill="hold"/>
                                        <p:tgtEl>
                                          <p:spTgt spid="8"/>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1000" fill="hold"/>
                                        <p:tgtEl>
                                          <p:spTgt spid="7"/>
                                        </p:tgtEl>
                                        <p:attrNameLst>
                                          <p:attrName>fillcolor</p:attrName>
                                        </p:attrNameLst>
                                      </p:cBhvr>
                                      <p:to>
                                        <a:srgbClr val="8CA0A9"/>
                                      </p:to>
                                    </p:animClr>
                                    <p:set>
                                      <p:cBhvr>
                                        <p:cTn id="11" dur="1000" fill="hold"/>
                                        <p:tgtEl>
                                          <p:spTgt spid="7"/>
                                        </p:tgtEl>
                                        <p:attrNameLst>
                                          <p:attrName>fill.type</p:attrName>
                                        </p:attrNameLst>
                                      </p:cBhvr>
                                      <p:to>
                                        <p:strVal val="solid"/>
                                      </p:to>
                                    </p:set>
                                    <p:set>
                                      <p:cBhvr>
                                        <p:cTn id="12" dur="1000" fill="hold"/>
                                        <p:tgtEl>
                                          <p:spTgt spid="7"/>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mph" presetSubtype="2" fill="hold" nodeType="clickEffect">
                                  <p:stCondLst>
                                    <p:cond delay="0"/>
                                  </p:stCondLst>
                                  <p:childTnLst>
                                    <p:animClr clrSpc="rgb" dir="cw">
                                      <p:cBhvr>
                                        <p:cTn id="16" dur="500" fill="hold"/>
                                        <p:tgtEl>
                                          <p:spTgt spid="9"/>
                                        </p:tgtEl>
                                        <p:attrNameLst>
                                          <p:attrName>fillcolor</p:attrName>
                                        </p:attrNameLst>
                                      </p:cBhvr>
                                      <p:to>
                                        <a:schemeClr val="accent1"/>
                                      </p:to>
                                    </p:animClr>
                                    <p:set>
                                      <p:cBhvr>
                                        <p:cTn id="17" dur="500" fill="hold"/>
                                        <p:tgtEl>
                                          <p:spTgt spid="9"/>
                                        </p:tgtEl>
                                        <p:attrNameLst>
                                          <p:attrName>fill.type</p:attrName>
                                        </p:attrNameLst>
                                      </p:cBhvr>
                                      <p:to>
                                        <p:strVal val="solid"/>
                                      </p:to>
                                    </p:set>
                                    <p:set>
                                      <p:cBhvr>
                                        <p:cTn id="18" dur="500" fill="hold"/>
                                        <p:tgtEl>
                                          <p:spTgt spid="9"/>
                                        </p:tgtEl>
                                        <p:attrNameLst>
                                          <p:attrName>fill.on</p:attrName>
                                        </p:attrNameLst>
                                      </p:cBhvr>
                                      <p:to>
                                        <p:strVal val="true"/>
                                      </p:to>
                                    </p:set>
                                  </p:childTnLst>
                                </p:cTn>
                              </p:par>
                              <p:par>
                                <p:cTn id="19" presetID="1" presetClass="emph" presetSubtype="2" fill="hold" nodeType="withEffect">
                                  <p:stCondLst>
                                    <p:cond delay="0"/>
                                  </p:stCondLst>
                                  <p:childTnLst>
                                    <p:animClr clrSpc="rgb" dir="cw">
                                      <p:cBhvr>
                                        <p:cTn id="20" dur="1000" fill="hold"/>
                                        <p:tgtEl>
                                          <p:spTgt spid="8"/>
                                        </p:tgtEl>
                                        <p:attrNameLst>
                                          <p:attrName>fillcolor</p:attrName>
                                        </p:attrNameLst>
                                      </p:cBhvr>
                                      <p:to>
                                        <a:srgbClr val="8CA0A9"/>
                                      </p:to>
                                    </p:animClr>
                                    <p:set>
                                      <p:cBhvr>
                                        <p:cTn id="21" dur="1000" fill="hold"/>
                                        <p:tgtEl>
                                          <p:spTgt spid="8"/>
                                        </p:tgtEl>
                                        <p:attrNameLst>
                                          <p:attrName>fill.type</p:attrName>
                                        </p:attrNameLst>
                                      </p:cBhvr>
                                      <p:to>
                                        <p:strVal val="solid"/>
                                      </p:to>
                                    </p:set>
                                    <p:set>
                                      <p:cBhvr>
                                        <p:cTn id="22" dur="1000" fill="hold"/>
                                        <p:tgtEl>
                                          <p:spTgt spid="8"/>
                                        </p:tgtEl>
                                        <p:attrNameLst>
                                          <p:attrName>fill.on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1" presetClass="emph" presetSubtype="2" fill="hold" nodeType="clickEffect">
                                  <p:stCondLst>
                                    <p:cond delay="0"/>
                                  </p:stCondLst>
                                  <p:childTnLst>
                                    <p:animClr clrSpc="rgb" dir="cw">
                                      <p:cBhvr>
                                        <p:cTn id="26" dur="500" fill="hold"/>
                                        <p:tgtEl>
                                          <p:spTgt spid="10"/>
                                        </p:tgtEl>
                                        <p:attrNameLst>
                                          <p:attrName>fillcolor</p:attrName>
                                        </p:attrNameLst>
                                      </p:cBhvr>
                                      <p:to>
                                        <a:schemeClr val="accent1"/>
                                      </p:to>
                                    </p:animClr>
                                    <p:set>
                                      <p:cBhvr>
                                        <p:cTn id="27" dur="500" fill="hold"/>
                                        <p:tgtEl>
                                          <p:spTgt spid="10"/>
                                        </p:tgtEl>
                                        <p:attrNameLst>
                                          <p:attrName>fill.type</p:attrName>
                                        </p:attrNameLst>
                                      </p:cBhvr>
                                      <p:to>
                                        <p:strVal val="solid"/>
                                      </p:to>
                                    </p:set>
                                    <p:set>
                                      <p:cBhvr>
                                        <p:cTn id="28" dur="500" fill="hold"/>
                                        <p:tgtEl>
                                          <p:spTgt spid="10"/>
                                        </p:tgtEl>
                                        <p:attrNameLst>
                                          <p:attrName>fill.on</p:attrName>
                                        </p:attrNameLst>
                                      </p:cBhvr>
                                      <p:to>
                                        <p:strVal val="true"/>
                                      </p:to>
                                    </p:set>
                                  </p:childTnLst>
                                </p:cTn>
                              </p:par>
                              <p:par>
                                <p:cTn id="29" presetID="1" presetClass="emph" presetSubtype="2" fill="hold" nodeType="withEffect">
                                  <p:stCondLst>
                                    <p:cond delay="0"/>
                                  </p:stCondLst>
                                  <p:childTnLst>
                                    <p:animClr clrSpc="rgb" dir="cw">
                                      <p:cBhvr>
                                        <p:cTn id="30" dur="1000" fill="hold"/>
                                        <p:tgtEl>
                                          <p:spTgt spid="9"/>
                                        </p:tgtEl>
                                        <p:attrNameLst>
                                          <p:attrName>fillcolor</p:attrName>
                                        </p:attrNameLst>
                                      </p:cBhvr>
                                      <p:to>
                                        <a:srgbClr val="8CA0A9"/>
                                      </p:to>
                                    </p:animClr>
                                    <p:set>
                                      <p:cBhvr>
                                        <p:cTn id="31" dur="1000" fill="hold"/>
                                        <p:tgtEl>
                                          <p:spTgt spid="9"/>
                                        </p:tgtEl>
                                        <p:attrNameLst>
                                          <p:attrName>fill.type</p:attrName>
                                        </p:attrNameLst>
                                      </p:cBhvr>
                                      <p:to>
                                        <p:strVal val="solid"/>
                                      </p:to>
                                    </p:set>
                                    <p:set>
                                      <p:cBhvr>
                                        <p:cTn id="32" dur="1000" fill="hold"/>
                                        <p:tgtEl>
                                          <p:spTgt spid="9"/>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8.xml><?xml version="1.0" encoding="utf-8"?>
<p:sldLayout xmlns:a="http://schemas.openxmlformats.org/drawingml/2006/main" xmlns:r="http://schemas.openxmlformats.org/officeDocument/2006/relationships" xmlns:p="http://schemas.openxmlformats.org/presentationml/2006/main" type="obj" preserve="1">
  <p:cSld name="Title and 4-column text Arrow Headlines">
    <p:spTree>
      <p:nvGrpSpPr>
        <p:cNvPr id="1" name=""/>
        <p:cNvGrpSpPr/>
        <p:nvPr/>
      </p:nvGrpSpPr>
      <p:grpSpPr>
        <a:xfrm>
          <a:off x="0" y="0"/>
          <a:ext cx="0" cy="0"/>
          <a:chOff x="0" y="0"/>
          <a:chExt cx="0" cy="0"/>
        </a:xfrm>
      </p:grpSpPr>
      <p:pic>
        <p:nvPicPr>
          <p:cNvPr id="7"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556922" y="1986323"/>
            <a:ext cx="2404061" cy="3955703"/>
          </a:xfrm>
        </p:spPr>
        <p:txBody>
          <a:bodyPr>
            <a:normAutofit/>
          </a:bodyPr>
          <a:lstStyle>
            <a:lvl1pPr marL="0" indent="0">
              <a:spcAft>
                <a:spcPts val="1400"/>
              </a:spcAft>
              <a:defRPr sz="1400">
                <a:solidFill>
                  <a:schemeClr val="tx1"/>
                </a:solidFill>
              </a:defRPr>
            </a:lvl1pPr>
            <a:lvl2pPr>
              <a:buClr>
                <a:schemeClr val="bg1"/>
              </a:buClr>
              <a:defRPr sz="1200">
                <a:solidFill>
                  <a:schemeClr val="bg1"/>
                </a:solidFill>
              </a:defRPr>
            </a:lvl2pPr>
            <a:lvl3pPr>
              <a:defRPr sz="1100">
                <a:solidFill>
                  <a:schemeClr val="bg1"/>
                </a:solidFill>
              </a:defRPr>
            </a:lvl3pPr>
            <a:lvl4pPr>
              <a:defRPr sz="11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
          <p:cNvSpPr>
            <a:spLocks noGrp="1"/>
          </p:cNvSpPr>
          <p:nvPr>
            <p:ph idx="12"/>
          </p:nvPr>
        </p:nvSpPr>
        <p:spPr>
          <a:xfrm>
            <a:off x="3404858" y="1986323"/>
            <a:ext cx="2404061" cy="3955703"/>
          </a:xfrm>
        </p:spPr>
        <p:txBody>
          <a:bodyPr>
            <a:normAutofit/>
          </a:bodyPr>
          <a:lstStyle>
            <a:lvl1pPr marL="0" indent="0">
              <a:spcAft>
                <a:spcPts val="1400"/>
              </a:spcAft>
              <a:defRPr sz="1400">
                <a:solidFill>
                  <a:schemeClr val="tx1"/>
                </a:solidFill>
              </a:defRPr>
            </a:lvl1pPr>
            <a:lvl2pPr>
              <a:buClr>
                <a:schemeClr val="bg1"/>
              </a:buClr>
              <a:defRPr sz="1200">
                <a:solidFill>
                  <a:schemeClr val="bg1"/>
                </a:solidFill>
              </a:defRPr>
            </a:lvl2pPr>
            <a:lvl3pPr>
              <a:defRPr sz="1100">
                <a:solidFill>
                  <a:schemeClr val="bg1"/>
                </a:solidFill>
              </a:defRPr>
            </a:lvl3pPr>
            <a:lvl4pPr>
              <a:defRPr sz="11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3"/>
          </p:nvPr>
        </p:nvSpPr>
        <p:spPr>
          <a:xfrm>
            <a:off x="6252794" y="1986323"/>
            <a:ext cx="2404061" cy="3955703"/>
          </a:xfrm>
        </p:spPr>
        <p:txBody>
          <a:bodyPr>
            <a:normAutofit/>
          </a:bodyPr>
          <a:lstStyle>
            <a:lvl1pPr marL="0" indent="0">
              <a:spcAft>
                <a:spcPts val="1400"/>
              </a:spcAft>
              <a:defRPr sz="1400">
                <a:solidFill>
                  <a:schemeClr val="tx1"/>
                </a:solidFill>
              </a:defRPr>
            </a:lvl1pPr>
            <a:lvl2pPr>
              <a:buClr>
                <a:schemeClr val="bg1"/>
              </a:buClr>
              <a:defRPr sz="1200">
                <a:solidFill>
                  <a:schemeClr val="bg1"/>
                </a:solidFill>
              </a:defRPr>
            </a:lvl2pPr>
            <a:lvl3pPr>
              <a:defRPr sz="1100">
                <a:solidFill>
                  <a:schemeClr val="bg1"/>
                </a:solidFill>
              </a:defRPr>
            </a:lvl3pPr>
            <a:lvl4pPr>
              <a:defRPr sz="11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4"/>
          </p:nvPr>
        </p:nvSpPr>
        <p:spPr>
          <a:xfrm>
            <a:off x="9100730" y="1986323"/>
            <a:ext cx="2404061" cy="3955703"/>
          </a:xfrm>
        </p:spPr>
        <p:txBody>
          <a:bodyPr>
            <a:normAutofit/>
          </a:bodyPr>
          <a:lstStyle>
            <a:lvl1pPr marL="0" indent="0">
              <a:spcAft>
                <a:spcPts val="1400"/>
              </a:spcAft>
              <a:defRPr sz="1400">
                <a:solidFill>
                  <a:schemeClr val="tx1"/>
                </a:solidFill>
              </a:defRPr>
            </a:lvl1pPr>
            <a:lvl2pPr>
              <a:buClr>
                <a:schemeClr val="bg1"/>
              </a:buClr>
              <a:defRPr sz="1200">
                <a:solidFill>
                  <a:schemeClr val="bg1"/>
                </a:solidFill>
              </a:defRPr>
            </a:lvl2pPr>
            <a:lvl3pPr>
              <a:defRPr sz="1100">
                <a:solidFill>
                  <a:schemeClr val="bg1"/>
                </a:solidFill>
              </a:defRPr>
            </a:lvl3pPr>
            <a:lvl4pPr>
              <a:defRPr sz="11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9" name="Slide Number Placeholder 6"/>
          <p:cNvSpPr>
            <a:spLocks noGrp="1"/>
          </p:cNvSpPr>
          <p:nvPr>
            <p:ph type="sldNum" sz="quarter" idx="15"/>
          </p:nvPr>
        </p:nvSpPr>
        <p:spPr/>
        <p:txBody>
          <a:bodyPr/>
          <a:lstStyle>
            <a:lvl1pPr>
              <a:defRPr/>
            </a:lvl1pPr>
          </a:lstStyle>
          <a:p>
            <a:pPr>
              <a:defRPr/>
            </a:pPr>
            <a:fld id="{72BD8742-51CB-4BB3-A5DA-9F2188B23D97}" type="slidenum">
              <a:rPr lang="en-US">
                <a:solidFill>
                  <a:srgbClr val="333333"/>
                </a:solidFill>
              </a:rPr>
              <a:pPr>
                <a:defRPr/>
              </a:pPr>
              <a:t>‹#›</a:t>
            </a:fld>
            <a:endParaRPr lang="en-US" dirty="0">
              <a:solidFill>
                <a:srgbClr val="333333"/>
              </a:solidFill>
            </a:endParaRPr>
          </a:p>
        </p:txBody>
      </p:sp>
      <p:sp>
        <p:nvSpPr>
          <p:cNvPr id="10" name="Footer Placeholder 7"/>
          <p:cNvSpPr>
            <a:spLocks noGrp="1"/>
          </p:cNvSpPr>
          <p:nvPr>
            <p:ph type="ftr" sz="quarter" idx="16"/>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2316367480"/>
      </p:ext>
    </p:extLst>
  </p:cSld>
  <p:clrMapOvr>
    <a:masterClrMapping/>
  </p:clrMapOvr>
  <p:transition spd="slow"/>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Title and 4-column Vertical Stack Arrows">
    <p:spTree>
      <p:nvGrpSpPr>
        <p:cNvPr id="1" name=""/>
        <p:cNvGrpSpPr/>
        <p:nvPr/>
      </p:nvGrpSpPr>
      <p:grpSpPr>
        <a:xfrm>
          <a:off x="0" y="0"/>
          <a:ext cx="0" cy="0"/>
          <a:chOff x="0" y="0"/>
          <a:chExt cx="0" cy="0"/>
        </a:xfrm>
      </p:grpSpPr>
      <p:sp>
        <p:nvSpPr>
          <p:cNvPr id="11" name="Freeform 10"/>
          <p:cNvSpPr/>
          <p:nvPr/>
        </p:nvSpPr>
        <p:spPr>
          <a:xfrm>
            <a:off x="457201" y="5040317"/>
            <a:ext cx="2747433" cy="655637"/>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83859 w 4277737"/>
              <a:gd name="connsiteY10" fmla="*/ 1435045 h 3052171"/>
              <a:gd name="connsiteX11" fmla="*/ 10917 w 4277737"/>
              <a:gd name="connsiteY11" fmla="*/ 92899 h 3052171"/>
              <a:gd name="connsiteX0" fmla="*/ 80311 w 4347131"/>
              <a:gd name="connsiteY0" fmla="*/ 92899 h 3052171"/>
              <a:gd name="connsiteX1" fmla="*/ 216423 w 4347131"/>
              <a:gd name="connsiteY1" fmla="*/ 93 h 3052171"/>
              <a:gd name="connsiteX2" fmla="*/ 3686744 w 4347131"/>
              <a:gd name="connsiteY2" fmla="*/ 0 h 3052171"/>
              <a:gd name="connsiteX3" fmla="*/ 3849620 w 4347131"/>
              <a:gd name="connsiteY3" fmla="*/ 76549 h 3052171"/>
              <a:gd name="connsiteX4" fmla="*/ 4330753 w 4347131"/>
              <a:gd name="connsiteY4" fmla="*/ 1439952 h 3052171"/>
              <a:gd name="connsiteX5" fmla="*/ 4330753 w 4347131"/>
              <a:gd name="connsiteY5" fmla="*/ 1576820 h 3052171"/>
              <a:gd name="connsiteX6" fmla="*/ 3852881 w 4347131"/>
              <a:gd name="connsiteY6" fmla="*/ 2964668 h 3052171"/>
              <a:gd name="connsiteX7" fmla="*/ 3673543 w 4347131"/>
              <a:gd name="connsiteY7" fmla="*/ 3049434 h 3052171"/>
              <a:gd name="connsiteX8" fmla="*/ 227421 w 4347131"/>
              <a:gd name="connsiteY8" fmla="*/ 3046790 h 3052171"/>
              <a:gd name="connsiteX9" fmla="*/ 92369 w 4347131"/>
              <a:gd name="connsiteY9" fmla="*/ 2966933 h 3052171"/>
              <a:gd name="connsiteX10" fmla="*/ 0 w 4347131"/>
              <a:gd name="connsiteY10" fmla="*/ 1589962 h 3052171"/>
              <a:gd name="connsiteX11" fmla="*/ 80311 w 4347131"/>
              <a:gd name="connsiteY11" fmla="*/ 92899 h 3052171"/>
              <a:gd name="connsiteX0" fmla="*/ 10918 w 4357587"/>
              <a:gd name="connsiteY0" fmla="*/ 402738 h 3052171"/>
              <a:gd name="connsiteX1" fmla="*/ 226879 w 4357587"/>
              <a:gd name="connsiteY1" fmla="*/ 93 h 3052171"/>
              <a:gd name="connsiteX2" fmla="*/ 3697200 w 4357587"/>
              <a:gd name="connsiteY2" fmla="*/ 0 h 3052171"/>
              <a:gd name="connsiteX3" fmla="*/ 3860076 w 4357587"/>
              <a:gd name="connsiteY3" fmla="*/ 76549 h 3052171"/>
              <a:gd name="connsiteX4" fmla="*/ 4341209 w 4357587"/>
              <a:gd name="connsiteY4" fmla="*/ 1439952 h 3052171"/>
              <a:gd name="connsiteX5" fmla="*/ 4341209 w 4357587"/>
              <a:gd name="connsiteY5" fmla="*/ 1576820 h 3052171"/>
              <a:gd name="connsiteX6" fmla="*/ 3863337 w 4357587"/>
              <a:gd name="connsiteY6" fmla="*/ 2964668 h 3052171"/>
              <a:gd name="connsiteX7" fmla="*/ 3683999 w 4357587"/>
              <a:gd name="connsiteY7" fmla="*/ 3049434 h 3052171"/>
              <a:gd name="connsiteX8" fmla="*/ 237877 w 4357587"/>
              <a:gd name="connsiteY8" fmla="*/ 3046790 h 3052171"/>
              <a:gd name="connsiteX9" fmla="*/ 102825 w 4357587"/>
              <a:gd name="connsiteY9" fmla="*/ 2966933 h 3052171"/>
              <a:gd name="connsiteX10" fmla="*/ 10456 w 4357587"/>
              <a:gd name="connsiteY10" fmla="*/ 1589962 h 3052171"/>
              <a:gd name="connsiteX11" fmla="*/ 10918 w 4357587"/>
              <a:gd name="connsiteY11" fmla="*/ 402738 h 3052171"/>
              <a:gd name="connsiteX0" fmla="*/ 11181 w 4357850"/>
              <a:gd name="connsiteY0" fmla="*/ 402738 h 3052171"/>
              <a:gd name="connsiteX1" fmla="*/ 227142 w 4357850"/>
              <a:gd name="connsiteY1" fmla="*/ 93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52171"/>
              <a:gd name="connsiteX1" fmla="*/ 175809 w 4357850"/>
              <a:gd name="connsiteY1" fmla="*/ 96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9 w 4357850"/>
              <a:gd name="connsiteY10" fmla="*/ 1589962 h 3068925"/>
              <a:gd name="connsiteX11" fmla="*/ 11181 w 4357850"/>
              <a:gd name="connsiteY11" fmla="*/ 402738 h 3068925"/>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997513"/>
              <a:gd name="connsiteX1" fmla="*/ 141587 w 4357850"/>
              <a:gd name="connsiteY1" fmla="*/ 96 h 3997513"/>
              <a:gd name="connsiteX2" fmla="*/ 3697463 w 4357850"/>
              <a:gd name="connsiteY2" fmla="*/ 0 h 3997513"/>
              <a:gd name="connsiteX3" fmla="*/ 3860339 w 4357850"/>
              <a:gd name="connsiteY3" fmla="*/ 76549 h 3997513"/>
              <a:gd name="connsiteX4" fmla="*/ 4341472 w 4357850"/>
              <a:gd name="connsiteY4" fmla="*/ 1439952 h 3997513"/>
              <a:gd name="connsiteX5" fmla="*/ 4341472 w 4357850"/>
              <a:gd name="connsiteY5" fmla="*/ 1576820 h 3997513"/>
              <a:gd name="connsiteX6" fmla="*/ 3863600 w 4357850"/>
              <a:gd name="connsiteY6" fmla="*/ 2964668 h 3997513"/>
              <a:gd name="connsiteX7" fmla="*/ 3684262 w 4357850"/>
              <a:gd name="connsiteY7" fmla="*/ 3049434 h 3997513"/>
              <a:gd name="connsiteX8" fmla="*/ 135474 w 4357850"/>
              <a:gd name="connsiteY8" fmla="*/ 3068925 h 3997513"/>
              <a:gd name="connsiteX9" fmla="*/ 11831 w 4357850"/>
              <a:gd name="connsiteY9" fmla="*/ 2701358 h 3997513"/>
              <a:gd name="connsiteX10" fmla="*/ 10718 w 4357850"/>
              <a:gd name="connsiteY10" fmla="*/ 1589963 h 3997513"/>
              <a:gd name="connsiteX11" fmla="*/ 11181 w 4357850"/>
              <a:gd name="connsiteY11" fmla="*/ 402738 h 3997513"/>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49662"/>
              <a:gd name="connsiteY0" fmla="*/ 402738 h 3090138"/>
              <a:gd name="connsiteX1" fmla="*/ 141587 w 4349662"/>
              <a:gd name="connsiteY1" fmla="*/ 96 h 3090138"/>
              <a:gd name="connsiteX2" fmla="*/ 3697463 w 4349662"/>
              <a:gd name="connsiteY2" fmla="*/ 0 h 3090138"/>
              <a:gd name="connsiteX3" fmla="*/ 3860339 w 4349662"/>
              <a:gd name="connsiteY3" fmla="*/ 76549 h 3090138"/>
              <a:gd name="connsiteX4" fmla="*/ 4187473 w 4349662"/>
              <a:gd name="connsiteY4" fmla="*/ 1240774 h 3090138"/>
              <a:gd name="connsiteX5" fmla="*/ 4341472 w 4349662"/>
              <a:gd name="connsiteY5" fmla="*/ 1576820 h 3090138"/>
              <a:gd name="connsiteX6" fmla="*/ 3863600 w 4349662"/>
              <a:gd name="connsiteY6" fmla="*/ 2964668 h 3090138"/>
              <a:gd name="connsiteX7" fmla="*/ 3684262 w 4349662"/>
              <a:gd name="connsiteY7" fmla="*/ 3049434 h 3090138"/>
              <a:gd name="connsiteX8" fmla="*/ 135474 w 4349662"/>
              <a:gd name="connsiteY8" fmla="*/ 3068925 h 3090138"/>
              <a:gd name="connsiteX9" fmla="*/ 11831 w 4349662"/>
              <a:gd name="connsiteY9" fmla="*/ 2701358 h 3090138"/>
              <a:gd name="connsiteX10" fmla="*/ 10718 w 4349662"/>
              <a:gd name="connsiteY10" fmla="*/ 1589963 h 3090138"/>
              <a:gd name="connsiteX11" fmla="*/ 11181 w 4349662"/>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863600 w 4207067"/>
              <a:gd name="connsiteY6" fmla="*/ 2964668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932044 w 4207067"/>
              <a:gd name="connsiteY6" fmla="*/ 2765490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6437"/>
              <a:gd name="connsiteX1" fmla="*/ 141587 w 4207067"/>
              <a:gd name="connsiteY1" fmla="*/ 96 h 3096437"/>
              <a:gd name="connsiteX2" fmla="*/ 3697463 w 4207067"/>
              <a:gd name="connsiteY2" fmla="*/ 0 h 3096437"/>
              <a:gd name="connsiteX3" fmla="*/ 3860339 w 4207067"/>
              <a:gd name="connsiteY3" fmla="*/ 76549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697463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45 w 4232910"/>
              <a:gd name="connsiteY0" fmla="*/ 497542 h 3096437"/>
              <a:gd name="connsiteX1" fmla="*/ 131552 w 4232910"/>
              <a:gd name="connsiteY1" fmla="*/ 96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117650"/>
              <a:gd name="connsiteX1" fmla="*/ 181373 w 4232910"/>
              <a:gd name="connsiteY1" fmla="*/ 0 h 3117650"/>
              <a:gd name="connsiteX2" fmla="*/ 3744463 w 4232910"/>
              <a:gd name="connsiteY2" fmla="*/ 0 h 3117650"/>
              <a:gd name="connsiteX3" fmla="*/ 3913862 w 4232910"/>
              <a:gd name="connsiteY3" fmla="*/ 240968 h 3117650"/>
              <a:gd name="connsiteX4" fmla="*/ 4177438 w 4232910"/>
              <a:gd name="connsiteY4" fmla="*/ 1240774 h 3117650"/>
              <a:gd name="connsiteX5" fmla="*/ 4188844 w 4232910"/>
              <a:gd name="connsiteY5" fmla="*/ 1864525 h 3117650"/>
              <a:gd name="connsiteX6" fmla="*/ 3931783 w 4232910"/>
              <a:gd name="connsiteY6" fmla="*/ 2784458 h 3117650"/>
              <a:gd name="connsiteX7" fmla="*/ 3742672 w 4232910"/>
              <a:gd name="connsiteY7" fmla="*/ 3093697 h 3117650"/>
              <a:gd name="connsiteX8" fmla="*/ 230612 w 4232910"/>
              <a:gd name="connsiteY8" fmla="*/ 3096437 h 3117650"/>
              <a:gd name="connsiteX9" fmla="*/ 1796 w 4232910"/>
              <a:gd name="connsiteY9" fmla="*/ 2701358 h 3117650"/>
              <a:gd name="connsiteX10" fmla="*/ 683 w 4232910"/>
              <a:gd name="connsiteY10" fmla="*/ 1589963 h 3117650"/>
              <a:gd name="connsiteX11" fmla="*/ 1145 w 4232910"/>
              <a:gd name="connsiteY11" fmla="*/ 497542 h 3117650"/>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462 w 4232227"/>
              <a:gd name="connsiteY0" fmla="*/ 497542 h 3096437"/>
              <a:gd name="connsiteX1" fmla="*/ 236043 w 4232227"/>
              <a:gd name="connsiteY1" fmla="*/ 0 h 3096437"/>
              <a:gd name="connsiteX2" fmla="*/ 3743780 w 4232227"/>
              <a:gd name="connsiteY2" fmla="*/ 0 h 3096437"/>
              <a:gd name="connsiteX3" fmla="*/ 3913179 w 4232227"/>
              <a:gd name="connsiteY3" fmla="*/ 240968 h 3096437"/>
              <a:gd name="connsiteX4" fmla="*/ 4176755 w 4232227"/>
              <a:gd name="connsiteY4" fmla="*/ 1240774 h 3096437"/>
              <a:gd name="connsiteX5" fmla="*/ 4188161 w 4232227"/>
              <a:gd name="connsiteY5" fmla="*/ 1864525 h 3096437"/>
              <a:gd name="connsiteX6" fmla="*/ 3931100 w 4232227"/>
              <a:gd name="connsiteY6" fmla="*/ 2784458 h 3096437"/>
              <a:gd name="connsiteX7" fmla="*/ 3741989 w 4232227"/>
              <a:gd name="connsiteY7" fmla="*/ 3093697 h 3096437"/>
              <a:gd name="connsiteX8" fmla="*/ 229929 w 4232227"/>
              <a:gd name="connsiteY8" fmla="*/ 3096437 h 3096437"/>
              <a:gd name="connsiteX9" fmla="*/ 1113 w 4232227"/>
              <a:gd name="connsiteY9" fmla="*/ 2701358 h 3096437"/>
              <a:gd name="connsiteX10" fmla="*/ 0 w 4232227"/>
              <a:gd name="connsiteY10" fmla="*/ 1589963 h 3096437"/>
              <a:gd name="connsiteX11" fmla="*/ 462 w 4232227"/>
              <a:gd name="connsiteY11" fmla="*/ 497542 h 3096437"/>
              <a:gd name="connsiteX0" fmla="*/ 462 w 4225672"/>
              <a:gd name="connsiteY0" fmla="*/ 497542 h 3096437"/>
              <a:gd name="connsiteX1" fmla="*/ 236043 w 4225672"/>
              <a:gd name="connsiteY1" fmla="*/ 0 h 3096437"/>
              <a:gd name="connsiteX2" fmla="*/ 3743780 w 4225672"/>
              <a:gd name="connsiteY2" fmla="*/ 0 h 3096437"/>
              <a:gd name="connsiteX3" fmla="*/ 3913179 w 4225672"/>
              <a:gd name="connsiteY3" fmla="*/ 240968 h 3096437"/>
              <a:gd name="connsiteX4" fmla="*/ 4106148 w 4225672"/>
              <a:gd name="connsiteY4" fmla="*/ 1240773 h 3096437"/>
              <a:gd name="connsiteX5" fmla="*/ 4188161 w 4225672"/>
              <a:gd name="connsiteY5" fmla="*/ 1864525 h 3096437"/>
              <a:gd name="connsiteX6" fmla="*/ 3931100 w 4225672"/>
              <a:gd name="connsiteY6" fmla="*/ 2784458 h 3096437"/>
              <a:gd name="connsiteX7" fmla="*/ 3741989 w 4225672"/>
              <a:gd name="connsiteY7" fmla="*/ 3093697 h 3096437"/>
              <a:gd name="connsiteX8" fmla="*/ 229929 w 4225672"/>
              <a:gd name="connsiteY8" fmla="*/ 3096437 h 3096437"/>
              <a:gd name="connsiteX9" fmla="*/ 1113 w 4225672"/>
              <a:gd name="connsiteY9" fmla="*/ 2701358 h 3096437"/>
              <a:gd name="connsiteX10" fmla="*/ 0 w 4225672"/>
              <a:gd name="connsiteY10" fmla="*/ 1589963 h 3096437"/>
              <a:gd name="connsiteX11" fmla="*/ 462 w 4225672"/>
              <a:gd name="connsiteY11" fmla="*/ 497542 h 3096437"/>
              <a:gd name="connsiteX0" fmla="*/ 462 w 4161620"/>
              <a:gd name="connsiteY0" fmla="*/ 497542 h 3096437"/>
              <a:gd name="connsiteX1" fmla="*/ 236043 w 4161620"/>
              <a:gd name="connsiteY1" fmla="*/ 0 h 3096437"/>
              <a:gd name="connsiteX2" fmla="*/ 3743780 w 4161620"/>
              <a:gd name="connsiteY2" fmla="*/ 0 h 3096437"/>
              <a:gd name="connsiteX3" fmla="*/ 3913179 w 4161620"/>
              <a:gd name="connsiteY3" fmla="*/ 240968 h 3096437"/>
              <a:gd name="connsiteX4" fmla="*/ 4106148 w 4161620"/>
              <a:gd name="connsiteY4" fmla="*/ 1240773 h 3096437"/>
              <a:gd name="connsiteX5" fmla="*/ 4100949 w 4161620"/>
              <a:gd name="connsiteY5" fmla="*/ 1877241 h 3096437"/>
              <a:gd name="connsiteX6" fmla="*/ 3931100 w 4161620"/>
              <a:gd name="connsiteY6" fmla="*/ 2784458 h 3096437"/>
              <a:gd name="connsiteX7" fmla="*/ 3741989 w 4161620"/>
              <a:gd name="connsiteY7" fmla="*/ 3093697 h 3096437"/>
              <a:gd name="connsiteX8" fmla="*/ 229929 w 4161620"/>
              <a:gd name="connsiteY8" fmla="*/ 3096437 h 3096437"/>
              <a:gd name="connsiteX9" fmla="*/ 1113 w 4161620"/>
              <a:gd name="connsiteY9" fmla="*/ 2701358 h 3096437"/>
              <a:gd name="connsiteX10" fmla="*/ 0 w 4161620"/>
              <a:gd name="connsiteY10" fmla="*/ 1589963 h 3096437"/>
              <a:gd name="connsiteX11" fmla="*/ 462 w 4161620"/>
              <a:gd name="connsiteY11" fmla="*/ 497542 h 3096437"/>
              <a:gd name="connsiteX0" fmla="*/ 462 w 4176837"/>
              <a:gd name="connsiteY0" fmla="*/ 497542 h 3096437"/>
              <a:gd name="connsiteX1" fmla="*/ 236043 w 4176837"/>
              <a:gd name="connsiteY1" fmla="*/ 0 h 3096437"/>
              <a:gd name="connsiteX2" fmla="*/ 3743780 w 4176837"/>
              <a:gd name="connsiteY2" fmla="*/ 0 h 3096437"/>
              <a:gd name="connsiteX3" fmla="*/ 3913179 w 4176837"/>
              <a:gd name="connsiteY3" fmla="*/ 240968 h 3096437"/>
              <a:gd name="connsiteX4" fmla="*/ 4106148 w 4176837"/>
              <a:gd name="connsiteY4" fmla="*/ 1240773 h 3096437"/>
              <a:gd name="connsiteX5" fmla="*/ 4100949 w 4176837"/>
              <a:gd name="connsiteY5" fmla="*/ 1877241 h 3096437"/>
              <a:gd name="connsiteX6" fmla="*/ 3931100 w 4176837"/>
              <a:gd name="connsiteY6" fmla="*/ 2784458 h 3096437"/>
              <a:gd name="connsiteX7" fmla="*/ 3741989 w 4176837"/>
              <a:gd name="connsiteY7" fmla="*/ 3093697 h 3096437"/>
              <a:gd name="connsiteX8" fmla="*/ 229929 w 4176837"/>
              <a:gd name="connsiteY8" fmla="*/ 3096437 h 3096437"/>
              <a:gd name="connsiteX9" fmla="*/ 1113 w 4176837"/>
              <a:gd name="connsiteY9" fmla="*/ 2701358 h 3096437"/>
              <a:gd name="connsiteX10" fmla="*/ 0 w 4176837"/>
              <a:gd name="connsiteY10" fmla="*/ 1589963 h 3096437"/>
              <a:gd name="connsiteX11" fmla="*/ 462 w 4176837"/>
              <a:gd name="connsiteY11" fmla="*/ 497542 h 3096437"/>
              <a:gd name="connsiteX0" fmla="*/ 462 w 4206920"/>
              <a:gd name="connsiteY0" fmla="*/ 497542 h 3096437"/>
              <a:gd name="connsiteX1" fmla="*/ 236043 w 4206920"/>
              <a:gd name="connsiteY1" fmla="*/ 0 h 3096437"/>
              <a:gd name="connsiteX2" fmla="*/ 3743780 w 4206920"/>
              <a:gd name="connsiteY2" fmla="*/ 0 h 3096437"/>
              <a:gd name="connsiteX3" fmla="*/ 3913179 w 4206920"/>
              <a:gd name="connsiteY3" fmla="*/ 240968 h 3096437"/>
              <a:gd name="connsiteX4" fmla="*/ 4106148 w 4206920"/>
              <a:gd name="connsiteY4" fmla="*/ 1240773 h 3096437"/>
              <a:gd name="connsiteX5" fmla="*/ 4100949 w 4206920"/>
              <a:gd name="connsiteY5" fmla="*/ 1877241 h 3096437"/>
              <a:gd name="connsiteX6" fmla="*/ 3931100 w 4206920"/>
              <a:gd name="connsiteY6" fmla="*/ 2784458 h 3096437"/>
              <a:gd name="connsiteX7" fmla="*/ 3741989 w 4206920"/>
              <a:gd name="connsiteY7" fmla="*/ 3093697 h 3096437"/>
              <a:gd name="connsiteX8" fmla="*/ 229929 w 4206920"/>
              <a:gd name="connsiteY8" fmla="*/ 3096437 h 3096437"/>
              <a:gd name="connsiteX9" fmla="*/ 1113 w 4206920"/>
              <a:gd name="connsiteY9" fmla="*/ 2701358 h 3096437"/>
              <a:gd name="connsiteX10" fmla="*/ 0 w 4206920"/>
              <a:gd name="connsiteY10" fmla="*/ 1589963 h 3096437"/>
              <a:gd name="connsiteX11" fmla="*/ 462 w 4206920"/>
              <a:gd name="connsiteY11" fmla="*/ 497542 h 3096437"/>
              <a:gd name="connsiteX0" fmla="*/ 462 w 4212455"/>
              <a:gd name="connsiteY0" fmla="*/ 497542 h 3096437"/>
              <a:gd name="connsiteX1" fmla="*/ 236043 w 4212455"/>
              <a:gd name="connsiteY1" fmla="*/ 0 h 3096437"/>
              <a:gd name="connsiteX2" fmla="*/ 3743780 w 4212455"/>
              <a:gd name="connsiteY2" fmla="*/ 0 h 3096437"/>
              <a:gd name="connsiteX3" fmla="*/ 3913179 w 4212455"/>
              <a:gd name="connsiteY3" fmla="*/ 240968 h 3096437"/>
              <a:gd name="connsiteX4" fmla="*/ 4111683 w 4212455"/>
              <a:gd name="connsiteY4" fmla="*/ 1317065 h 3096437"/>
              <a:gd name="connsiteX5" fmla="*/ 4100949 w 4212455"/>
              <a:gd name="connsiteY5" fmla="*/ 1877241 h 3096437"/>
              <a:gd name="connsiteX6" fmla="*/ 3931100 w 4212455"/>
              <a:gd name="connsiteY6" fmla="*/ 2784458 h 3096437"/>
              <a:gd name="connsiteX7" fmla="*/ 3741989 w 4212455"/>
              <a:gd name="connsiteY7" fmla="*/ 3093697 h 3096437"/>
              <a:gd name="connsiteX8" fmla="*/ 229929 w 4212455"/>
              <a:gd name="connsiteY8" fmla="*/ 3096437 h 3096437"/>
              <a:gd name="connsiteX9" fmla="*/ 1113 w 4212455"/>
              <a:gd name="connsiteY9" fmla="*/ 2701358 h 3096437"/>
              <a:gd name="connsiteX10" fmla="*/ 0 w 4212455"/>
              <a:gd name="connsiteY10" fmla="*/ 1589963 h 3096437"/>
              <a:gd name="connsiteX11" fmla="*/ 462 w 4212455"/>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00949 w 4245667"/>
              <a:gd name="connsiteY5" fmla="*/ 1877241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28628 w 4245667"/>
              <a:gd name="connsiteY5" fmla="*/ 1800948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28628 w 4229063"/>
              <a:gd name="connsiteY5" fmla="*/ 1800948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39699 w 4229063"/>
              <a:gd name="connsiteY5" fmla="*/ 1826376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741989 w 4229063"/>
              <a:gd name="connsiteY7" fmla="*/ 3106411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611977 h 3210872"/>
              <a:gd name="connsiteX1" fmla="*/ 236043 w 4229063"/>
              <a:gd name="connsiteY1" fmla="*/ 114435 h 3210872"/>
              <a:gd name="connsiteX2" fmla="*/ 3395052 w 4229063"/>
              <a:gd name="connsiteY2" fmla="*/ 0 h 3210872"/>
              <a:gd name="connsiteX3" fmla="*/ 3719440 w 4229063"/>
              <a:gd name="connsiteY3" fmla="*/ 329973 h 3210872"/>
              <a:gd name="connsiteX4" fmla="*/ 4128291 w 4229063"/>
              <a:gd name="connsiteY4" fmla="*/ 1380640 h 3210872"/>
              <a:gd name="connsiteX5" fmla="*/ 4139699 w 4229063"/>
              <a:gd name="connsiteY5" fmla="*/ 1940811 h 3210872"/>
              <a:gd name="connsiteX6" fmla="*/ 3720753 w 4229063"/>
              <a:gd name="connsiteY6" fmla="*/ 2937040 h 3210872"/>
              <a:gd name="connsiteX7" fmla="*/ 3426472 w 4229063"/>
              <a:gd name="connsiteY7" fmla="*/ 3208133 h 3210872"/>
              <a:gd name="connsiteX8" fmla="*/ 229929 w 4229063"/>
              <a:gd name="connsiteY8" fmla="*/ 3210872 h 3210872"/>
              <a:gd name="connsiteX9" fmla="*/ 1113 w 4229063"/>
              <a:gd name="connsiteY9" fmla="*/ 2815793 h 3210872"/>
              <a:gd name="connsiteX10" fmla="*/ 0 w 4229063"/>
              <a:gd name="connsiteY10" fmla="*/ 1704398 h 3210872"/>
              <a:gd name="connsiteX11" fmla="*/ 462 w 4229063"/>
              <a:gd name="connsiteY11" fmla="*/ 611977 h 3210872"/>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20753 w 4229063"/>
              <a:gd name="connsiteY6" fmla="*/ 2822605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9063" h="3096437">
                <a:moveTo>
                  <a:pt x="462" y="497542"/>
                </a:moveTo>
                <a:cubicBezTo>
                  <a:pt x="4160" y="117023"/>
                  <a:pt x="41216" y="20591"/>
                  <a:pt x="236043" y="0"/>
                </a:cubicBezTo>
                <a:lnTo>
                  <a:pt x="3395052" y="12718"/>
                </a:lnTo>
                <a:cubicBezTo>
                  <a:pt x="3638377" y="15457"/>
                  <a:pt x="3629208" y="966"/>
                  <a:pt x="3719440" y="215538"/>
                </a:cubicBezTo>
                <a:lnTo>
                  <a:pt x="4128291" y="1266205"/>
                </a:lnTo>
                <a:cubicBezTo>
                  <a:pt x="4229063" y="1454641"/>
                  <a:pt x="4215587" y="1665852"/>
                  <a:pt x="4139699" y="1826376"/>
                </a:cubicBezTo>
                <a:lnTo>
                  <a:pt x="3751433" y="2763881"/>
                </a:lnTo>
                <a:cubicBezTo>
                  <a:pt x="3680535" y="2912488"/>
                  <a:pt x="3626079" y="3096437"/>
                  <a:pt x="3426472" y="3093698"/>
                </a:cubicBezTo>
                <a:lnTo>
                  <a:pt x="229929" y="3096437"/>
                </a:lnTo>
                <a:cubicBezTo>
                  <a:pt x="66095" y="3096437"/>
                  <a:pt x="8137" y="3019692"/>
                  <a:pt x="1113" y="2701358"/>
                </a:cubicBezTo>
                <a:lnTo>
                  <a:pt x="0" y="1589963"/>
                </a:lnTo>
                <a:cubicBezTo>
                  <a:pt x="154" y="1194221"/>
                  <a:pt x="308" y="893284"/>
                  <a:pt x="462" y="497542"/>
                </a:cubicBezTo>
                <a:close/>
              </a:path>
            </a:pathLst>
          </a:custGeom>
          <a:solidFill>
            <a:srgbClr val="00A4E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sp>
        <p:nvSpPr>
          <p:cNvPr id="12" name="Freeform 11"/>
          <p:cNvSpPr/>
          <p:nvPr/>
        </p:nvSpPr>
        <p:spPr>
          <a:xfrm>
            <a:off x="457201" y="3992572"/>
            <a:ext cx="2747433" cy="657225"/>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83859 w 4277737"/>
              <a:gd name="connsiteY10" fmla="*/ 1435045 h 3052171"/>
              <a:gd name="connsiteX11" fmla="*/ 10917 w 4277737"/>
              <a:gd name="connsiteY11" fmla="*/ 92899 h 3052171"/>
              <a:gd name="connsiteX0" fmla="*/ 80311 w 4347131"/>
              <a:gd name="connsiteY0" fmla="*/ 92899 h 3052171"/>
              <a:gd name="connsiteX1" fmla="*/ 216423 w 4347131"/>
              <a:gd name="connsiteY1" fmla="*/ 93 h 3052171"/>
              <a:gd name="connsiteX2" fmla="*/ 3686744 w 4347131"/>
              <a:gd name="connsiteY2" fmla="*/ 0 h 3052171"/>
              <a:gd name="connsiteX3" fmla="*/ 3849620 w 4347131"/>
              <a:gd name="connsiteY3" fmla="*/ 76549 h 3052171"/>
              <a:gd name="connsiteX4" fmla="*/ 4330753 w 4347131"/>
              <a:gd name="connsiteY4" fmla="*/ 1439952 h 3052171"/>
              <a:gd name="connsiteX5" fmla="*/ 4330753 w 4347131"/>
              <a:gd name="connsiteY5" fmla="*/ 1576820 h 3052171"/>
              <a:gd name="connsiteX6" fmla="*/ 3852881 w 4347131"/>
              <a:gd name="connsiteY6" fmla="*/ 2964668 h 3052171"/>
              <a:gd name="connsiteX7" fmla="*/ 3673543 w 4347131"/>
              <a:gd name="connsiteY7" fmla="*/ 3049434 h 3052171"/>
              <a:gd name="connsiteX8" fmla="*/ 227421 w 4347131"/>
              <a:gd name="connsiteY8" fmla="*/ 3046790 h 3052171"/>
              <a:gd name="connsiteX9" fmla="*/ 92369 w 4347131"/>
              <a:gd name="connsiteY9" fmla="*/ 2966933 h 3052171"/>
              <a:gd name="connsiteX10" fmla="*/ 0 w 4347131"/>
              <a:gd name="connsiteY10" fmla="*/ 1589962 h 3052171"/>
              <a:gd name="connsiteX11" fmla="*/ 80311 w 4347131"/>
              <a:gd name="connsiteY11" fmla="*/ 92899 h 3052171"/>
              <a:gd name="connsiteX0" fmla="*/ 10918 w 4357587"/>
              <a:gd name="connsiteY0" fmla="*/ 402738 h 3052171"/>
              <a:gd name="connsiteX1" fmla="*/ 226879 w 4357587"/>
              <a:gd name="connsiteY1" fmla="*/ 93 h 3052171"/>
              <a:gd name="connsiteX2" fmla="*/ 3697200 w 4357587"/>
              <a:gd name="connsiteY2" fmla="*/ 0 h 3052171"/>
              <a:gd name="connsiteX3" fmla="*/ 3860076 w 4357587"/>
              <a:gd name="connsiteY3" fmla="*/ 76549 h 3052171"/>
              <a:gd name="connsiteX4" fmla="*/ 4341209 w 4357587"/>
              <a:gd name="connsiteY4" fmla="*/ 1439952 h 3052171"/>
              <a:gd name="connsiteX5" fmla="*/ 4341209 w 4357587"/>
              <a:gd name="connsiteY5" fmla="*/ 1576820 h 3052171"/>
              <a:gd name="connsiteX6" fmla="*/ 3863337 w 4357587"/>
              <a:gd name="connsiteY6" fmla="*/ 2964668 h 3052171"/>
              <a:gd name="connsiteX7" fmla="*/ 3683999 w 4357587"/>
              <a:gd name="connsiteY7" fmla="*/ 3049434 h 3052171"/>
              <a:gd name="connsiteX8" fmla="*/ 237877 w 4357587"/>
              <a:gd name="connsiteY8" fmla="*/ 3046790 h 3052171"/>
              <a:gd name="connsiteX9" fmla="*/ 102825 w 4357587"/>
              <a:gd name="connsiteY9" fmla="*/ 2966933 h 3052171"/>
              <a:gd name="connsiteX10" fmla="*/ 10456 w 4357587"/>
              <a:gd name="connsiteY10" fmla="*/ 1589962 h 3052171"/>
              <a:gd name="connsiteX11" fmla="*/ 10918 w 4357587"/>
              <a:gd name="connsiteY11" fmla="*/ 402738 h 3052171"/>
              <a:gd name="connsiteX0" fmla="*/ 11181 w 4357850"/>
              <a:gd name="connsiteY0" fmla="*/ 402738 h 3052171"/>
              <a:gd name="connsiteX1" fmla="*/ 227142 w 4357850"/>
              <a:gd name="connsiteY1" fmla="*/ 93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52171"/>
              <a:gd name="connsiteX1" fmla="*/ 175809 w 4357850"/>
              <a:gd name="connsiteY1" fmla="*/ 96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9 w 4357850"/>
              <a:gd name="connsiteY10" fmla="*/ 1589962 h 3068925"/>
              <a:gd name="connsiteX11" fmla="*/ 11181 w 4357850"/>
              <a:gd name="connsiteY11" fmla="*/ 402738 h 3068925"/>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997513"/>
              <a:gd name="connsiteX1" fmla="*/ 141587 w 4357850"/>
              <a:gd name="connsiteY1" fmla="*/ 96 h 3997513"/>
              <a:gd name="connsiteX2" fmla="*/ 3697463 w 4357850"/>
              <a:gd name="connsiteY2" fmla="*/ 0 h 3997513"/>
              <a:gd name="connsiteX3" fmla="*/ 3860339 w 4357850"/>
              <a:gd name="connsiteY3" fmla="*/ 76549 h 3997513"/>
              <a:gd name="connsiteX4" fmla="*/ 4341472 w 4357850"/>
              <a:gd name="connsiteY4" fmla="*/ 1439952 h 3997513"/>
              <a:gd name="connsiteX5" fmla="*/ 4341472 w 4357850"/>
              <a:gd name="connsiteY5" fmla="*/ 1576820 h 3997513"/>
              <a:gd name="connsiteX6" fmla="*/ 3863600 w 4357850"/>
              <a:gd name="connsiteY6" fmla="*/ 2964668 h 3997513"/>
              <a:gd name="connsiteX7" fmla="*/ 3684262 w 4357850"/>
              <a:gd name="connsiteY7" fmla="*/ 3049434 h 3997513"/>
              <a:gd name="connsiteX8" fmla="*/ 135474 w 4357850"/>
              <a:gd name="connsiteY8" fmla="*/ 3068925 h 3997513"/>
              <a:gd name="connsiteX9" fmla="*/ 11831 w 4357850"/>
              <a:gd name="connsiteY9" fmla="*/ 2701358 h 3997513"/>
              <a:gd name="connsiteX10" fmla="*/ 10718 w 4357850"/>
              <a:gd name="connsiteY10" fmla="*/ 1589963 h 3997513"/>
              <a:gd name="connsiteX11" fmla="*/ 11181 w 4357850"/>
              <a:gd name="connsiteY11" fmla="*/ 402738 h 3997513"/>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49662"/>
              <a:gd name="connsiteY0" fmla="*/ 402738 h 3090138"/>
              <a:gd name="connsiteX1" fmla="*/ 141587 w 4349662"/>
              <a:gd name="connsiteY1" fmla="*/ 96 h 3090138"/>
              <a:gd name="connsiteX2" fmla="*/ 3697463 w 4349662"/>
              <a:gd name="connsiteY2" fmla="*/ 0 h 3090138"/>
              <a:gd name="connsiteX3" fmla="*/ 3860339 w 4349662"/>
              <a:gd name="connsiteY3" fmla="*/ 76549 h 3090138"/>
              <a:gd name="connsiteX4" fmla="*/ 4187473 w 4349662"/>
              <a:gd name="connsiteY4" fmla="*/ 1240774 h 3090138"/>
              <a:gd name="connsiteX5" fmla="*/ 4341472 w 4349662"/>
              <a:gd name="connsiteY5" fmla="*/ 1576820 h 3090138"/>
              <a:gd name="connsiteX6" fmla="*/ 3863600 w 4349662"/>
              <a:gd name="connsiteY6" fmla="*/ 2964668 h 3090138"/>
              <a:gd name="connsiteX7" fmla="*/ 3684262 w 4349662"/>
              <a:gd name="connsiteY7" fmla="*/ 3049434 h 3090138"/>
              <a:gd name="connsiteX8" fmla="*/ 135474 w 4349662"/>
              <a:gd name="connsiteY8" fmla="*/ 3068925 h 3090138"/>
              <a:gd name="connsiteX9" fmla="*/ 11831 w 4349662"/>
              <a:gd name="connsiteY9" fmla="*/ 2701358 h 3090138"/>
              <a:gd name="connsiteX10" fmla="*/ 10718 w 4349662"/>
              <a:gd name="connsiteY10" fmla="*/ 1589963 h 3090138"/>
              <a:gd name="connsiteX11" fmla="*/ 11181 w 4349662"/>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863600 w 4207067"/>
              <a:gd name="connsiteY6" fmla="*/ 2964668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932044 w 4207067"/>
              <a:gd name="connsiteY6" fmla="*/ 2765490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6437"/>
              <a:gd name="connsiteX1" fmla="*/ 141587 w 4207067"/>
              <a:gd name="connsiteY1" fmla="*/ 96 h 3096437"/>
              <a:gd name="connsiteX2" fmla="*/ 3697463 w 4207067"/>
              <a:gd name="connsiteY2" fmla="*/ 0 h 3096437"/>
              <a:gd name="connsiteX3" fmla="*/ 3860339 w 4207067"/>
              <a:gd name="connsiteY3" fmla="*/ 76549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697463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45 w 4232910"/>
              <a:gd name="connsiteY0" fmla="*/ 497542 h 3096437"/>
              <a:gd name="connsiteX1" fmla="*/ 131552 w 4232910"/>
              <a:gd name="connsiteY1" fmla="*/ 96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117650"/>
              <a:gd name="connsiteX1" fmla="*/ 181373 w 4232910"/>
              <a:gd name="connsiteY1" fmla="*/ 0 h 3117650"/>
              <a:gd name="connsiteX2" fmla="*/ 3744463 w 4232910"/>
              <a:gd name="connsiteY2" fmla="*/ 0 h 3117650"/>
              <a:gd name="connsiteX3" fmla="*/ 3913862 w 4232910"/>
              <a:gd name="connsiteY3" fmla="*/ 240968 h 3117650"/>
              <a:gd name="connsiteX4" fmla="*/ 4177438 w 4232910"/>
              <a:gd name="connsiteY4" fmla="*/ 1240774 h 3117650"/>
              <a:gd name="connsiteX5" fmla="*/ 4188844 w 4232910"/>
              <a:gd name="connsiteY5" fmla="*/ 1864525 h 3117650"/>
              <a:gd name="connsiteX6" fmla="*/ 3931783 w 4232910"/>
              <a:gd name="connsiteY6" fmla="*/ 2784458 h 3117650"/>
              <a:gd name="connsiteX7" fmla="*/ 3742672 w 4232910"/>
              <a:gd name="connsiteY7" fmla="*/ 3093697 h 3117650"/>
              <a:gd name="connsiteX8" fmla="*/ 230612 w 4232910"/>
              <a:gd name="connsiteY8" fmla="*/ 3096437 h 3117650"/>
              <a:gd name="connsiteX9" fmla="*/ 1796 w 4232910"/>
              <a:gd name="connsiteY9" fmla="*/ 2701358 h 3117650"/>
              <a:gd name="connsiteX10" fmla="*/ 683 w 4232910"/>
              <a:gd name="connsiteY10" fmla="*/ 1589963 h 3117650"/>
              <a:gd name="connsiteX11" fmla="*/ 1145 w 4232910"/>
              <a:gd name="connsiteY11" fmla="*/ 497542 h 3117650"/>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462 w 4232227"/>
              <a:gd name="connsiteY0" fmla="*/ 497542 h 3096437"/>
              <a:gd name="connsiteX1" fmla="*/ 236043 w 4232227"/>
              <a:gd name="connsiteY1" fmla="*/ 0 h 3096437"/>
              <a:gd name="connsiteX2" fmla="*/ 3743780 w 4232227"/>
              <a:gd name="connsiteY2" fmla="*/ 0 h 3096437"/>
              <a:gd name="connsiteX3" fmla="*/ 3913179 w 4232227"/>
              <a:gd name="connsiteY3" fmla="*/ 240968 h 3096437"/>
              <a:gd name="connsiteX4" fmla="*/ 4176755 w 4232227"/>
              <a:gd name="connsiteY4" fmla="*/ 1240774 h 3096437"/>
              <a:gd name="connsiteX5" fmla="*/ 4188161 w 4232227"/>
              <a:gd name="connsiteY5" fmla="*/ 1864525 h 3096437"/>
              <a:gd name="connsiteX6" fmla="*/ 3931100 w 4232227"/>
              <a:gd name="connsiteY6" fmla="*/ 2784458 h 3096437"/>
              <a:gd name="connsiteX7" fmla="*/ 3741989 w 4232227"/>
              <a:gd name="connsiteY7" fmla="*/ 3093697 h 3096437"/>
              <a:gd name="connsiteX8" fmla="*/ 229929 w 4232227"/>
              <a:gd name="connsiteY8" fmla="*/ 3096437 h 3096437"/>
              <a:gd name="connsiteX9" fmla="*/ 1113 w 4232227"/>
              <a:gd name="connsiteY9" fmla="*/ 2701358 h 3096437"/>
              <a:gd name="connsiteX10" fmla="*/ 0 w 4232227"/>
              <a:gd name="connsiteY10" fmla="*/ 1589963 h 3096437"/>
              <a:gd name="connsiteX11" fmla="*/ 462 w 4232227"/>
              <a:gd name="connsiteY11" fmla="*/ 497542 h 3096437"/>
              <a:gd name="connsiteX0" fmla="*/ 462 w 4225672"/>
              <a:gd name="connsiteY0" fmla="*/ 497542 h 3096437"/>
              <a:gd name="connsiteX1" fmla="*/ 236043 w 4225672"/>
              <a:gd name="connsiteY1" fmla="*/ 0 h 3096437"/>
              <a:gd name="connsiteX2" fmla="*/ 3743780 w 4225672"/>
              <a:gd name="connsiteY2" fmla="*/ 0 h 3096437"/>
              <a:gd name="connsiteX3" fmla="*/ 3913179 w 4225672"/>
              <a:gd name="connsiteY3" fmla="*/ 240968 h 3096437"/>
              <a:gd name="connsiteX4" fmla="*/ 4106148 w 4225672"/>
              <a:gd name="connsiteY4" fmla="*/ 1240773 h 3096437"/>
              <a:gd name="connsiteX5" fmla="*/ 4188161 w 4225672"/>
              <a:gd name="connsiteY5" fmla="*/ 1864525 h 3096437"/>
              <a:gd name="connsiteX6" fmla="*/ 3931100 w 4225672"/>
              <a:gd name="connsiteY6" fmla="*/ 2784458 h 3096437"/>
              <a:gd name="connsiteX7" fmla="*/ 3741989 w 4225672"/>
              <a:gd name="connsiteY7" fmla="*/ 3093697 h 3096437"/>
              <a:gd name="connsiteX8" fmla="*/ 229929 w 4225672"/>
              <a:gd name="connsiteY8" fmla="*/ 3096437 h 3096437"/>
              <a:gd name="connsiteX9" fmla="*/ 1113 w 4225672"/>
              <a:gd name="connsiteY9" fmla="*/ 2701358 h 3096437"/>
              <a:gd name="connsiteX10" fmla="*/ 0 w 4225672"/>
              <a:gd name="connsiteY10" fmla="*/ 1589963 h 3096437"/>
              <a:gd name="connsiteX11" fmla="*/ 462 w 4225672"/>
              <a:gd name="connsiteY11" fmla="*/ 497542 h 3096437"/>
              <a:gd name="connsiteX0" fmla="*/ 462 w 4161620"/>
              <a:gd name="connsiteY0" fmla="*/ 497542 h 3096437"/>
              <a:gd name="connsiteX1" fmla="*/ 236043 w 4161620"/>
              <a:gd name="connsiteY1" fmla="*/ 0 h 3096437"/>
              <a:gd name="connsiteX2" fmla="*/ 3743780 w 4161620"/>
              <a:gd name="connsiteY2" fmla="*/ 0 h 3096437"/>
              <a:gd name="connsiteX3" fmla="*/ 3913179 w 4161620"/>
              <a:gd name="connsiteY3" fmla="*/ 240968 h 3096437"/>
              <a:gd name="connsiteX4" fmla="*/ 4106148 w 4161620"/>
              <a:gd name="connsiteY4" fmla="*/ 1240773 h 3096437"/>
              <a:gd name="connsiteX5" fmla="*/ 4100949 w 4161620"/>
              <a:gd name="connsiteY5" fmla="*/ 1877241 h 3096437"/>
              <a:gd name="connsiteX6" fmla="*/ 3931100 w 4161620"/>
              <a:gd name="connsiteY6" fmla="*/ 2784458 h 3096437"/>
              <a:gd name="connsiteX7" fmla="*/ 3741989 w 4161620"/>
              <a:gd name="connsiteY7" fmla="*/ 3093697 h 3096437"/>
              <a:gd name="connsiteX8" fmla="*/ 229929 w 4161620"/>
              <a:gd name="connsiteY8" fmla="*/ 3096437 h 3096437"/>
              <a:gd name="connsiteX9" fmla="*/ 1113 w 4161620"/>
              <a:gd name="connsiteY9" fmla="*/ 2701358 h 3096437"/>
              <a:gd name="connsiteX10" fmla="*/ 0 w 4161620"/>
              <a:gd name="connsiteY10" fmla="*/ 1589963 h 3096437"/>
              <a:gd name="connsiteX11" fmla="*/ 462 w 4161620"/>
              <a:gd name="connsiteY11" fmla="*/ 497542 h 3096437"/>
              <a:gd name="connsiteX0" fmla="*/ 462 w 4176837"/>
              <a:gd name="connsiteY0" fmla="*/ 497542 h 3096437"/>
              <a:gd name="connsiteX1" fmla="*/ 236043 w 4176837"/>
              <a:gd name="connsiteY1" fmla="*/ 0 h 3096437"/>
              <a:gd name="connsiteX2" fmla="*/ 3743780 w 4176837"/>
              <a:gd name="connsiteY2" fmla="*/ 0 h 3096437"/>
              <a:gd name="connsiteX3" fmla="*/ 3913179 w 4176837"/>
              <a:gd name="connsiteY3" fmla="*/ 240968 h 3096437"/>
              <a:gd name="connsiteX4" fmla="*/ 4106148 w 4176837"/>
              <a:gd name="connsiteY4" fmla="*/ 1240773 h 3096437"/>
              <a:gd name="connsiteX5" fmla="*/ 4100949 w 4176837"/>
              <a:gd name="connsiteY5" fmla="*/ 1877241 h 3096437"/>
              <a:gd name="connsiteX6" fmla="*/ 3931100 w 4176837"/>
              <a:gd name="connsiteY6" fmla="*/ 2784458 h 3096437"/>
              <a:gd name="connsiteX7" fmla="*/ 3741989 w 4176837"/>
              <a:gd name="connsiteY7" fmla="*/ 3093697 h 3096437"/>
              <a:gd name="connsiteX8" fmla="*/ 229929 w 4176837"/>
              <a:gd name="connsiteY8" fmla="*/ 3096437 h 3096437"/>
              <a:gd name="connsiteX9" fmla="*/ 1113 w 4176837"/>
              <a:gd name="connsiteY9" fmla="*/ 2701358 h 3096437"/>
              <a:gd name="connsiteX10" fmla="*/ 0 w 4176837"/>
              <a:gd name="connsiteY10" fmla="*/ 1589963 h 3096437"/>
              <a:gd name="connsiteX11" fmla="*/ 462 w 4176837"/>
              <a:gd name="connsiteY11" fmla="*/ 497542 h 3096437"/>
              <a:gd name="connsiteX0" fmla="*/ 462 w 4206920"/>
              <a:gd name="connsiteY0" fmla="*/ 497542 h 3096437"/>
              <a:gd name="connsiteX1" fmla="*/ 236043 w 4206920"/>
              <a:gd name="connsiteY1" fmla="*/ 0 h 3096437"/>
              <a:gd name="connsiteX2" fmla="*/ 3743780 w 4206920"/>
              <a:gd name="connsiteY2" fmla="*/ 0 h 3096437"/>
              <a:gd name="connsiteX3" fmla="*/ 3913179 w 4206920"/>
              <a:gd name="connsiteY3" fmla="*/ 240968 h 3096437"/>
              <a:gd name="connsiteX4" fmla="*/ 4106148 w 4206920"/>
              <a:gd name="connsiteY4" fmla="*/ 1240773 h 3096437"/>
              <a:gd name="connsiteX5" fmla="*/ 4100949 w 4206920"/>
              <a:gd name="connsiteY5" fmla="*/ 1877241 h 3096437"/>
              <a:gd name="connsiteX6" fmla="*/ 3931100 w 4206920"/>
              <a:gd name="connsiteY6" fmla="*/ 2784458 h 3096437"/>
              <a:gd name="connsiteX7" fmla="*/ 3741989 w 4206920"/>
              <a:gd name="connsiteY7" fmla="*/ 3093697 h 3096437"/>
              <a:gd name="connsiteX8" fmla="*/ 229929 w 4206920"/>
              <a:gd name="connsiteY8" fmla="*/ 3096437 h 3096437"/>
              <a:gd name="connsiteX9" fmla="*/ 1113 w 4206920"/>
              <a:gd name="connsiteY9" fmla="*/ 2701358 h 3096437"/>
              <a:gd name="connsiteX10" fmla="*/ 0 w 4206920"/>
              <a:gd name="connsiteY10" fmla="*/ 1589963 h 3096437"/>
              <a:gd name="connsiteX11" fmla="*/ 462 w 4206920"/>
              <a:gd name="connsiteY11" fmla="*/ 497542 h 3096437"/>
              <a:gd name="connsiteX0" fmla="*/ 462 w 4212455"/>
              <a:gd name="connsiteY0" fmla="*/ 497542 h 3096437"/>
              <a:gd name="connsiteX1" fmla="*/ 236043 w 4212455"/>
              <a:gd name="connsiteY1" fmla="*/ 0 h 3096437"/>
              <a:gd name="connsiteX2" fmla="*/ 3743780 w 4212455"/>
              <a:gd name="connsiteY2" fmla="*/ 0 h 3096437"/>
              <a:gd name="connsiteX3" fmla="*/ 3913179 w 4212455"/>
              <a:gd name="connsiteY3" fmla="*/ 240968 h 3096437"/>
              <a:gd name="connsiteX4" fmla="*/ 4111683 w 4212455"/>
              <a:gd name="connsiteY4" fmla="*/ 1317065 h 3096437"/>
              <a:gd name="connsiteX5" fmla="*/ 4100949 w 4212455"/>
              <a:gd name="connsiteY5" fmla="*/ 1877241 h 3096437"/>
              <a:gd name="connsiteX6" fmla="*/ 3931100 w 4212455"/>
              <a:gd name="connsiteY6" fmla="*/ 2784458 h 3096437"/>
              <a:gd name="connsiteX7" fmla="*/ 3741989 w 4212455"/>
              <a:gd name="connsiteY7" fmla="*/ 3093697 h 3096437"/>
              <a:gd name="connsiteX8" fmla="*/ 229929 w 4212455"/>
              <a:gd name="connsiteY8" fmla="*/ 3096437 h 3096437"/>
              <a:gd name="connsiteX9" fmla="*/ 1113 w 4212455"/>
              <a:gd name="connsiteY9" fmla="*/ 2701358 h 3096437"/>
              <a:gd name="connsiteX10" fmla="*/ 0 w 4212455"/>
              <a:gd name="connsiteY10" fmla="*/ 1589963 h 3096437"/>
              <a:gd name="connsiteX11" fmla="*/ 462 w 4212455"/>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00949 w 4245667"/>
              <a:gd name="connsiteY5" fmla="*/ 1877241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28628 w 4245667"/>
              <a:gd name="connsiteY5" fmla="*/ 1800948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28628 w 4229063"/>
              <a:gd name="connsiteY5" fmla="*/ 1800948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39699 w 4229063"/>
              <a:gd name="connsiteY5" fmla="*/ 1826376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741989 w 4229063"/>
              <a:gd name="connsiteY7" fmla="*/ 3106411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611977 h 3210872"/>
              <a:gd name="connsiteX1" fmla="*/ 236043 w 4229063"/>
              <a:gd name="connsiteY1" fmla="*/ 114435 h 3210872"/>
              <a:gd name="connsiteX2" fmla="*/ 3395052 w 4229063"/>
              <a:gd name="connsiteY2" fmla="*/ 0 h 3210872"/>
              <a:gd name="connsiteX3" fmla="*/ 3719440 w 4229063"/>
              <a:gd name="connsiteY3" fmla="*/ 329973 h 3210872"/>
              <a:gd name="connsiteX4" fmla="*/ 4128291 w 4229063"/>
              <a:gd name="connsiteY4" fmla="*/ 1380640 h 3210872"/>
              <a:gd name="connsiteX5" fmla="*/ 4139699 w 4229063"/>
              <a:gd name="connsiteY5" fmla="*/ 1940811 h 3210872"/>
              <a:gd name="connsiteX6" fmla="*/ 3720753 w 4229063"/>
              <a:gd name="connsiteY6" fmla="*/ 2937040 h 3210872"/>
              <a:gd name="connsiteX7" fmla="*/ 3426472 w 4229063"/>
              <a:gd name="connsiteY7" fmla="*/ 3208133 h 3210872"/>
              <a:gd name="connsiteX8" fmla="*/ 229929 w 4229063"/>
              <a:gd name="connsiteY8" fmla="*/ 3210872 h 3210872"/>
              <a:gd name="connsiteX9" fmla="*/ 1113 w 4229063"/>
              <a:gd name="connsiteY9" fmla="*/ 2815793 h 3210872"/>
              <a:gd name="connsiteX10" fmla="*/ 0 w 4229063"/>
              <a:gd name="connsiteY10" fmla="*/ 1704398 h 3210872"/>
              <a:gd name="connsiteX11" fmla="*/ 462 w 4229063"/>
              <a:gd name="connsiteY11" fmla="*/ 611977 h 3210872"/>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20753 w 4229063"/>
              <a:gd name="connsiteY6" fmla="*/ 2822605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9063" h="3096437">
                <a:moveTo>
                  <a:pt x="462" y="497542"/>
                </a:moveTo>
                <a:cubicBezTo>
                  <a:pt x="4160" y="117023"/>
                  <a:pt x="41216" y="20591"/>
                  <a:pt x="236043" y="0"/>
                </a:cubicBezTo>
                <a:lnTo>
                  <a:pt x="3395052" y="12718"/>
                </a:lnTo>
                <a:cubicBezTo>
                  <a:pt x="3638377" y="15457"/>
                  <a:pt x="3629208" y="966"/>
                  <a:pt x="3719440" y="215538"/>
                </a:cubicBezTo>
                <a:lnTo>
                  <a:pt x="4128291" y="1266205"/>
                </a:lnTo>
                <a:cubicBezTo>
                  <a:pt x="4229063" y="1454641"/>
                  <a:pt x="4215587" y="1665852"/>
                  <a:pt x="4139699" y="1826376"/>
                </a:cubicBezTo>
                <a:lnTo>
                  <a:pt x="3751433" y="2763881"/>
                </a:lnTo>
                <a:cubicBezTo>
                  <a:pt x="3680535" y="2912488"/>
                  <a:pt x="3626079" y="3096437"/>
                  <a:pt x="3426472" y="3093698"/>
                </a:cubicBezTo>
                <a:lnTo>
                  <a:pt x="229929" y="3096437"/>
                </a:lnTo>
                <a:cubicBezTo>
                  <a:pt x="66095" y="3096437"/>
                  <a:pt x="8137" y="3019692"/>
                  <a:pt x="1113" y="2701358"/>
                </a:cubicBezTo>
                <a:lnTo>
                  <a:pt x="0" y="1589963"/>
                </a:lnTo>
                <a:cubicBezTo>
                  <a:pt x="154" y="1194221"/>
                  <a:pt x="308" y="893284"/>
                  <a:pt x="462" y="497542"/>
                </a:cubicBezTo>
                <a:close/>
              </a:path>
            </a:pathLst>
          </a:custGeom>
          <a:solidFill>
            <a:srgbClr val="00A4E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sp>
        <p:nvSpPr>
          <p:cNvPr id="13" name="Freeform 12"/>
          <p:cNvSpPr/>
          <p:nvPr/>
        </p:nvSpPr>
        <p:spPr>
          <a:xfrm>
            <a:off x="457201" y="2944826"/>
            <a:ext cx="2747433" cy="657225"/>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83859 w 4277737"/>
              <a:gd name="connsiteY10" fmla="*/ 1435045 h 3052171"/>
              <a:gd name="connsiteX11" fmla="*/ 10917 w 4277737"/>
              <a:gd name="connsiteY11" fmla="*/ 92899 h 3052171"/>
              <a:gd name="connsiteX0" fmla="*/ 80311 w 4347131"/>
              <a:gd name="connsiteY0" fmla="*/ 92899 h 3052171"/>
              <a:gd name="connsiteX1" fmla="*/ 216423 w 4347131"/>
              <a:gd name="connsiteY1" fmla="*/ 93 h 3052171"/>
              <a:gd name="connsiteX2" fmla="*/ 3686744 w 4347131"/>
              <a:gd name="connsiteY2" fmla="*/ 0 h 3052171"/>
              <a:gd name="connsiteX3" fmla="*/ 3849620 w 4347131"/>
              <a:gd name="connsiteY3" fmla="*/ 76549 h 3052171"/>
              <a:gd name="connsiteX4" fmla="*/ 4330753 w 4347131"/>
              <a:gd name="connsiteY4" fmla="*/ 1439952 h 3052171"/>
              <a:gd name="connsiteX5" fmla="*/ 4330753 w 4347131"/>
              <a:gd name="connsiteY5" fmla="*/ 1576820 h 3052171"/>
              <a:gd name="connsiteX6" fmla="*/ 3852881 w 4347131"/>
              <a:gd name="connsiteY6" fmla="*/ 2964668 h 3052171"/>
              <a:gd name="connsiteX7" fmla="*/ 3673543 w 4347131"/>
              <a:gd name="connsiteY7" fmla="*/ 3049434 h 3052171"/>
              <a:gd name="connsiteX8" fmla="*/ 227421 w 4347131"/>
              <a:gd name="connsiteY8" fmla="*/ 3046790 h 3052171"/>
              <a:gd name="connsiteX9" fmla="*/ 92369 w 4347131"/>
              <a:gd name="connsiteY9" fmla="*/ 2966933 h 3052171"/>
              <a:gd name="connsiteX10" fmla="*/ 0 w 4347131"/>
              <a:gd name="connsiteY10" fmla="*/ 1589962 h 3052171"/>
              <a:gd name="connsiteX11" fmla="*/ 80311 w 4347131"/>
              <a:gd name="connsiteY11" fmla="*/ 92899 h 3052171"/>
              <a:gd name="connsiteX0" fmla="*/ 10918 w 4357587"/>
              <a:gd name="connsiteY0" fmla="*/ 402738 h 3052171"/>
              <a:gd name="connsiteX1" fmla="*/ 226879 w 4357587"/>
              <a:gd name="connsiteY1" fmla="*/ 93 h 3052171"/>
              <a:gd name="connsiteX2" fmla="*/ 3697200 w 4357587"/>
              <a:gd name="connsiteY2" fmla="*/ 0 h 3052171"/>
              <a:gd name="connsiteX3" fmla="*/ 3860076 w 4357587"/>
              <a:gd name="connsiteY3" fmla="*/ 76549 h 3052171"/>
              <a:gd name="connsiteX4" fmla="*/ 4341209 w 4357587"/>
              <a:gd name="connsiteY4" fmla="*/ 1439952 h 3052171"/>
              <a:gd name="connsiteX5" fmla="*/ 4341209 w 4357587"/>
              <a:gd name="connsiteY5" fmla="*/ 1576820 h 3052171"/>
              <a:gd name="connsiteX6" fmla="*/ 3863337 w 4357587"/>
              <a:gd name="connsiteY6" fmla="*/ 2964668 h 3052171"/>
              <a:gd name="connsiteX7" fmla="*/ 3683999 w 4357587"/>
              <a:gd name="connsiteY7" fmla="*/ 3049434 h 3052171"/>
              <a:gd name="connsiteX8" fmla="*/ 237877 w 4357587"/>
              <a:gd name="connsiteY8" fmla="*/ 3046790 h 3052171"/>
              <a:gd name="connsiteX9" fmla="*/ 102825 w 4357587"/>
              <a:gd name="connsiteY9" fmla="*/ 2966933 h 3052171"/>
              <a:gd name="connsiteX10" fmla="*/ 10456 w 4357587"/>
              <a:gd name="connsiteY10" fmla="*/ 1589962 h 3052171"/>
              <a:gd name="connsiteX11" fmla="*/ 10918 w 4357587"/>
              <a:gd name="connsiteY11" fmla="*/ 402738 h 3052171"/>
              <a:gd name="connsiteX0" fmla="*/ 11181 w 4357850"/>
              <a:gd name="connsiteY0" fmla="*/ 402738 h 3052171"/>
              <a:gd name="connsiteX1" fmla="*/ 227142 w 4357850"/>
              <a:gd name="connsiteY1" fmla="*/ 93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52171"/>
              <a:gd name="connsiteX1" fmla="*/ 175809 w 4357850"/>
              <a:gd name="connsiteY1" fmla="*/ 96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9 w 4357850"/>
              <a:gd name="connsiteY10" fmla="*/ 1589962 h 3068925"/>
              <a:gd name="connsiteX11" fmla="*/ 11181 w 4357850"/>
              <a:gd name="connsiteY11" fmla="*/ 402738 h 3068925"/>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997513"/>
              <a:gd name="connsiteX1" fmla="*/ 141587 w 4357850"/>
              <a:gd name="connsiteY1" fmla="*/ 96 h 3997513"/>
              <a:gd name="connsiteX2" fmla="*/ 3697463 w 4357850"/>
              <a:gd name="connsiteY2" fmla="*/ 0 h 3997513"/>
              <a:gd name="connsiteX3" fmla="*/ 3860339 w 4357850"/>
              <a:gd name="connsiteY3" fmla="*/ 76549 h 3997513"/>
              <a:gd name="connsiteX4" fmla="*/ 4341472 w 4357850"/>
              <a:gd name="connsiteY4" fmla="*/ 1439952 h 3997513"/>
              <a:gd name="connsiteX5" fmla="*/ 4341472 w 4357850"/>
              <a:gd name="connsiteY5" fmla="*/ 1576820 h 3997513"/>
              <a:gd name="connsiteX6" fmla="*/ 3863600 w 4357850"/>
              <a:gd name="connsiteY6" fmla="*/ 2964668 h 3997513"/>
              <a:gd name="connsiteX7" fmla="*/ 3684262 w 4357850"/>
              <a:gd name="connsiteY7" fmla="*/ 3049434 h 3997513"/>
              <a:gd name="connsiteX8" fmla="*/ 135474 w 4357850"/>
              <a:gd name="connsiteY8" fmla="*/ 3068925 h 3997513"/>
              <a:gd name="connsiteX9" fmla="*/ 11831 w 4357850"/>
              <a:gd name="connsiteY9" fmla="*/ 2701358 h 3997513"/>
              <a:gd name="connsiteX10" fmla="*/ 10718 w 4357850"/>
              <a:gd name="connsiteY10" fmla="*/ 1589963 h 3997513"/>
              <a:gd name="connsiteX11" fmla="*/ 11181 w 4357850"/>
              <a:gd name="connsiteY11" fmla="*/ 402738 h 3997513"/>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49662"/>
              <a:gd name="connsiteY0" fmla="*/ 402738 h 3090138"/>
              <a:gd name="connsiteX1" fmla="*/ 141587 w 4349662"/>
              <a:gd name="connsiteY1" fmla="*/ 96 h 3090138"/>
              <a:gd name="connsiteX2" fmla="*/ 3697463 w 4349662"/>
              <a:gd name="connsiteY2" fmla="*/ 0 h 3090138"/>
              <a:gd name="connsiteX3" fmla="*/ 3860339 w 4349662"/>
              <a:gd name="connsiteY3" fmla="*/ 76549 h 3090138"/>
              <a:gd name="connsiteX4" fmla="*/ 4187473 w 4349662"/>
              <a:gd name="connsiteY4" fmla="*/ 1240774 h 3090138"/>
              <a:gd name="connsiteX5" fmla="*/ 4341472 w 4349662"/>
              <a:gd name="connsiteY5" fmla="*/ 1576820 h 3090138"/>
              <a:gd name="connsiteX6" fmla="*/ 3863600 w 4349662"/>
              <a:gd name="connsiteY6" fmla="*/ 2964668 h 3090138"/>
              <a:gd name="connsiteX7" fmla="*/ 3684262 w 4349662"/>
              <a:gd name="connsiteY7" fmla="*/ 3049434 h 3090138"/>
              <a:gd name="connsiteX8" fmla="*/ 135474 w 4349662"/>
              <a:gd name="connsiteY8" fmla="*/ 3068925 h 3090138"/>
              <a:gd name="connsiteX9" fmla="*/ 11831 w 4349662"/>
              <a:gd name="connsiteY9" fmla="*/ 2701358 h 3090138"/>
              <a:gd name="connsiteX10" fmla="*/ 10718 w 4349662"/>
              <a:gd name="connsiteY10" fmla="*/ 1589963 h 3090138"/>
              <a:gd name="connsiteX11" fmla="*/ 11181 w 4349662"/>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863600 w 4207067"/>
              <a:gd name="connsiteY6" fmla="*/ 2964668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932044 w 4207067"/>
              <a:gd name="connsiteY6" fmla="*/ 2765490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6437"/>
              <a:gd name="connsiteX1" fmla="*/ 141587 w 4207067"/>
              <a:gd name="connsiteY1" fmla="*/ 96 h 3096437"/>
              <a:gd name="connsiteX2" fmla="*/ 3697463 w 4207067"/>
              <a:gd name="connsiteY2" fmla="*/ 0 h 3096437"/>
              <a:gd name="connsiteX3" fmla="*/ 3860339 w 4207067"/>
              <a:gd name="connsiteY3" fmla="*/ 76549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697463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45 w 4232910"/>
              <a:gd name="connsiteY0" fmla="*/ 497542 h 3096437"/>
              <a:gd name="connsiteX1" fmla="*/ 131552 w 4232910"/>
              <a:gd name="connsiteY1" fmla="*/ 96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117650"/>
              <a:gd name="connsiteX1" fmla="*/ 181373 w 4232910"/>
              <a:gd name="connsiteY1" fmla="*/ 0 h 3117650"/>
              <a:gd name="connsiteX2" fmla="*/ 3744463 w 4232910"/>
              <a:gd name="connsiteY2" fmla="*/ 0 h 3117650"/>
              <a:gd name="connsiteX3" fmla="*/ 3913862 w 4232910"/>
              <a:gd name="connsiteY3" fmla="*/ 240968 h 3117650"/>
              <a:gd name="connsiteX4" fmla="*/ 4177438 w 4232910"/>
              <a:gd name="connsiteY4" fmla="*/ 1240774 h 3117650"/>
              <a:gd name="connsiteX5" fmla="*/ 4188844 w 4232910"/>
              <a:gd name="connsiteY5" fmla="*/ 1864525 h 3117650"/>
              <a:gd name="connsiteX6" fmla="*/ 3931783 w 4232910"/>
              <a:gd name="connsiteY6" fmla="*/ 2784458 h 3117650"/>
              <a:gd name="connsiteX7" fmla="*/ 3742672 w 4232910"/>
              <a:gd name="connsiteY7" fmla="*/ 3093697 h 3117650"/>
              <a:gd name="connsiteX8" fmla="*/ 230612 w 4232910"/>
              <a:gd name="connsiteY8" fmla="*/ 3096437 h 3117650"/>
              <a:gd name="connsiteX9" fmla="*/ 1796 w 4232910"/>
              <a:gd name="connsiteY9" fmla="*/ 2701358 h 3117650"/>
              <a:gd name="connsiteX10" fmla="*/ 683 w 4232910"/>
              <a:gd name="connsiteY10" fmla="*/ 1589963 h 3117650"/>
              <a:gd name="connsiteX11" fmla="*/ 1145 w 4232910"/>
              <a:gd name="connsiteY11" fmla="*/ 497542 h 3117650"/>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462 w 4232227"/>
              <a:gd name="connsiteY0" fmla="*/ 497542 h 3096437"/>
              <a:gd name="connsiteX1" fmla="*/ 236043 w 4232227"/>
              <a:gd name="connsiteY1" fmla="*/ 0 h 3096437"/>
              <a:gd name="connsiteX2" fmla="*/ 3743780 w 4232227"/>
              <a:gd name="connsiteY2" fmla="*/ 0 h 3096437"/>
              <a:gd name="connsiteX3" fmla="*/ 3913179 w 4232227"/>
              <a:gd name="connsiteY3" fmla="*/ 240968 h 3096437"/>
              <a:gd name="connsiteX4" fmla="*/ 4176755 w 4232227"/>
              <a:gd name="connsiteY4" fmla="*/ 1240774 h 3096437"/>
              <a:gd name="connsiteX5" fmla="*/ 4188161 w 4232227"/>
              <a:gd name="connsiteY5" fmla="*/ 1864525 h 3096437"/>
              <a:gd name="connsiteX6" fmla="*/ 3931100 w 4232227"/>
              <a:gd name="connsiteY6" fmla="*/ 2784458 h 3096437"/>
              <a:gd name="connsiteX7" fmla="*/ 3741989 w 4232227"/>
              <a:gd name="connsiteY7" fmla="*/ 3093697 h 3096437"/>
              <a:gd name="connsiteX8" fmla="*/ 229929 w 4232227"/>
              <a:gd name="connsiteY8" fmla="*/ 3096437 h 3096437"/>
              <a:gd name="connsiteX9" fmla="*/ 1113 w 4232227"/>
              <a:gd name="connsiteY9" fmla="*/ 2701358 h 3096437"/>
              <a:gd name="connsiteX10" fmla="*/ 0 w 4232227"/>
              <a:gd name="connsiteY10" fmla="*/ 1589963 h 3096437"/>
              <a:gd name="connsiteX11" fmla="*/ 462 w 4232227"/>
              <a:gd name="connsiteY11" fmla="*/ 497542 h 3096437"/>
              <a:gd name="connsiteX0" fmla="*/ 462 w 4225672"/>
              <a:gd name="connsiteY0" fmla="*/ 497542 h 3096437"/>
              <a:gd name="connsiteX1" fmla="*/ 236043 w 4225672"/>
              <a:gd name="connsiteY1" fmla="*/ 0 h 3096437"/>
              <a:gd name="connsiteX2" fmla="*/ 3743780 w 4225672"/>
              <a:gd name="connsiteY2" fmla="*/ 0 h 3096437"/>
              <a:gd name="connsiteX3" fmla="*/ 3913179 w 4225672"/>
              <a:gd name="connsiteY3" fmla="*/ 240968 h 3096437"/>
              <a:gd name="connsiteX4" fmla="*/ 4106148 w 4225672"/>
              <a:gd name="connsiteY4" fmla="*/ 1240773 h 3096437"/>
              <a:gd name="connsiteX5" fmla="*/ 4188161 w 4225672"/>
              <a:gd name="connsiteY5" fmla="*/ 1864525 h 3096437"/>
              <a:gd name="connsiteX6" fmla="*/ 3931100 w 4225672"/>
              <a:gd name="connsiteY6" fmla="*/ 2784458 h 3096437"/>
              <a:gd name="connsiteX7" fmla="*/ 3741989 w 4225672"/>
              <a:gd name="connsiteY7" fmla="*/ 3093697 h 3096437"/>
              <a:gd name="connsiteX8" fmla="*/ 229929 w 4225672"/>
              <a:gd name="connsiteY8" fmla="*/ 3096437 h 3096437"/>
              <a:gd name="connsiteX9" fmla="*/ 1113 w 4225672"/>
              <a:gd name="connsiteY9" fmla="*/ 2701358 h 3096437"/>
              <a:gd name="connsiteX10" fmla="*/ 0 w 4225672"/>
              <a:gd name="connsiteY10" fmla="*/ 1589963 h 3096437"/>
              <a:gd name="connsiteX11" fmla="*/ 462 w 4225672"/>
              <a:gd name="connsiteY11" fmla="*/ 497542 h 3096437"/>
              <a:gd name="connsiteX0" fmla="*/ 462 w 4161620"/>
              <a:gd name="connsiteY0" fmla="*/ 497542 h 3096437"/>
              <a:gd name="connsiteX1" fmla="*/ 236043 w 4161620"/>
              <a:gd name="connsiteY1" fmla="*/ 0 h 3096437"/>
              <a:gd name="connsiteX2" fmla="*/ 3743780 w 4161620"/>
              <a:gd name="connsiteY2" fmla="*/ 0 h 3096437"/>
              <a:gd name="connsiteX3" fmla="*/ 3913179 w 4161620"/>
              <a:gd name="connsiteY3" fmla="*/ 240968 h 3096437"/>
              <a:gd name="connsiteX4" fmla="*/ 4106148 w 4161620"/>
              <a:gd name="connsiteY4" fmla="*/ 1240773 h 3096437"/>
              <a:gd name="connsiteX5" fmla="*/ 4100949 w 4161620"/>
              <a:gd name="connsiteY5" fmla="*/ 1877241 h 3096437"/>
              <a:gd name="connsiteX6" fmla="*/ 3931100 w 4161620"/>
              <a:gd name="connsiteY6" fmla="*/ 2784458 h 3096437"/>
              <a:gd name="connsiteX7" fmla="*/ 3741989 w 4161620"/>
              <a:gd name="connsiteY7" fmla="*/ 3093697 h 3096437"/>
              <a:gd name="connsiteX8" fmla="*/ 229929 w 4161620"/>
              <a:gd name="connsiteY8" fmla="*/ 3096437 h 3096437"/>
              <a:gd name="connsiteX9" fmla="*/ 1113 w 4161620"/>
              <a:gd name="connsiteY9" fmla="*/ 2701358 h 3096437"/>
              <a:gd name="connsiteX10" fmla="*/ 0 w 4161620"/>
              <a:gd name="connsiteY10" fmla="*/ 1589963 h 3096437"/>
              <a:gd name="connsiteX11" fmla="*/ 462 w 4161620"/>
              <a:gd name="connsiteY11" fmla="*/ 497542 h 3096437"/>
              <a:gd name="connsiteX0" fmla="*/ 462 w 4176837"/>
              <a:gd name="connsiteY0" fmla="*/ 497542 h 3096437"/>
              <a:gd name="connsiteX1" fmla="*/ 236043 w 4176837"/>
              <a:gd name="connsiteY1" fmla="*/ 0 h 3096437"/>
              <a:gd name="connsiteX2" fmla="*/ 3743780 w 4176837"/>
              <a:gd name="connsiteY2" fmla="*/ 0 h 3096437"/>
              <a:gd name="connsiteX3" fmla="*/ 3913179 w 4176837"/>
              <a:gd name="connsiteY3" fmla="*/ 240968 h 3096437"/>
              <a:gd name="connsiteX4" fmla="*/ 4106148 w 4176837"/>
              <a:gd name="connsiteY4" fmla="*/ 1240773 h 3096437"/>
              <a:gd name="connsiteX5" fmla="*/ 4100949 w 4176837"/>
              <a:gd name="connsiteY5" fmla="*/ 1877241 h 3096437"/>
              <a:gd name="connsiteX6" fmla="*/ 3931100 w 4176837"/>
              <a:gd name="connsiteY6" fmla="*/ 2784458 h 3096437"/>
              <a:gd name="connsiteX7" fmla="*/ 3741989 w 4176837"/>
              <a:gd name="connsiteY7" fmla="*/ 3093697 h 3096437"/>
              <a:gd name="connsiteX8" fmla="*/ 229929 w 4176837"/>
              <a:gd name="connsiteY8" fmla="*/ 3096437 h 3096437"/>
              <a:gd name="connsiteX9" fmla="*/ 1113 w 4176837"/>
              <a:gd name="connsiteY9" fmla="*/ 2701358 h 3096437"/>
              <a:gd name="connsiteX10" fmla="*/ 0 w 4176837"/>
              <a:gd name="connsiteY10" fmla="*/ 1589963 h 3096437"/>
              <a:gd name="connsiteX11" fmla="*/ 462 w 4176837"/>
              <a:gd name="connsiteY11" fmla="*/ 497542 h 3096437"/>
              <a:gd name="connsiteX0" fmla="*/ 462 w 4206920"/>
              <a:gd name="connsiteY0" fmla="*/ 497542 h 3096437"/>
              <a:gd name="connsiteX1" fmla="*/ 236043 w 4206920"/>
              <a:gd name="connsiteY1" fmla="*/ 0 h 3096437"/>
              <a:gd name="connsiteX2" fmla="*/ 3743780 w 4206920"/>
              <a:gd name="connsiteY2" fmla="*/ 0 h 3096437"/>
              <a:gd name="connsiteX3" fmla="*/ 3913179 w 4206920"/>
              <a:gd name="connsiteY3" fmla="*/ 240968 h 3096437"/>
              <a:gd name="connsiteX4" fmla="*/ 4106148 w 4206920"/>
              <a:gd name="connsiteY4" fmla="*/ 1240773 h 3096437"/>
              <a:gd name="connsiteX5" fmla="*/ 4100949 w 4206920"/>
              <a:gd name="connsiteY5" fmla="*/ 1877241 h 3096437"/>
              <a:gd name="connsiteX6" fmla="*/ 3931100 w 4206920"/>
              <a:gd name="connsiteY6" fmla="*/ 2784458 h 3096437"/>
              <a:gd name="connsiteX7" fmla="*/ 3741989 w 4206920"/>
              <a:gd name="connsiteY7" fmla="*/ 3093697 h 3096437"/>
              <a:gd name="connsiteX8" fmla="*/ 229929 w 4206920"/>
              <a:gd name="connsiteY8" fmla="*/ 3096437 h 3096437"/>
              <a:gd name="connsiteX9" fmla="*/ 1113 w 4206920"/>
              <a:gd name="connsiteY9" fmla="*/ 2701358 h 3096437"/>
              <a:gd name="connsiteX10" fmla="*/ 0 w 4206920"/>
              <a:gd name="connsiteY10" fmla="*/ 1589963 h 3096437"/>
              <a:gd name="connsiteX11" fmla="*/ 462 w 4206920"/>
              <a:gd name="connsiteY11" fmla="*/ 497542 h 3096437"/>
              <a:gd name="connsiteX0" fmla="*/ 462 w 4212455"/>
              <a:gd name="connsiteY0" fmla="*/ 497542 h 3096437"/>
              <a:gd name="connsiteX1" fmla="*/ 236043 w 4212455"/>
              <a:gd name="connsiteY1" fmla="*/ 0 h 3096437"/>
              <a:gd name="connsiteX2" fmla="*/ 3743780 w 4212455"/>
              <a:gd name="connsiteY2" fmla="*/ 0 h 3096437"/>
              <a:gd name="connsiteX3" fmla="*/ 3913179 w 4212455"/>
              <a:gd name="connsiteY3" fmla="*/ 240968 h 3096437"/>
              <a:gd name="connsiteX4" fmla="*/ 4111683 w 4212455"/>
              <a:gd name="connsiteY4" fmla="*/ 1317065 h 3096437"/>
              <a:gd name="connsiteX5" fmla="*/ 4100949 w 4212455"/>
              <a:gd name="connsiteY5" fmla="*/ 1877241 h 3096437"/>
              <a:gd name="connsiteX6" fmla="*/ 3931100 w 4212455"/>
              <a:gd name="connsiteY6" fmla="*/ 2784458 h 3096437"/>
              <a:gd name="connsiteX7" fmla="*/ 3741989 w 4212455"/>
              <a:gd name="connsiteY7" fmla="*/ 3093697 h 3096437"/>
              <a:gd name="connsiteX8" fmla="*/ 229929 w 4212455"/>
              <a:gd name="connsiteY8" fmla="*/ 3096437 h 3096437"/>
              <a:gd name="connsiteX9" fmla="*/ 1113 w 4212455"/>
              <a:gd name="connsiteY9" fmla="*/ 2701358 h 3096437"/>
              <a:gd name="connsiteX10" fmla="*/ 0 w 4212455"/>
              <a:gd name="connsiteY10" fmla="*/ 1589963 h 3096437"/>
              <a:gd name="connsiteX11" fmla="*/ 462 w 4212455"/>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00949 w 4245667"/>
              <a:gd name="connsiteY5" fmla="*/ 1877241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28628 w 4245667"/>
              <a:gd name="connsiteY5" fmla="*/ 1800948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28628 w 4229063"/>
              <a:gd name="connsiteY5" fmla="*/ 1800948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39699 w 4229063"/>
              <a:gd name="connsiteY5" fmla="*/ 1826376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741989 w 4229063"/>
              <a:gd name="connsiteY7" fmla="*/ 3106411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611977 h 3210872"/>
              <a:gd name="connsiteX1" fmla="*/ 236043 w 4229063"/>
              <a:gd name="connsiteY1" fmla="*/ 114435 h 3210872"/>
              <a:gd name="connsiteX2" fmla="*/ 3395052 w 4229063"/>
              <a:gd name="connsiteY2" fmla="*/ 0 h 3210872"/>
              <a:gd name="connsiteX3" fmla="*/ 3719440 w 4229063"/>
              <a:gd name="connsiteY3" fmla="*/ 329973 h 3210872"/>
              <a:gd name="connsiteX4" fmla="*/ 4128291 w 4229063"/>
              <a:gd name="connsiteY4" fmla="*/ 1380640 h 3210872"/>
              <a:gd name="connsiteX5" fmla="*/ 4139699 w 4229063"/>
              <a:gd name="connsiteY5" fmla="*/ 1940811 h 3210872"/>
              <a:gd name="connsiteX6" fmla="*/ 3720753 w 4229063"/>
              <a:gd name="connsiteY6" fmla="*/ 2937040 h 3210872"/>
              <a:gd name="connsiteX7" fmla="*/ 3426472 w 4229063"/>
              <a:gd name="connsiteY7" fmla="*/ 3208133 h 3210872"/>
              <a:gd name="connsiteX8" fmla="*/ 229929 w 4229063"/>
              <a:gd name="connsiteY8" fmla="*/ 3210872 h 3210872"/>
              <a:gd name="connsiteX9" fmla="*/ 1113 w 4229063"/>
              <a:gd name="connsiteY9" fmla="*/ 2815793 h 3210872"/>
              <a:gd name="connsiteX10" fmla="*/ 0 w 4229063"/>
              <a:gd name="connsiteY10" fmla="*/ 1704398 h 3210872"/>
              <a:gd name="connsiteX11" fmla="*/ 462 w 4229063"/>
              <a:gd name="connsiteY11" fmla="*/ 611977 h 3210872"/>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20753 w 4229063"/>
              <a:gd name="connsiteY6" fmla="*/ 2822605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9063" h="3096437">
                <a:moveTo>
                  <a:pt x="462" y="497542"/>
                </a:moveTo>
                <a:cubicBezTo>
                  <a:pt x="4160" y="117023"/>
                  <a:pt x="41216" y="20591"/>
                  <a:pt x="236043" y="0"/>
                </a:cubicBezTo>
                <a:lnTo>
                  <a:pt x="3395052" y="12718"/>
                </a:lnTo>
                <a:cubicBezTo>
                  <a:pt x="3638377" y="15457"/>
                  <a:pt x="3629208" y="966"/>
                  <a:pt x="3719440" y="215538"/>
                </a:cubicBezTo>
                <a:lnTo>
                  <a:pt x="4128291" y="1266205"/>
                </a:lnTo>
                <a:cubicBezTo>
                  <a:pt x="4229063" y="1454641"/>
                  <a:pt x="4215587" y="1665852"/>
                  <a:pt x="4139699" y="1826376"/>
                </a:cubicBezTo>
                <a:lnTo>
                  <a:pt x="3751433" y="2763881"/>
                </a:lnTo>
                <a:cubicBezTo>
                  <a:pt x="3680535" y="2912488"/>
                  <a:pt x="3626079" y="3096437"/>
                  <a:pt x="3426472" y="3093698"/>
                </a:cubicBezTo>
                <a:lnTo>
                  <a:pt x="229929" y="3096437"/>
                </a:lnTo>
                <a:cubicBezTo>
                  <a:pt x="66095" y="3096437"/>
                  <a:pt x="8137" y="3019692"/>
                  <a:pt x="1113" y="2701358"/>
                </a:cubicBezTo>
                <a:lnTo>
                  <a:pt x="0" y="1589963"/>
                </a:lnTo>
                <a:cubicBezTo>
                  <a:pt x="154" y="1194221"/>
                  <a:pt x="308" y="893284"/>
                  <a:pt x="462" y="497542"/>
                </a:cubicBezTo>
                <a:close/>
              </a:path>
            </a:pathLst>
          </a:custGeom>
          <a:solidFill>
            <a:srgbClr val="00A4E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sp>
        <p:nvSpPr>
          <p:cNvPr id="14" name="Freeform 13"/>
          <p:cNvSpPr/>
          <p:nvPr/>
        </p:nvSpPr>
        <p:spPr>
          <a:xfrm>
            <a:off x="457201" y="1898653"/>
            <a:ext cx="2747433" cy="655639"/>
          </a:xfrm>
          <a:custGeom>
            <a:avLst/>
            <a:gdLst>
              <a:gd name="connsiteX0" fmla="*/ 0 w 4293656"/>
              <a:gd name="connsiteY0" fmla="*/ 0 h 3044952"/>
              <a:gd name="connsiteX1" fmla="*/ 4004568 w 4293656"/>
              <a:gd name="connsiteY1" fmla="*/ 0 h 3044952"/>
              <a:gd name="connsiteX2" fmla="*/ 4293656 w 4293656"/>
              <a:gd name="connsiteY2" fmla="*/ 1522476 h 3044952"/>
              <a:gd name="connsiteX3" fmla="*/ 4004568 w 4293656"/>
              <a:gd name="connsiteY3" fmla="*/ 3044952 h 3044952"/>
              <a:gd name="connsiteX4" fmla="*/ 0 w 4293656"/>
              <a:gd name="connsiteY4" fmla="*/ 3044952 h 3044952"/>
              <a:gd name="connsiteX5" fmla="*/ 289088 w 4293656"/>
              <a:gd name="connsiteY5" fmla="*/ 1522476 h 3044952"/>
              <a:gd name="connsiteX6" fmla="*/ 0 w 4293656"/>
              <a:gd name="connsiteY6" fmla="*/ 0 h 3044952"/>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0 w 4293656"/>
              <a:gd name="connsiteY7" fmla="*/ 1745 h 3046697"/>
              <a:gd name="connsiteX0" fmla="*/ 0 w 4293656"/>
              <a:gd name="connsiteY0" fmla="*/ 1745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8" fmla="*/ 0 w 4293656"/>
              <a:gd name="connsiteY8" fmla="*/ 1745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89088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14670 w 4293656"/>
              <a:gd name="connsiteY7"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9981 w 4293656"/>
              <a:gd name="connsiteY6" fmla="*/ 1524221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9981 w 4293656"/>
              <a:gd name="connsiteY7" fmla="*/ 1524221 h 3046697"/>
              <a:gd name="connsiteX8" fmla="*/ 257599 w 4293656"/>
              <a:gd name="connsiteY8" fmla="*/ 1464495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57599 w 4293656"/>
              <a:gd name="connsiteY7" fmla="*/ 1464495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63058 w 4293656"/>
              <a:gd name="connsiteY6" fmla="*/ 1582202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257599 w 4293656"/>
              <a:gd name="connsiteY6" fmla="*/ 1573990 h 3046697"/>
              <a:gd name="connsiteX7" fmla="*/ 265787 w 4293656"/>
              <a:gd name="connsiteY7" fmla="*/ 1450808 h 3046697"/>
              <a:gd name="connsiteX8" fmla="*/ 14670 w 4293656"/>
              <a:gd name="connsiteY8"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0 w 4293656"/>
              <a:gd name="connsiteY5" fmla="*/ 3046697 h 3046697"/>
              <a:gd name="connsiteX6" fmla="*/ 11939 w 4293656"/>
              <a:gd name="connsiteY6" fmla="*/ 2953626 h 3046697"/>
              <a:gd name="connsiteX7" fmla="*/ 257599 w 4293656"/>
              <a:gd name="connsiteY7" fmla="*/ 1573990 h 3046697"/>
              <a:gd name="connsiteX8" fmla="*/ 265787 w 4293656"/>
              <a:gd name="connsiteY8" fmla="*/ 1450808 h 3046697"/>
              <a:gd name="connsiteX9" fmla="*/ 14670 w 4293656"/>
              <a:gd name="connsiteY9"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82907 w 4293656"/>
              <a:gd name="connsiteY5" fmla="*/ 3046697 h 3046697"/>
              <a:gd name="connsiteX6" fmla="*/ 0 w 4293656"/>
              <a:gd name="connsiteY6" fmla="*/ 3046697 h 3046697"/>
              <a:gd name="connsiteX7" fmla="*/ 11939 w 4293656"/>
              <a:gd name="connsiteY7" fmla="*/ 2953626 h 3046697"/>
              <a:gd name="connsiteX8" fmla="*/ 257599 w 4293656"/>
              <a:gd name="connsiteY8" fmla="*/ 1573990 h 3046697"/>
              <a:gd name="connsiteX9" fmla="*/ 265787 w 4293656"/>
              <a:gd name="connsiteY9" fmla="*/ 1450808 h 3046697"/>
              <a:gd name="connsiteX10" fmla="*/ 14670 w 4293656"/>
              <a:gd name="connsiteY10" fmla="*/ 92806 h 3046697"/>
              <a:gd name="connsiteX0" fmla="*/ 14670 w 4293656"/>
              <a:gd name="connsiteY0" fmla="*/ 92806 h 3046697"/>
              <a:gd name="connsiteX1" fmla="*/ 96557 w 4293656"/>
              <a:gd name="connsiteY1" fmla="*/ 0 h 3046697"/>
              <a:gd name="connsiteX2" fmla="*/ 4004568 w 4293656"/>
              <a:gd name="connsiteY2" fmla="*/ 1745 h 3046697"/>
              <a:gd name="connsiteX3" fmla="*/ 4293656 w 4293656"/>
              <a:gd name="connsiteY3" fmla="*/ 1524221 h 3046697"/>
              <a:gd name="connsiteX4" fmla="*/ 4004568 w 4293656"/>
              <a:gd name="connsiteY4" fmla="*/ 3046697 h 3046697"/>
              <a:gd name="connsiteX5" fmla="*/ 3923387 w 4293656"/>
              <a:gd name="connsiteY5" fmla="*/ 3046697 h 3046697"/>
              <a:gd name="connsiteX6" fmla="*/ 82907 w 4293656"/>
              <a:gd name="connsiteY6" fmla="*/ 3046697 h 3046697"/>
              <a:gd name="connsiteX7" fmla="*/ 0 w 4293656"/>
              <a:gd name="connsiteY7" fmla="*/ 3046697 h 3046697"/>
              <a:gd name="connsiteX8" fmla="*/ 11939 w 4293656"/>
              <a:gd name="connsiteY8" fmla="*/ 2953626 h 3046697"/>
              <a:gd name="connsiteX9" fmla="*/ 257599 w 4293656"/>
              <a:gd name="connsiteY9" fmla="*/ 1573990 h 3046697"/>
              <a:gd name="connsiteX10" fmla="*/ 265787 w 4293656"/>
              <a:gd name="connsiteY10" fmla="*/ 1450808 h 3046697"/>
              <a:gd name="connsiteX11" fmla="*/ 14670 w 4293656"/>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04568 w 4277279"/>
              <a:gd name="connsiteY4" fmla="*/ 3046697 h 3046697"/>
              <a:gd name="connsiteX5" fmla="*/ 3923387 w 4277279"/>
              <a:gd name="connsiteY5" fmla="*/ 3046697 h 3046697"/>
              <a:gd name="connsiteX6" fmla="*/ 82907 w 4277279"/>
              <a:gd name="connsiteY6" fmla="*/ 3046697 h 3046697"/>
              <a:gd name="connsiteX7" fmla="*/ 0 w 4277279"/>
              <a:gd name="connsiteY7" fmla="*/ 3046697 h 3046697"/>
              <a:gd name="connsiteX8" fmla="*/ 11939 w 4277279"/>
              <a:gd name="connsiteY8" fmla="*/ 2953626 h 3046697"/>
              <a:gd name="connsiteX9" fmla="*/ 257599 w 4277279"/>
              <a:gd name="connsiteY9" fmla="*/ 1573990 h 3046697"/>
              <a:gd name="connsiteX10" fmla="*/ 265787 w 4277279"/>
              <a:gd name="connsiteY10" fmla="*/ 1450808 h 3046697"/>
              <a:gd name="connsiteX11" fmla="*/ 14670 w 4277279"/>
              <a:gd name="connsiteY11"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018923 w 4277279"/>
              <a:gd name="connsiteY4" fmla="*/ 2964575 h 3046697"/>
              <a:gd name="connsiteX5" fmla="*/ 4004568 w 4277279"/>
              <a:gd name="connsiteY5" fmla="*/ 3046697 h 3046697"/>
              <a:gd name="connsiteX6" fmla="*/ 3923387 w 4277279"/>
              <a:gd name="connsiteY6" fmla="*/ 3046697 h 3046697"/>
              <a:gd name="connsiteX7" fmla="*/ 82907 w 4277279"/>
              <a:gd name="connsiteY7" fmla="*/ 3046697 h 3046697"/>
              <a:gd name="connsiteX8" fmla="*/ 0 w 4277279"/>
              <a:gd name="connsiteY8" fmla="*/ 3046697 h 3046697"/>
              <a:gd name="connsiteX9" fmla="*/ 11939 w 4277279"/>
              <a:gd name="connsiteY9" fmla="*/ 2953626 h 3046697"/>
              <a:gd name="connsiteX10" fmla="*/ 257599 w 4277279"/>
              <a:gd name="connsiteY10" fmla="*/ 1573990 h 3046697"/>
              <a:gd name="connsiteX11" fmla="*/ 265787 w 4277279"/>
              <a:gd name="connsiteY11" fmla="*/ 1450808 h 3046697"/>
              <a:gd name="connsiteX12" fmla="*/ 14670 w 4277279"/>
              <a:gd name="connsiteY12"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7279 w 4277279"/>
              <a:gd name="connsiteY3" fmla="*/ 1524221 h 3046697"/>
              <a:gd name="connsiteX4" fmla="*/ 4270041 w 4277279"/>
              <a:gd name="connsiteY4" fmla="*/ 1576727 h 3046697"/>
              <a:gd name="connsiteX5" fmla="*/ 4018923 w 4277279"/>
              <a:gd name="connsiteY5" fmla="*/ 2964575 h 3046697"/>
              <a:gd name="connsiteX6" fmla="*/ 4004568 w 4277279"/>
              <a:gd name="connsiteY6" fmla="*/ 3046697 h 3046697"/>
              <a:gd name="connsiteX7" fmla="*/ 3923387 w 4277279"/>
              <a:gd name="connsiteY7" fmla="*/ 3046697 h 3046697"/>
              <a:gd name="connsiteX8" fmla="*/ 82907 w 4277279"/>
              <a:gd name="connsiteY8" fmla="*/ 3046697 h 3046697"/>
              <a:gd name="connsiteX9" fmla="*/ 0 w 4277279"/>
              <a:gd name="connsiteY9" fmla="*/ 3046697 h 3046697"/>
              <a:gd name="connsiteX10" fmla="*/ 11939 w 4277279"/>
              <a:gd name="connsiteY10" fmla="*/ 2953626 h 3046697"/>
              <a:gd name="connsiteX11" fmla="*/ 257599 w 4277279"/>
              <a:gd name="connsiteY11" fmla="*/ 1573990 h 3046697"/>
              <a:gd name="connsiteX12" fmla="*/ 265787 w 4277279"/>
              <a:gd name="connsiteY12" fmla="*/ 1450808 h 3046697"/>
              <a:gd name="connsiteX13" fmla="*/ 14670 w 4277279"/>
              <a:gd name="connsiteY13"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270041 w 4277279"/>
              <a:gd name="connsiteY3" fmla="*/ 1469970 h 3046697"/>
              <a:gd name="connsiteX4" fmla="*/ 4277279 w 4277279"/>
              <a:gd name="connsiteY4" fmla="*/ 1524221 h 3046697"/>
              <a:gd name="connsiteX5" fmla="*/ 4270041 w 4277279"/>
              <a:gd name="connsiteY5" fmla="*/ 1576727 h 3046697"/>
              <a:gd name="connsiteX6" fmla="*/ 4018923 w 4277279"/>
              <a:gd name="connsiteY6" fmla="*/ 2964575 h 3046697"/>
              <a:gd name="connsiteX7" fmla="*/ 4004568 w 4277279"/>
              <a:gd name="connsiteY7" fmla="*/ 3046697 h 3046697"/>
              <a:gd name="connsiteX8" fmla="*/ 3923387 w 4277279"/>
              <a:gd name="connsiteY8" fmla="*/ 3046697 h 3046697"/>
              <a:gd name="connsiteX9" fmla="*/ 82907 w 4277279"/>
              <a:gd name="connsiteY9" fmla="*/ 3046697 h 3046697"/>
              <a:gd name="connsiteX10" fmla="*/ 0 w 4277279"/>
              <a:gd name="connsiteY10" fmla="*/ 3046697 h 3046697"/>
              <a:gd name="connsiteX11" fmla="*/ 11939 w 4277279"/>
              <a:gd name="connsiteY11" fmla="*/ 2953626 h 3046697"/>
              <a:gd name="connsiteX12" fmla="*/ 257599 w 4277279"/>
              <a:gd name="connsiteY12" fmla="*/ 1573990 h 3046697"/>
              <a:gd name="connsiteX13" fmla="*/ 265787 w 4277279"/>
              <a:gd name="connsiteY13" fmla="*/ 1450808 h 3046697"/>
              <a:gd name="connsiteX14" fmla="*/ 14670 w 4277279"/>
              <a:gd name="connsiteY14" fmla="*/ 92806 h 3046697"/>
              <a:gd name="connsiteX0" fmla="*/ 14670 w 4277279"/>
              <a:gd name="connsiteY0" fmla="*/ 92806 h 3046697"/>
              <a:gd name="connsiteX1" fmla="*/ 96557 w 4277279"/>
              <a:gd name="connsiteY1" fmla="*/ 0 h 3046697"/>
              <a:gd name="connsiteX2" fmla="*/ 4004568 w 4277279"/>
              <a:gd name="connsiteY2" fmla="*/ 1745 h 3046697"/>
              <a:gd name="connsiteX3" fmla="*/ 4016193 w 4277279"/>
              <a:gd name="connsiteY3" fmla="*/ 62960 h 3046697"/>
              <a:gd name="connsiteX4" fmla="*/ 4270041 w 4277279"/>
              <a:gd name="connsiteY4" fmla="*/ 1469970 h 3046697"/>
              <a:gd name="connsiteX5" fmla="*/ 4277279 w 4277279"/>
              <a:gd name="connsiteY5" fmla="*/ 1524221 h 3046697"/>
              <a:gd name="connsiteX6" fmla="*/ 4270041 w 4277279"/>
              <a:gd name="connsiteY6" fmla="*/ 1576727 h 3046697"/>
              <a:gd name="connsiteX7" fmla="*/ 4018923 w 4277279"/>
              <a:gd name="connsiteY7" fmla="*/ 2964575 h 3046697"/>
              <a:gd name="connsiteX8" fmla="*/ 4004568 w 4277279"/>
              <a:gd name="connsiteY8" fmla="*/ 3046697 h 3046697"/>
              <a:gd name="connsiteX9" fmla="*/ 3923387 w 4277279"/>
              <a:gd name="connsiteY9" fmla="*/ 3046697 h 3046697"/>
              <a:gd name="connsiteX10" fmla="*/ 82907 w 4277279"/>
              <a:gd name="connsiteY10" fmla="*/ 3046697 h 3046697"/>
              <a:gd name="connsiteX11" fmla="*/ 0 w 4277279"/>
              <a:gd name="connsiteY11" fmla="*/ 3046697 h 3046697"/>
              <a:gd name="connsiteX12" fmla="*/ 11939 w 4277279"/>
              <a:gd name="connsiteY12" fmla="*/ 2953626 h 3046697"/>
              <a:gd name="connsiteX13" fmla="*/ 257599 w 4277279"/>
              <a:gd name="connsiteY13" fmla="*/ 1573990 h 3046697"/>
              <a:gd name="connsiteX14" fmla="*/ 265787 w 4277279"/>
              <a:gd name="connsiteY14" fmla="*/ 1450808 h 3046697"/>
              <a:gd name="connsiteX15" fmla="*/ 14670 w 4277279"/>
              <a:gd name="connsiteY15" fmla="*/ 92806 h 3046697"/>
              <a:gd name="connsiteX0" fmla="*/ 14670 w 4277279"/>
              <a:gd name="connsiteY0" fmla="*/ 95543 h 3049434"/>
              <a:gd name="connsiteX1" fmla="*/ 96557 w 4277279"/>
              <a:gd name="connsiteY1" fmla="*/ 2737 h 3049434"/>
              <a:gd name="connsiteX2" fmla="*/ 3928847 w 4277279"/>
              <a:gd name="connsiteY2" fmla="*/ 0 h 3049434"/>
              <a:gd name="connsiteX3" fmla="*/ 4004568 w 4277279"/>
              <a:gd name="connsiteY3" fmla="*/ 4482 h 3049434"/>
              <a:gd name="connsiteX4" fmla="*/ 4016193 w 4277279"/>
              <a:gd name="connsiteY4" fmla="*/ 65697 h 3049434"/>
              <a:gd name="connsiteX5" fmla="*/ 4270041 w 4277279"/>
              <a:gd name="connsiteY5" fmla="*/ 1472707 h 3049434"/>
              <a:gd name="connsiteX6" fmla="*/ 4277279 w 4277279"/>
              <a:gd name="connsiteY6" fmla="*/ 1526958 h 3049434"/>
              <a:gd name="connsiteX7" fmla="*/ 4270041 w 4277279"/>
              <a:gd name="connsiteY7" fmla="*/ 1579464 h 3049434"/>
              <a:gd name="connsiteX8" fmla="*/ 4018923 w 4277279"/>
              <a:gd name="connsiteY8" fmla="*/ 2967312 h 3049434"/>
              <a:gd name="connsiteX9" fmla="*/ 4004568 w 4277279"/>
              <a:gd name="connsiteY9" fmla="*/ 3049434 h 3049434"/>
              <a:gd name="connsiteX10" fmla="*/ 3923387 w 4277279"/>
              <a:gd name="connsiteY10" fmla="*/ 3049434 h 3049434"/>
              <a:gd name="connsiteX11" fmla="*/ 82907 w 4277279"/>
              <a:gd name="connsiteY11" fmla="*/ 3049434 h 3049434"/>
              <a:gd name="connsiteX12" fmla="*/ 0 w 4277279"/>
              <a:gd name="connsiteY12" fmla="*/ 3049434 h 3049434"/>
              <a:gd name="connsiteX13" fmla="*/ 11939 w 4277279"/>
              <a:gd name="connsiteY13" fmla="*/ 2956363 h 3049434"/>
              <a:gd name="connsiteX14" fmla="*/ 257599 w 4277279"/>
              <a:gd name="connsiteY14" fmla="*/ 1576727 h 3049434"/>
              <a:gd name="connsiteX15" fmla="*/ 265787 w 4277279"/>
              <a:gd name="connsiteY15" fmla="*/ 1453545 h 3049434"/>
              <a:gd name="connsiteX16" fmla="*/ 14670 w 4277279"/>
              <a:gd name="connsiteY16"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10917 w 4273526"/>
              <a:gd name="connsiteY0" fmla="*/ 95543 h 3049434"/>
              <a:gd name="connsiteX1" fmla="*/ 92804 w 4273526"/>
              <a:gd name="connsiteY1" fmla="*/ 2737 h 3049434"/>
              <a:gd name="connsiteX2" fmla="*/ 3925094 w 4273526"/>
              <a:gd name="connsiteY2" fmla="*/ 0 h 3049434"/>
              <a:gd name="connsiteX3" fmla="*/ 4000815 w 4273526"/>
              <a:gd name="connsiteY3" fmla="*/ 4482 h 3049434"/>
              <a:gd name="connsiteX4" fmla="*/ 4012440 w 4273526"/>
              <a:gd name="connsiteY4" fmla="*/ 65697 h 3049434"/>
              <a:gd name="connsiteX5" fmla="*/ 4266288 w 4273526"/>
              <a:gd name="connsiteY5" fmla="*/ 1472707 h 3049434"/>
              <a:gd name="connsiteX6" fmla="*/ 4273526 w 4273526"/>
              <a:gd name="connsiteY6" fmla="*/ 1526958 h 3049434"/>
              <a:gd name="connsiteX7" fmla="*/ 4266288 w 4273526"/>
              <a:gd name="connsiteY7" fmla="*/ 1579464 h 3049434"/>
              <a:gd name="connsiteX8" fmla="*/ 4015170 w 4273526"/>
              <a:gd name="connsiteY8" fmla="*/ 2967312 h 3049434"/>
              <a:gd name="connsiteX9" fmla="*/ 4000815 w 4273526"/>
              <a:gd name="connsiteY9" fmla="*/ 3049434 h 3049434"/>
              <a:gd name="connsiteX10" fmla="*/ 3919634 w 4273526"/>
              <a:gd name="connsiteY10" fmla="*/ 3049434 h 3049434"/>
              <a:gd name="connsiteX11" fmla="*/ 79154 w 4273526"/>
              <a:gd name="connsiteY11" fmla="*/ 3049434 h 3049434"/>
              <a:gd name="connsiteX12" fmla="*/ 8186 w 4273526"/>
              <a:gd name="connsiteY12" fmla="*/ 2956363 h 3049434"/>
              <a:gd name="connsiteX13" fmla="*/ 253846 w 4273526"/>
              <a:gd name="connsiteY13" fmla="*/ 1576727 h 3049434"/>
              <a:gd name="connsiteX14" fmla="*/ 262034 w 4273526"/>
              <a:gd name="connsiteY14" fmla="*/ 1453545 h 3049434"/>
              <a:gd name="connsiteX15" fmla="*/ 10917 w 4273526"/>
              <a:gd name="connsiteY15" fmla="*/ 95543 h 3049434"/>
              <a:gd name="connsiteX0" fmla="*/ 20018 w 4282627"/>
              <a:gd name="connsiteY0" fmla="*/ 95543 h 3049434"/>
              <a:gd name="connsiteX1" fmla="*/ 101905 w 4282627"/>
              <a:gd name="connsiteY1" fmla="*/ 2737 h 3049434"/>
              <a:gd name="connsiteX2" fmla="*/ 3934195 w 4282627"/>
              <a:gd name="connsiteY2" fmla="*/ 0 h 3049434"/>
              <a:gd name="connsiteX3" fmla="*/ 4009916 w 4282627"/>
              <a:gd name="connsiteY3" fmla="*/ 4482 h 3049434"/>
              <a:gd name="connsiteX4" fmla="*/ 4021541 w 4282627"/>
              <a:gd name="connsiteY4" fmla="*/ 65697 h 3049434"/>
              <a:gd name="connsiteX5" fmla="*/ 4275389 w 4282627"/>
              <a:gd name="connsiteY5" fmla="*/ 1472707 h 3049434"/>
              <a:gd name="connsiteX6" fmla="*/ 4282627 w 4282627"/>
              <a:gd name="connsiteY6" fmla="*/ 1526958 h 3049434"/>
              <a:gd name="connsiteX7" fmla="*/ 4275389 w 4282627"/>
              <a:gd name="connsiteY7" fmla="*/ 1579464 h 3049434"/>
              <a:gd name="connsiteX8" fmla="*/ 4024271 w 4282627"/>
              <a:gd name="connsiteY8" fmla="*/ 2967312 h 3049434"/>
              <a:gd name="connsiteX9" fmla="*/ 4009916 w 4282627"/>
              <a:gd name="connsiteY9" fmla="*/ 3049434 h 3049434"/>
              <a:gd name="connsiteX10" fmla="*/ 3928735 w 4282627"/>
              <a:gd name="connsiteY10" fmla="*/ 3049434 h 3049434"/>
              <a:gd name="connsiteX11" fmla="*/ 88255 w 4282627"/>
              <a:gd name="connsiteY11" fmla="*/ 3049434 h 3049434"/>
              <a:gd name="connsiteX12" fmla="*/ 17287 w 4282627"/>
              <a:gd name="connsiteY12" fmla="*/ 2956363 h 3049434"/>
              <a:gd name="connsiteX13" fmla="*/ 262947 w 4282627"/>
              <a:gd name="connsiteY13" fmla="*/ 1576727 h 3049434"/>
              <a:gd name="connsiteX14" fmla="*/ 271135 w 4282627"/>
              <a:gd name="connsiteY14" fmla="*/ 1453545 h 3049434"/>
              <a:gd name="connsiteX15" fmla="*/ 20018 w 4282627"/>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4004457 w 4277168"/>
              <a:gd name="connsiteY9" fmla="*/ 3049434 h 3049434"/>
              <a:gd name="connsiteX10" fmla="*/ 3923276 w 4277168"/>
              <a:gd name="connsiteY10" fmla="*/ 3049434 h 3049434"/>
              <a:gd name="connsiteX11" fmla="*/ 82796 w 4277168"/>
              <a:gd name="connsiteY11" fmla="*/ 3049434 h 3049434"/>
              <a:gd name="connsiteX12" fmla="*/ 11828 w 4277168"/>
              <a:gd name="connsiteY12" fmla="*/ 2956363 h 3049434"/>
              <a:gd name="connsiteX13" fmla="*/ 257488 w 4277168"/>
              <a:gd name="connsiteY13" fmla="*/ 1576727 h 3049434"/>
              <a:gd name="connsiteX14" fmla="*/ 265676 w 4277168"/>
              <a:gd name="connsiteY14" fmla="*/ 1453545 h 3049434"/>
              <a:gd name="connsiteX15" fmla="*/ 14559 w 4277168"/>
              <a:gd name="connsiteY15"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49434"/>
              <a:gd name="connsiteX1" fmla="*/ 96446 w 4277168"/>
              <a:gd name="connsiteY1" fmla="*/ 2737 h 3049434"/>
              <a:gd name="connsiteX2" fmla="*/ 3928736 w 4277168"/>
              <a:gd name="connsiteY2" fmla="*/ 0 h 3049434"/>
              <a:gd name="connsiteX3" fmla="*/ 4004457 w 4277168"/>
              <a:gd name="connsiteY3" fmla="*/ 4482 h 3049434"/>
              <a:gd name="connsiteX4" fmla="*/ 4016082 w 4277168"/>
              <a:gd name="connsiteY4" fmla="*/ 65697 h 3049434"/>
              <a:gd name="connsiteX5" fmla="*/ 4269930 w 4277168"/>
              <a:gd name="connsiteY5" fmla="*/ 1472707 h 3049434"/>
              <a:gd name="connsiteX6" fmla="*/ 4277168 w 4277168"/>
              <a:gd name="connsiteY6" fmla="*/ 1526958 h 3049434"/>
              <a:gd name="connsiteX7" fmla="*/ 4269930 w 4277168"/>
              <a:gd name="connsiteY7" fmla="*/ 1579464 h 3049434"/>
              <a:gd name="connsiteX8" fmla="*/ 4018812 w 4277168"/>
              <a:gd name="connsiteY8" fmla="*/ 2967312 h 3049434"/>
              <a:gd name="connsiteX9" fmla="*/ 3923276 w 4277168"/>
              <a:gd name="connsiteY9" fmla="*/ 3049434 h 3049434"/>
              <a:gd name="connsiteX10" fmla="*/ 82796 w 4277168"/>
              <a:gd name="connsiteY10" fmla="*/ 3049434 h 3049434"/>
              <a:gd name="connsiteX11" fmla="*/ 11828 w 4277168"/>
              <a:gd name="connsiteY11" fmla="*/ 2956363 h 3049434"/>
              <a:gd name="connsiteX12" fmla="*/ 257488 w 4277168"/>
              <a:gd name="connsiteY12" fmla="*/ 1576727 h 3049434"/>
              <a:gd name="connsiteX13" fmla="*/ 265676 w 4277168"/>
              <a:gd name="connsiteY13" fmla="*/ 1453545 h 3049434"/>
              <a:gd name="connsiteX14" fmla="*/ 14559 w 4277168"/>
              <a:gd name="connsiteY14" fmla="*/ 95543 h 3049434"/>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77168"/>
              <a:gd name="connsiteY0" fmla="*/ 95543 h 3052171"/>
              <a:gd name="connsiteX1" fmla="*/ 96446 w 4277168"/>
              <a:gd name="connsiteY1" fmla="*/ 2737 h 3052171"/>
              <a:gd name="connsiteX2" fmla="*/ 3928736 w 4277168"/>
              <a:gd name="connsiteY2" fmla="*/ 0 h 3052171"/>
              <a:gd name="connsiteX3" fmla="*/ 4004457 w 4277168"/>
              <a:gd name="connsiteY3" fmla="*/ 4482 h 3052171"/>
              <a:gd name="connsiteX4" fmla="*/ 4016082 w 4277168"/>
              <a:gd name="connsiteY4" fmla="*/ 65697 h 3052171"/>
              <a:gd name="connsiteX5" fmla="*/ 4269930 w 4277168"/>
              <a:gd name="connsiteY5" fmla="*/ 1472707 h 3052171"/>
              <a:gd name="connsiteX6" fmla="*/ 4277168 w 4277168"/>
              <a:gd name="connsiteY6" fmla="*/ 1526958 h 3052171"/>
              <a:gd name="connsiteX7" fmla="*/ 4269930 w 4277168"/>
              <a:gd name="connsiteY7" fmla="*/ 1579464 h 3052171"/>
              <a:gd name="connsiteX8" fmla="*/ 4018812 w 4277168"/>
              <a:gd name="connsiteY8" fmla="*/ 2967312 h 3052171"/>
              <a:gd name="connsiteX9" fmla="*/ 3923276 w 4277168"/>
              <a:gd name="connsiteY9" fmla="*/ 3049434 h 3052171"/>
              <a:gd name="connsiteX10" fmla="*/ 82796 w 4277168"/>
              <a:gd name="connsiteY10" fmla="*/ 3049434 h 3052171"/>
              <a:gd name="connsiteX11" fmla="*/ 11828 w 4277168"/>
              <a:gd name="connsiteY11" fmla="*/ 2956363 h 3052171"/>
              <a:gd name="connsiteX12" fmla="*/ 257488 w 4277168"/>
              <a:gd name="connsiteY12" fmla="*/ 1576727 h 3052171"/>
              <a:gd name="connsiteX13" fmla="*/ 265676 w 4277168"/>
              <a:gd name="connsiteY13" fmla="*/ 1453545 h 3052171"/>
              <a:gd name="connsiteX14" fmla="*/ 14559 w 4277168"/>
              <a:gd name="connsiteY14" fmla="*/ 95543 h 3052171"/>
              <a:gd name="connsiteX0" fmla="*/ 14559 w 4269930"/>
              <a:gd name="connsiteY0" fmla="*/ 95543 h 3052171"/>
              <a:gd name="connsiteX1" fmla="*/ 96446 w 4269930"/>
              <a:gd name="connsiteY1" fmla="*/ 2737 h 3052171"/>
              <a:gd name="connsiteX2" fmla="*/ 3928736 w 4269930"/>
              <a:gd name="connsiteY2" fmla="*/ 0 h 3052171"/>
              <a:gd name="connsiteX3" fmla="*/ 4004457 w 4269930"/>
              <a:gd name="connsiteY3" fmla="*/ 4482 h 3052171"/>
              <a:gd name="connsiteX4" fmla="*/ 4016082 w 4269930"/>
              <a:gd name="connsiteY4" fmla="*/ 65697 h 3052171"/>
              <a:gd name="connsiteX5" fmla="*/ 4269930 w 4269930"/>
              <a:gd name="connsiteY5" fmla="*/ 1472707 h 3052171"/>
              <a:gd name="connsiteX6" fmla="*/ 4269930 w 4269930"/>
              <a:gd name="connsiteY6" fmla="*/ 1579464 h 3052171"/>
              <a:gd name="connsiteX7" fmla="*/ 4018812 w 4269930"/>
              <a:gd name="connsiteY7" fmla="*/ 2967312 h 3052171"/>
              <a:gd name="connsiteX8" fmla="*/ 3923276 w 4269930"/>
              <a:gd name="connsiteY8" fmla="*/ 3049434 h 3052171"/>
              <a:gd name="connsiteX9" fmla="*/ 82796 w 4269930"/>
              <a:gd name="connsiteY9" fmla="*/ 3049434 h 3052171"/>
              <a:gd name="connsiteX10" fmla="*/ 11828 w 4269930"/>
              <a:gd name="connsiteY10" fmla="*/ 2956363 h 3052171"/>
              <a:gd name="connsiteX11" fmla="*/ 257488 w 4269930"/>
              <a:gd name="connsiteY11" fmla="*/ 1576727 h 3052171"/>
              <a:gd name="connsiteX12" fmla="*/ 265676 w 4269930"/>
              <a:gd name="connsiteY12" fmla="*/ 1453545 h 3052171"/>
              <a:gd name="connsiteX13" fmla="*/ 14559 w 4269930"/>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78119"/>
              <a:gd name="connsiteY0" fmla="*/ 95543 h 3052171"/>
              <a:gd name="connsiteX1" fmla="*/ 96446 w 4278119"/>
              <a:gd name="connsiteY1" fmla="*/ 2737 h 3052171"/>
              <a:gd name="connsiteX2" fmla="*/ 3928736 w 4278119"/>
              <a:gd name="connsiteY2" fmla="*/ 0 h 3052171"/>
              <a:gd name="connsiteX3" fmla="*/ 4004457 w 4278119"/>
              <a:gd name="connsiteY3" fmla="*/ 4482 h 3052171"/>
              <a:gd name="connsiteX4" fmla="*/ 4016082 w 4278119"/>
              <a:gd name="connsiteY4" fmla="*/ 65697 h 3052171"/>
              <a:gd name="connsiteX5" fmla="*/ 4269930 w 4278119"/>
              <a:gd name="connsiteY5" fmla="*/ 1472707 h 3052171"/>
              <a:gd name="connsiteX6" fmla="*/ 4269930 w 4278119"/>
              <a:gd name="connsiteY6" fmla="*/ 1579464 h 3052171"/>
              <a:gd name="connsiteX7" fmla="*/ 4018812 w 4278119"/>
              <a:gd name="connsiteY7" fmla="*/ 2967312 h 3052171"/>
              <a:gd name="connsiteX8" fmla="*/ 3923276 w 4278119"/>
              <a:gd name="connsiteY8" fmla="*/ 3049434 h 3052171"/>
              <a:gd name="connsiteX9" fmla="*/ 82796 w 4278119"/>
              <a:gd name="connsiteY9" fmla="*/ 3049434 h 3052171"/>
              <a:gd name="connsiteX10" fmla="*/ 11828 w 4278119"/>
              <a:gd name="connsiteY10" fmla="*/ 2956363 h 3052171"/>
              <a:gd name="connsiteX11" fmla="*/ 257488 w 4278119"/>
              <a:gd name="connsiteY11" fmla="*/ 1576727 h 3052171"/>
              <a:gd name="connsiteX12" fmla="*/ 265676 w 4278119"/>
              <a:gd name="connsiteY12" fmla="*/ 1453545 h 3052171"/>
              <a:gd name="connsiteX13" fmla="*/ 14559 w 427811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72707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280849"/>
              <a:gd name="connsiteY0" fmla="*/ 95543 h 3052171"/>
              <a:gd name="connsiteX1" fmla="*/ 96446 w 4280849"/>
              <a:gd name="connsiteY1" fmla="*/ 2737 h 3052171"/>
              <a:gd name="connsiteX2" fmla="*/ 3928736 w 4280849"/>
              <a:gd name="connsiteY2" fmla="*/ 0 h 3052171"/>
              <a:gd name="connsiteX3" fmla="*/ 4004457 w 4280849"/>
              <a:gd name="connsiteY3" fmla="*/ 4482 h 3052171"/>
              <a:gd name="connsiteX4" fmla="*/ 4016082 w 4280849"/>
              <a:gd name="connsiteY4" fmla="*/ 65697 h 3052171"/>
              <a:gd name="connsiteX5" fmla="*/ 4269930 w 4280849"/>
              <a:gd name="connsiteY5" fmla="*/ 1442596 h 3052171"/>
              <a:gd name="connsiteX6" fmla="*/ 4269930 w 4280849"/>
              <a:gd name="connsiteY6" fmla="*/ 1579464 h 3052171"/>
              <a:gd name="connsiteX7" fmla="*/ 4018812 w 4280849"/>
              <a:gd name="connsiteY7" fmla="*/ 2967312 h 3052171"/>
              <a:gd name="connsiteX8" fmla="*/ 3923276 w 4280849"/>
              <a:gd name="connsiteY8" fmla="*/ 3049434 h 3052171"/>
              <a:gd name="connsiteX9" fmla="*/ 82796 w 4280849"/>
              <a:gd name="connsiteY9" fmla="*/ 3049434 h 3052171"/>
              <a:gd name="connsiteX10" fmla="*/ 11828 w 4280849"/>
              <a:gd name="connsiteY10" fmla="*/ 2956363 h 3052171"/>
              <a:gd name="connsiteX11" fmla="*/ 257488 w 4280849"/>
              <a:gd name="connsiteY11" fmla="*/ 1576727 h 3052171"/>
              <a:gd name="connsiteX12" fmla="*/ 265676 w 4280849"/>
              <a:gd name="connsiteY12" fmla="*/ 1453545 h 3052171"/>
              <a:gd name="connsiteX13" fmla="*/ 14559 w 4280849"/>
              <a:gd name="connsiteY13" fmla="*/ 95543 h 3052171"/>
              <a:gd name="connsiteX0" fmla="*/ 14559 w 4409138"/>
              <a:gd name="connsiteY0" fmla="*/ 95543 h 3052171"/>
              <a:gd name="connsiteX1" fmla="*/ 96446 w 4409138"/>
              <a:gd name="connsiteY1" fmla="*/ 2737 h 3052171"/>
              <a:gd name="connsiteX2" fmla="*/ 3928736 w 4409138"/>
              <a:gd name="connsiteY2" fmla="*/ 0 h 3052171"/>
              <a:gd name="connsiteX3" fmla="*/ 4004457 w 4409138"/>
              <a:gd name="connsiteY3" fmla="*/ 4482 h 3052171"/>
              <a:gd name="connsiteX4" fmla="*/ 4016082 w 4409138"/>
              <a:gd name="connsiteY4" fmla="*/ 65697 h 3052171"/>
              <a:gd name="connsiteX5" fmla="*/ 4269930 w 4409138"/>
              <a:gd name="connsiteY5" fmla="*/ 1442596 h 3052171"/>
              <a:gd name="connsiteX6" fmla="*/ 4269930 w 4409138"/>
              <a:gd name="connsiteY6" fmla="*/ 1579464 h 3052171"/>
              <a:gd name="connsiteX7" fmla="*/ 4018812 w 4409138"/>
              <a:gd name="connsiteY7" fmla="*/ 2967312 h 3052171"/>
              <a:gd name="connsiteX8" fmla="*/ 3923276 w 4409138"/>
              <a:gd name="connsiteY8" fmla="*/ 3049434 h 3052171"/>
              <a:gd name="connsiteX9" fmla="*/ 82796 w 4409138"/>
              <a:gd name="connsiteY9" fmla="*/ 3049434 h 3052171"/>
              <a:gd name="connsiteX10" fmla="*/ 11828 w 4409138"/>
              <a:gd name="connsiteY10" fmla="*/ 2956363 h 3052171"/>
              <a:gd name="connsiteX11" fmla="*/ 257488 w 4409138"/>
              <a:gd name="connsiteY11" fmla="*/ 1576727 h 3052171"/>
              <a:gd name="connsiteX12" fmla="*/ 265676 w 4409138"/>
              <a:gd name="connsiteY12" fmla="*/ 1453545 h 3052171"/>
              <a:gd name="connsiteX13" fmla="*/ 14559 w 440913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04457 w 4286308"/>
              <a:gd name="connsiteY3" fmla="*/ 4482 h 3052171"/>
              <a:gd name="connsiteX4" fmla="*/ 4016082 w 4286308"/>
              <a:gd name="connsiteY4" fmla="*/ 65697 h 3052171"/>
              <a:gd name="connsiteX5" fmla="*/ 4269930 w 4286308"/>
              <a:gd name="connsiteY5" fmla="*/ 1442596 h 3052171"/>
              <a:gd name="connsiteX6" fmla="*/ 4269930 w 4286308"/>
              <a:gd name="connsiteY6" fmla="*/ 1579464 h 3052171"/>
              <a:gd name="connsiteX7" fmla="*/ 4018812 w 4286308"/>
              <a:gd name="connsiteY7" fmla="*/ 2967312 h 3052171"/>
              <a:gd name="connsiteX8" fmla="*/ 3923276 w 4286308"/>
              <a:gd name="connsiteY8" fmla="*/ 3049434 h 3052171"/>
              <a:gd name="connsiteX9" fmla="*/ 82796 w 4286308"/>
              <a:gd name="connsiteY9" fmla="*/ 3049434 h 3052171"/>
              <a:gd name="connsiteX10" fmla="*/ 11828 w 4286308"/>
              <a:gd name="connsiteY10" fmla="*/ 2956363 h 3052171"/>
              <a:gd name="connsiteX11" fmla="*/ 257488 w 4286308"/>
              <a:gd name="connsiteY11" fmla="*/ 1576727 h 3052171"/>
              <a:gd name="connsiteX12" fmla="*/ 265676 w 4286308"/>
              <a:gd name="connsiteY12" fmla="*/ 1453545 h 3052171"/>
              <a:gd name="connsiteX13" fmla="*/ 14559 w 4286308"/>
              <a:gd name="connsiteY13"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28736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6082 w 4286308"/>
              <a:gd name="connsiteY3" fmla="*/ 65697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265676 w 4286308"/>
              <a:gd name="connsiteY11" fmla="*/ 1453545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257488 w 4286308"/>
              <a:gd name="connsiteY10" fmla="*/ 1576727 h 3052171"/>
              <a:gd name="connsiteX11" fmla="*/ 492430 w 4286308"/>
              <a:gd name="connsiteY11" fmla="*/ 1437689 h 3052171"/>
              <a:gd name="connsiteX12" fmla="*/ 14559 w 4286308"/>
              <a:gd name="connsiteY12" fmla="*/ 95543 h 3052171"/>
              <a:gd name="connsiteX0" fmla="*/ 14559 w 4286308"/>
              <a:gd name="connsiteY0" fmla="*/ 95543 h 3052171"/>
              <a:gd name="connsiteX1" fmla="*/ 96446 w 4286308"/>
              <a:gd name="connsiteY1" fmla="*/ 2737 h 3052171"/>
              <a:gd name="connsiteX2" fmla="*/ 3906900 w 4286308"/>
              <a:gd name="connsiteY2" fmla="*/ 0 h 3052171"/>
              <a:gd name="connsiteX3" fmla="*/ 4010623 w 4286308"/>
              <a:gd name="connsiteY3" fmla="*/ 73908 h 3052171"/>
              <a:gd name="connsiteX4" fmla="*/ 4269930 w 4286308"/>
              <a:gd name="connsiteY4" fmla="*/ 1442596 h 3052171"/>
              <a:gd name="connsiteX5" fmla="*/ 4269930 w 4286308"/>
              <a:gd name="connsiteY5" fmla="*/ 1579464 h 3052171"/>
              <a:gd name="connsiteX6" fmla="*/ 4018812 w 4286308"/>
              <a:gd name="connsiteY6" fmla="*/ 2967312 h 3052171"/>
              <a:gd name="connsiteX7" fmla="*/ 3923276 w 4286308"/>
              <a:gd name="connsiteY7" fmla="*/ 3049434 h 3052171"/>
              <a:gd name="connsiteX8" fmla="*/ 82796 w 4286308"/>
              <a:gd name="connsiteY8" fmla="*/ 3049434 h 3052171"/>
              <a:gd name="connsiteX9" fmla="*/ 11828 w 4286308"/>
              <a:gd name="connsiteY9" fmla="*/ 2956363 h 3052171"/>
              <a:gd name="connsiteX10" fmla="*/ 484244 w 4286308"/>
              <a:gd name="connsiteY10" fmla="*/ 1568169 h 3052171"/>
              <a:gd name="connsiteX11" fmla="*/ 492430 w 4286308"/>
              <a:gd name="connsiteY11" fmla="*/ 1437689 h 3052171"/>
              <a:gd name="connsiteX12" fmla="*/ 14559 w 4286308"/>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79154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2171"/>
              <a:gd name="connsiteX1" fmla="*/ 92804 w 4282666"/>
              <a:gd name="connsiteY1" fmla="*/ 2737 h 3052171"/>
              <a:gd name="connsiteX2" fmla="*/ 3903258 w 4282666"/>
              <a:gd name="connsiteY2" fmla="*/ 0 h 3052171"/>
              <a:gd name="connsiteX3" fmla="*/ 4006981 w 4282666"/>
              <a:gd name="connsiteY3" fmla="*/ 73908 h 3052171"/>
              <a:gd name="connsiteX4" fmla="*/ 4266288 w 4282666"/>
              <a:gd name="connsiteY4" fmla="*/ 1442596 h 3052171"/>
              <a:gd name="connsiteX5" fmla="*/ 4266288 w 4282666"/>
              <a:gd name="connsiteY5" fmla="*/ 1579464 h 3052171"/>
              <a:gd name="connsiteX6" fmla="*/ 4015170 w 4282666"/>
              <a:gd name="connsiteY6" fmla="*/ 2967312 h 3052171"/>
              <a:gd name="connsiteX7" fmla="*/ 3919634 w 4282666"/>
              <a:gd name="connsiteY7" fmla="*/ 3049434 h 3052171"/>
              <a:gd name="connsiteX8" fmla="*/ 128450 w 4282666"/>
              <a:gd name="connsiteY8" fmla="*/ 3049434 h 3052171"/>
              <a:gd name="connsiteX9" fmla="*/ 32834 w 4282666"/>
              <a:gd name="connsiteY9" fmla="*/ 2953721 h 3052171"/>
              <a:gd name="connsiteX10" fmla="*/ 480602 w 4282666"/>
              <a:gd name="connsiteY10" fmla="*/ 1568169 h 3052171"/>
              <a:gd name="connsiteX11" fmla="*/ 488788 w 4282666"/>
              <a:gd name="connsiteY11" fmla="*/ 1437689 h 3052171"/>
              <a:gd name="connsiteX12" fmla="*/ 10917 w 4282666"/>
              <a:gd name="connsiteY12" fmla="*/ 95543 h 3052171"/>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4015170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579501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4006981 w 4282666"/>
              <a:gd name="connsiteY3" fmla="*/ 73908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5543 h 3054815"/>
              <a:gd name="connsiteX1" fmla="*/ 92804 w 4282666"/>
              <a:gd name="connsiteY1" fmla="*/ 2737 h 3054815"/>
              <a:gd name="connsiteX2" fmla="*/ 3903258 w 4282666"/>
              <a:gd name="connsiteY2" fmla="*/ 0 h 3054815"/>
              <a:gd name="connsiteX3" fmla="*/ 3785155 w 4282666"/>
              <a:gd name="connsiteY3" fmla="*/ 79193 h 3054815"/>
              <a:gd name="connsiteX4" fmla="*/ 4266288 w 4282666"/>
              <a:gd name="connsiteY4" fmla="*/ 1442596 h 3054815"/>
              <a:gd name="connsiteX5" fmla="*/ 4266288 w 4282666"/>
              <a:gd name="connsiteY5" fmla="*/ 1579464 h 3054815"/>
              <a:gd name="connsiteX6" fmla="*/ 3788416 w 4282666"/>
              <a:gd name="connsiteY6" fmla="*/ 2967312 h 3054815"/>
              <a:gd name="connsiteX7" fmla="*/ 3609078 w 4282666"/>
              <a:gd name="connsiteY7" fmla="*/ 3052078 h 3054815"/>
              <a:gd name="connsiteX8" fmla="*/ 128450 w 4282666"/>
              <a:gd name="connsiteY8" fmla="*/ 3049434 h 3054815"/>
              <a:gd name="connsiteX9" fmla="*/ 32834 w 4282666"/>
              <a:gd name="connsiteY9" fmla="*/ 2953721 h 3054815"/>
              <a:gd name="connsiteX10" fmla="*/ 480602 w 4282666"/>
              <a:gd name="connsiteY10" fmla="*/ 1568169 h 3054815"/>
              <a:gd name="connsiteX11" fmla="*/ 488788 w 4282666"/>
              <a:gd name="connsiteY11" fmla="*/ 1437689 h 3054815"/>
              <a:gd name="connsiteX12" fmla="*/ 10917 w 4282666"/>
              <a:gd name="connsiteY12" fmla="*/ 95543 h 3054815"/>
              <a:gd name="connsiteX0" fmla="*/ 10917 w 4282666"/>
              <a:gd name="connsiteY0" fmla="*/ 92899 h 3052171"/>
              <a:gd name="connsiteX1" fmla="*/ 92804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82666"/>
              <a:gd name="connsiteY0" fmla="*/ 92899 h 3052171"/>
              <a:gd name="connsiteX1" fmla="*/ 132240 w 4282666"/>
              <a:gd name="connsiteY1" fmla="*/ 93 h 3052171"/>
              <a:gd name="connsiteX2" fmla="*/ 3622279 w 4282666"/>
              <a:gd name="connsiteY2" fmla="*/ 0 h 3052171"/>
              <a:gd name="connsiteX3" fmla="*/ 3785155 w 4282666"/>
              <a:gd name="connsiteY3" fmla="*/ 76549 h 3052171"/>
              <a:gd name="connsiteX4" fmla="*/ 4266288 w 4282666"/>
              <a:gd name="connsiteY4" fmla="*/ 1439952 h 3052171"/>
              <a:gd name="connsiteX5" fmla="*/ 4266288 w 4282666"/>
              <a:gd name="connsiteY5" fmla="*/ 1576820 h 3052171"/>
              <a:gd name="connsiteX6" fmla="*/ 3788416 w 4282666"/>
              <a:gd name="connsiteY6" fmla="*/ 2964668 h 3052171"/>
              <a:gd name="connsiteX7" fmla="*/ 3609078 w 4282666"/>
              <a:gd name="connsiteY7" fmla="*/ 3049434 h 3052171"/>
              <a:gd name="connsiteX8" fmla="*/ 128450 w 4282666"/>
              <a:gd name="connsiteY8" fmla="*/ 3046790 h 3052171"/>
              <a:gd name="connsiteX9" fmla="*/ 32834 w 4282666"/>
              <a:gd name="connsiteY9" fmla="*/ 2951077 h 3052171"/>
              <a:gd name="connsiteX10" fmla="*/ 480602 w 4282666"/>
              <a:gd name="connsiteY10" fmla="*/ 1565525 h 3052171"/>
              <a:gd name="connsiteX11" fmla="*/ 488788 w 4282666"/>
              <a:gd name="connsiteY11" fmla="*/ 1435045 h 3052171"/>
              <a:gd name="connsiteX12" fmla="*/ 10917 w 4282666"/>
              <a:gd name="connsiteY12" fmla="*/ 92899 h 3052171"/>
              <a:gd name="connsiteX0" fmla="*/ 10917 w 4277737"/>
              <a:gd name="connsiteY0" fmla="*/ 92899 h 3052171"/>
              <a:gd name="connsiteX1" fmla="*/ 127311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7905 w 4277737"/>
              <a:gd name="connsiteY9" fmla="*/ 2951077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23521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75673 w 4277737"/>
              <a:gd name="connsiteY10" fmla="*/ 1565525 h 3052171"/>
              <a:gd name="connsiteX11" fmla="*/ 483859 w 4277737"/>
              <a:gd name="connsiteY11" fmla="*/ 1435045 h 3052171"/>
              <a:gd name="connsiteX12" fmla="*/ 10917 w 4277737"/>
              <a:gd name="connsiteY12" fmla="*/ 92899 h 3052171"/>
              <a:gd name="connsiteX0" fmla="*/ 10917 w 4277737"/>
              <a:gd name="connsiteY0" fmla="*/ 92899 h 3052171"/>
              <a:gd name="connsiteX1" fmla="*/ 147029 w 4277737"/>
              <a:gd name="connsiteY1" fmla="*/ 93 h 3052171"/>
              <a:gd name="connsiteX2" fmla="*/ 3617350 w 4277737"/>
              <a:gd name="connsiteY2" fmla="*/ 0 h 3052171"/>
              <a:gd name="connsiteX3" fmla="*/ 3780226 w 4277737"/>
              <a:gd name="connsiteY3" fmla="*/ 76549 h 3052171"/>
              <a:gd name="connsiteX4" fmla="*/ 4261359 w 4277737"/>
              <a:gd name="connsiteY4" fmla="*/ 1439952 h 3052171"/>
              <a:gd name="connsiteX5" fmla="*/ 4261359 w 4277737"/>
              <a:gd name="connsiteY5" fmla="*/ 1576820 h 3052171"/>
              <a:gd name="connsiteX6" fmla="*/ 3783487 w 4277737"/>
              <a:gd name="connsiteY6" fmla="*/ 2964668 h 3052171"/>
              <a:gd name="connsiteX7" fmla="*/ 3604149 w 4277737"/>
              <a:gd name="connsiteY7" fmla="*/ 3049434 h 3052171"/>
              <a:gd name="connsiteX8" fmla="*/ 158027 w 4277737"/>
              <a:gd name="connsiteY8" fmla="*/ 3046790 h 3052171"/>
              <a:gd name="connsiteX9" fmla="*/ 22975 w 4277737"/>
              <a:gd name="connsiteY9" fmla="*/ 2966933 h 3052171"/>
              <a:gd name="connsiteX10" fmla="*/ 483859 w 4277737"/>
              <a:gd name="connsiteY10" fmla="*/ 1435045 h 3052171"/>
              <a:gd name="connsiteX11" fmla="*/ 10917 w 4277737"/>
              <a:gd name="connsiteY11" fmla="*/ 92899 h 3052171"/>
              <a:gd name="connsiteX0" fmla="*/ 80311 w 4347131"/>
              <a:gd name="connsiteY0" fmla="*/ 92899 h 3052171"/>
              <a:gd name="connsiteX1" fmla="*/ 216423 w 4347131"/>
              <a:gd name="connsiteY1" fmla="*/ 93 h 3052171"/>
              <a:gd name="connsiteX2" fmla="*/ 3686744 w 4347131"/>
              <a:gd name="connsiteY2" fmla="*/ 0 h 3052171"/>
              <a:gd name="connsiteX3" fmla="*/ 3849620 w 4347131"/>
              <a:gd name="connsiteY3" fmla="*/ 76549 h 3052171"/>
              <a:gd name="connsiteX4" fmla="*/ 4330753 w 4347131"/>
              <a:gd name="connsiteY4" fmla="*/ 1439952 h 3052171"/>
              <a:gd name="connsiteX5" fmla="*/ 4330753 w 4347131"/>
              <a:gd name="connsiteY5" fmla="*/ 1576820 h 3052171"/>
              <a:gd name="connsiteX6" fmla="*/ 3852881 w 4347131"/>
              <a:gd name="connsiteY6" fmla="*/ 2964668 h 3052171"/>
              <a:gd name="connsiteX7" fmla="*/ 3673543 w 4347131"/>
              <a:gd name="connsiteY7" fmla="*/ 3049434 h 3052171"/>
              <a:gd name="connsiteX8" fmla="*/ 227421 w 4347131"/>
              <a:gd name="connsiteY8" fmla="*/ 3046790 h 3052171"/>
              <a:gd name="connsiteX9" fmla="*/ 92369 w 4347131"/>
              <a:gd name="connsiteY9" fmla="*/ 2966933 h 3052171"/>
              <a:gd name="connsiteX10" fmla="*/ 0 w 4347131"/>
              <a:gd name="connsiteY10" fmla="*/ 1589962 h 3052171"/>
              <a:gd name="connsiteX11" fmla="*/ 80311 w 4347131"/>
              <a:gd name="connsiteY11" fmla="*/ 92899 h 3052171"/>
              <a:gd name="connsiteX0" fmla="*/ 10918 w 4357587"/>
              <a:gd name="connsiteY0" fmla="*/ 402738 h 3052171"/>
              <a:gd name="connsiteX1" fmla="*/ 226879 w 4357587"/>
              <a:gd name="connsiteY1" fmla="*/ 93 h 3052171"/>
              <a:gd name="connsiteX2" fmla="*/ 3697200 w 4357587"/>
              <a:gd name="connsiteY2" fmla="*/ 0 h 3052171"/>
              <a:gd name="connsiteX3" fmla="*/ 3860076 w 4357587"/>
              <a:gd name="connsiteY3" fmla="*/ 76549 h 3052171"/>
              <a:gd name="connsiteX4" fmla="*/ 4341209 w 4357587"/>
              <a:gd name="connsiteY4" fmla="*/ 1439952 h 3052171"/>
              <a:gd name="connsiteX5" fmla="*/ 4341209 w 4357587"/>
              <a:gd name="connsiteY5" fmla="*/ 1576820 h 3052171"/>
              <a:gd name="connsiteX6" fmla="*/ 3863337 w 4357587"/>
              <a:gd name="connsiteY6" fmla="*/ 2964668 h 3052171"/>
              <a:gd name="connsiteX7" fmla="*/ 3683999 w 4357587"/>
              <a:gd name="connsiteY7" fmla="*/ 3049434 h 3052171"/>
              <a:gd name="connsiteX8" fmla="*/ 237877 w 4357587"/>
              <a:gd name="connsiteY8" fmla="*/ 3046790 h 3052171"/>
              <a:gd name="connsiteX9" fmla="*/ 102825 w 4357587"/>
              <a:gd name="connsiteY9" fmla="*/ 2966933 h 3052171"/>
              <a:gd name="connsiteX10" fmla="*/ 10456 w 4357587"/>
              <a:gd name="connsiteY10" fmla="*/ 1589962 h 3052171"/>
              <a:gd name="connsiteX11" fmla="*/ 10918 w 4357587"/>
              <a:gd name="connsiteY11" fmla="*/ 402738 h 3052171"/>
              <a:gd name="connsiteX0" fmla="*/ 11181 w 4357850"/>
              <a:gd name="connsiteY0" fmla="*/ 402738 h 3052171"/>
              <a:gd name="connsiteX1" fmla="*/ 227142 w 4357850"/>
              <a:gd name="connsiteY1" fmla="*/ 93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52171"/>
              <a:gd name="connsiteX1" fmla="*/ 175809 w 4357850"/>
              <a:gd name="connsiteY1" fmla="*/ 96 h 3052171"/>
              <a:gd name="connsiteX2" fmla="*/ 3697463 w 4357850"/>
              <a:gd name="connsiteY2" fmla="*/ 0 h 3052171"/>
              <a:gd name="connsiteX3" fmla="*/ 3860339 w 4357850"/>
              <a:gd name="connsiteY3" fmla="*/ 76549 h 3052171"/>
              <a:gd name="connsiteX4" fmla="*/ 4341472 w 4357850"/>
              <a:gd name="connsiteY4" fmla="*/ 1439952 h 3052171"/>
              <a:gd name="connsiteX5" fmla="*/ 4341472 w 4357850"/>
              <a:gd name="connsiteY5" fmla="*/ 1576820 h 3052171"/>
              <a:gd name="connsiteX6" fmla="*/ 3863600 w 4357850"/>
              <a:gd name="connsiteY6" fmla="*/ 2964668 h 3052171"/>
              <a:gd name="connsiteX7" fmla="*/ 3684262 w 4357850"/>
              <a:gd name="connsiteY7" fmla="*/ 3049434 h 3052171"/>
              <a:gd name="connsiteX8" fmla="*/ 238140 w 4357850"/>
              <a:gd name="connsiteY8" fmla="*/ 3046790 h 3052171"/>
              <a:gd name="connsiteX9" fmla="*/ 11831 w 4357850"/>
              <a:gd name="connsiteY9" fmla="*/ 2701358 h 3052171"/>
              <a:gd name="connsiteX10" fmla="*/ 10719 w 4357850"/>
              <a:gd name="connsiteY10" fmla="*/ 1589962 h 3052171"/>
              <a:gd name="connsiteX11" fmla="*/ 11181 w 4357850"/>
              <a:gd name="connsiteY11" fmla="*/ 402738 h 3052171"/>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9 w 4357850"/>
              <a:gd name="connsiteY10" fmla="*/ 1589962 h 3068925"/>
              <a:gd name="connsiteX11" fmla="*/ 11181 w 4357850"/>
              <a:gd name="connsiteY11" fmla="*/ 402738 h 3068925"/>
              <a:gd name="connsiteX0" fmla="*/ 11181 w 4357850"/>
              <a:gd name="connsiteY0" fmla="*/ 402738 h 3068925"/>
              <a:gd name="connsiteX1" fmla="*/ 175809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57850"/>
              <a:gd name="connsiteY0" fmla="*/ 402738 h 3068925"/>
              <a:gd name="connsiteX1" fmla="*/ 141587 w 4357850"/>
              <a:gd name="connsiteY1" fmla="*/ 96 h 3068925"/>
              <a:gd name="connsiteX2" fmla="*/ 3697463 w 4357850"/>
              <a:gd name="connsiteY2" fmla="*/ 0 h 3068925"/>
              <a:gd name="connsiteX3" fmla="*/ 3860339 w 4357850"/>
              <a:gd name="connsiteY3" fmla="*/ 76549 h 3068925"/>
              <a:gd name="connsiteX4" fmla="*/ 4341472 w 4357850"/>
              <a:gd name="connsiteY4" fmla="*/ 1439952 h 3068925"/>
              <a:gd name="connsiteX5" fmla="*/ 4341472 w 4357850"/>
              <a:gd name="connsiteY5" fmla="*/ 1576820 h 3068925"/>
              <a:gd name="connsiteX6" fmla="*/ 3863600 w 4357850"/>
              <a:gd name="connsiteY6" fmla="*/ 2964668 h 3068925"/>
              <a:gd name="connsiteX7" fmla="*/ 3684262 w 4357850"/>
              <a:gd name="connsiteY7" fmla="*/ 3049434 h 3068925"/>
              <a:gd name="connsiteX8" fmla="*/ 135474 w 4357850"/>
              <a:gd name="connsiteY8" fmla="*/ 3068925 h 3068925"/>
              <a:gd name="connsiteX9" fmla="*/ 11831 w 4357850"/>
              <a:gd name="connsiteY9" fmla="*/ 2701358 h 3068925"/>
              <a:gd name="connsiteX10" fmla="*/ 10718 w 4357850"/>
              <a:gd name="connsiteY10" fmla="*/ 1589963 h 3068925"/>
              <a:gd name="connsiteX11" fmla="*/ 11181 w 4357850"/>
              <a:gd name="connsiteY11" fmla="*/ 402738 h 3068925"/>
              <a:gd name="connsiteX0" fmla="*/ 11181 w 4357850"/>
              <a:gd name="connsiteY0" fmla="*/ 402738 h 3997513"/>
              <a:gd name="connsiteX1" fmla="*/ 141587 w 4357850"/>
              <a:gd name="connsiteY1" fmla="*/ 96 h 3997513"/>
              <a:gd name="connsiteX2" fmla="*/ 3697463 w 4357850"/>
              <a:gd name="connsiteY2" fmla="*/ 0 h 3997513"/>
              <a:gd name="connsiteX3" fmla="*/ 3860339 w 4357850"/>
              <a:gd name="connsiteY3" fmla="*/ 76549 h 3997513"/>
              <a:gd name="connsiteX4" fmla="*/ 4341472 w 4357850"/>
              <a:gd name="connsiteY4" fmla="*/ 1439952 h 3997513"/>
              <a:gd name="connsiteX5" fmla="*/ 4341472 w 4357850"/>
              <a:gd name="connsiteY5" fmla="*/ 1576820 h 3997513"/>
              <a:gd name="connsiteX6" fmla="*/ 3863600 w 4357850"/>
              <a:gd name="connsiteY6" fmla="*/ 2964668 h 3997513"/>
              <a:gd name="connsiteX7" fmla="*/ 3684262 w 4357850"/>
              <a:gd name="connsiteY7" fmla="*/ 3049434 h 3997513"/>
              <a:gd name="connsiteX8" fmla="*/ 135474 w 4357850"/>
              <a:gd name="connsiteY8" fmla="*/ 3068925 h 3997513"/>
              <a:gd name="connsiteX9" fmla="*/ 11831 w 4357850"/>
              <a:gd name="connsiteY9" fmla="*/ 2701358 h 3997513"/>
              <a:gd name="connsiteX10" fmla="*/ 10718 w 4357850"/>
              <a:gd name="connsiteY10" fmla="*/ 1589963 h 3997513"/>
              <a:gd name="connsiteX11" fmla="*/ 11181 w 4357850"/>
              <a:gd name="connsiteY11" fmla="*/ 402738 h 3997513"/>
              <a:gd name="connsiteX0" fmla="*/ 11181 w 4357850"/>
              <a:gd name="connsiteY0" fmla="*/ 402738 h 3090138"/>
              <a:gd name="connsiteX1" fmla="*/ 141587 w 4357850"/>
              <a:gd name="connsiteY1" fmla="*/ 96 h 3090138"/>
              <a:gd name="connsiteX2" fmla="*/ 3697463 w 4357850"/>
              <a:gd name="connsiteY2" fmla="*/ 0 h 3090138"/>
              <a:gd name="connsiteX3" fmla="*/ 3860339 w 4357850"/>
              <a:gd name="connsiteY3" fmla="*/ 76549 h 3090138"/>
              <a:gd name="connsiteX4" fmla="*/ 4341472 w 4357850"/>
              <a:gd name="connsiteY4" fmla="*/ 1439952 h 3090138"/>
              <a:gd name="connsiteX5" fmla="*/ 4341472 w 4357850"/>
              <a:gd name="connsiteY5" fmla="*/ 1576820 h 3090138"/>
              <a:gd name="connsiteX6" fmla="*/ 3863600 w 4357850"/>
              <a:gd name="connsiteY6" fmla="*/ 2964668 h 3090138"/>
              <a:gd name="connsiteX7" fmla="*/ 3684262 w 4357850"/>
              <a:gd name="connsiteY7" fmla="*/ 3049434 h 3090138"/>
              <a:gd name="connsiteX8" fmla="*/ 135474 w 4357850"/>
              <a:gd name="connsiteY8" fmla="*/ 3068925 h 3090138"/>
              <a:gd name="connsiteX9" fmla="*/ 11831 w 4357850"/>
              <a:gd name="connsiteY9" fmla="*/ 2701358 h 3090138"/>
              <a:gd name="connsiteX10" fmla="*/ 10718 w 4357850"/>
              <a:gd name="connsiteY10" fmla="*/ 1589963 h 3090138"/>
              <a:gd name="connsiteX11" fmla="*/ 11181 w 4357850"/>
              <a:gd name="connsiteY11" fmla="*/ 402738 h 3090138"/>
              <a:gd name="connsiteX0" fmla="*/ 11181 w 4349662"/>
              <a:gd name="connsiteY0" fmla="*/ 402738 h 3090138"/>
              <a:gd name="connsiteX1" fmla="*/ 141587 w 4349662"/>
              <a:gd name="connsiteY1" fmla="*/ 96 h 3090138"/>
              <a:gd name="connsiteX2" fmla="*/ 3697463 w 4349662"/>
              <a:gd name="connsiteY2" fmla="*/ 0 h 3090138"/>
              <a:gd name="connsiteX3" fmla="*/ 3860339 w 4349662"/>
              <a:gd name="connsiteY3" fmla="*/ 76549 h 3090138"/>
              <a:gd name="connsiteX4" fmla="*/ 4187473 w 4349662"/>
              <a:gd name="connsiteY4" fmla="*/ 1240774 h 3090138"/>
              <a:gd name="connsiteX5" fmla="*/ 4341472 w 4349662"/>
              <a:gd name="connsiteY5" fmla="*/ 1576820 h 3090138"/>
              <a:gd name="connsiteX6" fmla="*/ 3863600 w 4349662"/>
              <a:gd name="connsiteY6" fmla="*/ 2964668 h 3090138"/>
              <a:gd name="connsiteX7" fmla="*/ 3684262 w 4349662"/>
              <a:gd name="connsiteY7" fmla="*/ 3049434 h 3090138"/>
              <a:gd name="connsiteX8" fmla="*/ 135474 w 4349662"/>
              <a:gd name="connsiteY8" fmla="*/ 3068925 h 3090138"/>
              <a:gd name="connsiteX9" fmla="*/ 11831 w 4349662"/>
              <a:gd name="connsiteY9" fmla="*/ 2701358 h 3090138"/>
              <a:gd name="connsiteX10" fmla="*/ 10718 w 4349662"/>
              <a:gd name="connsiteY10" fmla="*/ 1589963 h 3090138"/>
              <a:gd name="connsiteX11" fmla="*/ 11181 w 4349662"/>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863600 w 4207067"/>
              <a:gd name="connsiteY6" fmla="*/ 2964668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0138"/>
              <a:gd name="connsiteX1" fmla="*/ 141587 w 4207067"/>
              <a:gd name="connsiteY1" fmla="*/ 96 h 3090138"/>
              <a:gd name="connsiteX2" fmla="*/ 3697463 w 4207067"/>
              <a:gd name="connsiteY2" fmla="*/ 0 h 3090138"/>
              <a:gd name="connsiteX3" fmla="*/ 3860339 w 4207067"/>
              <a:gd name="connsiteY3" fmla="*/ 76549 h 3090138"/>
              <a:gd name="connsiteX4" fmla="*/ 4187473 w 4207067"/>
              <a:gd name="connsiteY4" fmla="*/ 1240774 h 3090138"/>
              <a:gd name="connsiteX5" fmla="*/ 4198879 w 4207067"/>
              <a:gd name="connsiteY5" fmla="*/ 1864525 h 3090138"/>
              <a:gd name="connsiteX6" fmla="*/ 3932044 w 4207067"/>
              <a:gd name="connsiteY6" fmla="*/ 2765490 h 3090138"/>
              <a:gd name="connsiteX7" fmla="*/ 3684262 w 4207067"/>
              <a:gd name="connsiteY7" fmla="*/ 3049434 h 3090138"/>
              <a:gd name="connsiteX8" fmla="*/ 135474 w 4207067"/>
              <a:gd name="connsiteY8" fmla="*/ 3068925 h 3090138"/>
              <a:gd name="connsiteX9" fmla="*/ 11831 w 4207067"/>
              <a:gd name="connsiteY9" fmla="*/ 2701358 h 3090138"/>
              <a:gd name="connsiteX10" fmla="*/ 10718 w 4207067"/>
              <a:gd name="connsiteY10" fmla="*/ 1589963 h 3090138"/>
              <a:gd name="connsiteX11" fmla="*/ 11181 w 4207067"/>
              <a:gd name="connsiteY11" fmla="*/ 402738 h 3090138"/>
              <a:gd name="connsiteX0" fmla="*/ 11181 w 4207067"/>
              <a:gd name="connsiteY0" fmla="*/ 402738 h 3096437"/>
              <a:gd name="connsiteX1" fmla="*/ 141587 w 4207067"/>
              <a:gd name="connsiteY1" fmla="*/ 96 h 3096437"/>
              <a:gd name="connsiteX2" fmla="*/ 3697463 w 4207067"/>
              <a:gd name="connsiteY2" fmla="*/ 0 h 3096437"/>
              <a:gd name="connsiteX3" fmla="*/ 3860339 w 4207067"/>
              <a:gd name="connsiteY3" fmla="*/ 76549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697463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07067"/>
              <a:gd name="connsiteY0" fmla="*/ 402738 h 3096437"/>
              <a:gd name="connsiteX1" fmla="*/ 141587 w 4207067"/>
              <a:gd name="connsiteY1" fmla="*/ 96 h 3096437"/>
              <a:gd name="connsiteX2" fmla="*/ 3754498 w 4207067"/>
              <a:gd name="connsiteY2" fmla="*/ 0 h 3096437"/>
              <a:gd name="connsiteX3" fmla="*/ 3928783 w 4207067"/>
              <a:gd name="connsiteY3" fmla="*/ 297853 h 3096437"/>
              <a:gd name="connsiteX4" fmla="*/ 4187473 w 4207067"/>
              <a:gd name="connsiteY4" fmla="*/ 1240774 h 3096437"/>
              <a:gd name="connsiteX5" fmla="*/ 4198879 w 4207067"/>
              <a:gd name="connsiteY5" fmla="*/ 1864525 h 3096437"/>
              <a:gd name="connsiteX6" fmla="*/ 3932044 w 4207067"/>
              <a:gd name="connsiteY6" fmla="*/ 2765490 h 3096437"/>
              <a:gd name="connsiteX7" fmla="*/ 3752707 w 4207067"/>
              <a:gd name="connsiteY7" fmla="*/ 3093697 h 3096437"/>
              <a:gd name="connsiteX8" fmla="*/ 135474 w 4207067"/>
              <a:gd name="connsiteY8" fmla="*/ 3068925 h 3096437"/>
              <a:gd name="connsiteX9" fmla="*/ 11831 w 4207067"/>
              <a:gd name="connsiteY9" fmla="*/ 2701358 h 3096437"/>
              <a:gd name="connsiteX10" fmla="*/ 10718 w 4207067"/>
              <a:gd name="connsiteY10" fmla="*/ 1589963 h 3096437"/>
              <a:gd name="connsiteX11" fmla="*/ 11181 w 4207067"/>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32044 w 4242945"/>
              <a:gd name="connsiteY6" fmla="*/ 2765490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8783 w 4242945"/>
              <a:gd name="connsiteY3" fmla="*/ 297853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12497 w 4242945"/>
              <a:gd name="connsiteY6" fmla="*/ 2822376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1 w 4242945"/>
              <a:gd name="connsiteY0" fmla="*/ 402738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1 w 4242945"/>
              <a:gd name="connsiteY11" fmla="*/ 402738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180 w 4242945"/>
              <a:gd name="connsiteY0" fmla="*/ 497542 h 3096437"/>
              <a:gd name="connsiteX1" fmla="*/ 141587 w 4242945"/>
              <a:gd name="connsiteY1" fmla="*/ 96 h 3096437"/>
              <a:gd name="connsiteX2" fmla="*/ 3754498 w 4242945"/>
              <a:gd name="connsiteY2" fmla="*/ 0 h 3096437"/>
              <a:gd name="connsiteX3" fmla="*/ 3923897 w 4242945"/>
              <a:gd name="connsiteY3" fmla="*/ 240968 h 3096437"/>
              <a:gd name="connsiteX4" fmla="*/ 4187473 w 4242945"/>
              <a:gd name="connsiteY4" fmla="*/ 1240774 h 3096437"/>
              <a:gd name="connsiteX5" fmla="*/ 4198879 w 4242945"/>
              <a:gd name="connsiteY5" fmla="*/ 1864525 h 3096437"/>
              <a:gd name="connsiteX6" fmla="*/ 3941818 w 4242945"/>
              <a:gd name="connsiteY6" fmla="*/ 2784458 h 3096437"/>
              <a:gd name="connsiteX7" fmla="*/ 3752707 w 4242945"/>
              <a:gd name="connsiteY7" fmla="*/ 3093697 h 3096437"/>
              <a:gd name="connsiteX8" fmla="*/ 135474 w 4242945"/>
              <a:gd name="connsiteY8" fmla="*/ 3068925 h 3096437"/>
              <a:gd name="connsiteX9" fmla="*/ 11831 w 4242945"/>
              <a:gd name="connsiteY9" fmla="*/ 2701358 h 3096437"/>
              <a:gd name="connsiteX10" fmla="*/ 10718 w 4242945"/>
              <a:gd name="connsiteY10" fmla="*/ 1589963 h 3096437"/>
              <a:gd name="connsiteX11" fmla="*/ 11180 w 4242945"/>
              <a:gd name="connsiteY11" fmla="*/ 497542 h 3096437"/>
              <a:gd name="connsiteX0" fmla="*/ 1145 w 4232910"/>
              <a:gd name="connsiteY0" fmla="*/ 497542 h 3096437"/>
              <a:gd name="connsiteX1" fmla="*/ 131552 w 4232910"/>
              <a:gd name="connsiteY1" fmla="*/ 96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125439 w 4232910"/>
              <a:gd name="connsiteY8" fmla="*/ 3068925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117650"/>
              <a:gd name="connsiteX1" fmla="*/ 181373 w 4232910"/>
              <a:gd name="connsiteY1" fmla="*/ 0 h 3117650"/>
              <a:gd name="connsiteX2" fmla="*/ 3744463 w 4232910"/>
              <a:gd name="connsiteY2" fmla="*/ 0 h 3117650"/>
              <a:gd name="connsiteX3" fmla="*/ 3913862 w 4232910"/>
              <a:gd name="connsiteY3" fmla="*/ 240968 h 3117650"/>
              <a:gd name="connsiteX4" fmla="*/ 4177438 w 4232910"/>
              <a:gd name="connsiteY4" fmla="*/ 1240774 h 3117650"/>
              <a:gd name="connsiteX5" fmla="*/ 4188844 w 4232910"/>
              <a:gd name="connsiteY5" fmla="*/ 1864525 h 3117650"/>
              <a:gd name="connsiteX6" fmla="*/ 3931783 w 4232910"/>
              <a:gd name="connsiteY6" fmla="*/ 2784458 h 3117650"/>
              <a:gd name="connsiteX7" fmla="*/ 3742672 w 4232910"/>
              <a:gd name="connsiteY7" fmla="*/ 3093697 h 3117650"/>
              <a:gd name="connsiteX8" fmla="*/ 230612 w 4232910"/>
              <a:gd name="connsiteY8" fmla="*/ 3096437 h 3117650"/>
              <a:gd name="connsiteX9" fmla="*/ 1796 w 4232910"/>
              <a:gd name="connsiteY9" fmla="*/ 2701358 h 3117650"/>
              <a:gd name="connsiteX10" fmla="*/ 683 w 4232910"/>
              <a:gd name="connsiteY10" fmla="*/ 1589963 h 3117650"/>
              <a:gd name="connsiteX11" fmla="*/ 1145 w 4232910"/>
              <a:gd name="connsiteY11" fmla="*/ 497542 h 3117650"/>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181373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1145 w 4232910"/>
              <a:gd name="connsiteY0" fmla="*/ 497542 h 3096437"/>
              <a:gd name="connsiteX1" fmla="*/ 236726 w 4232910"/>
              <a:gd name="connsiteY1" fmla="*/ 0 h 3096437"/>
              <a:gd name="connsiteX2" fmla="*/ 3744463 w 4232910"/>
              <a:gd name="connsiteY2" fmla="*/ 0 h 3096437"/>
              <a:gd name="connsiteX3" fmla="*/ 3913862 w 4232910"/>
              <a:gd name="connsiteY3" fmla="*/ 240968 h 3096437"/>
              <a:gd name="connsiteX4" fmla="*/ 4177438 w 4232910"/>
              <a:gd name="connsiteY4" fmla="*/ 1240774 h 3096437"/>
              <a:gd name="connsiteX5" fmla="*/ 4188844 w 4232910"/>
              <a:gd name="connsiteY5" fmla="*/ 1864525 h 3096437"/>
              <a:gd name="connsiteX6" fmla="*/ 3931783 w 4232910"/>
              <a:gd name="connsiteY6" fmla="*/ 2784458 h 3096437"/>
              <a:gd name="connsiteX7" fmla="*/ 3742672 w 4232910"/>
              <a:gd name="connsiteY7" fmla="*/ 3093697 h 3096437"/>
              <a:gd name="connsiteX8" fmla="*/ 230612 w 4232910"/>
              <a:gd name="connsiteY8" fmla="*/ 3096437 h 3096437"/>
              <a:gd name="connsiteX9" fmla="*/ 1796 w 4232910"/>
              <a:gd name="connsiteY9" fmla="*/ 2701358 h 3096437"/>
              <a:gd name="connsiteX10" fmla="*/ 683 w 4232910"/>
              <a:gd name="connsiteY10" fmla="*/ 1589963 h 3096437"/>
              <a:gd name="connsiteX11" fmla="*/ 1145 w 4232910"/>
              <a:gd name="connsiteY11" fmla="*/ 497542 h 3096437"/>
              <a:gd name="connsiteX0" fmla="*/ 462 w 4232227"/>
              <a:gd name="connsiteY0" fmla="*/ 497542 h 3096437"/>
              <a:gd name="connsiteX1" fmla="*/ 236043 w 4232227"/>
              <a:gd name="connsiteY1" fmla="*/ 0 h 3096437"/>
              <a:gd name="connsiteX2" fmla="*/ 3743780 w 4232227"/>
              <a:gd name="connsiteY2" fmla="*/ 0 h 3096437"/>
              <a:gd name="connsiteX3" fmla="*/ 3913179 w 4232227"/>
              <a:gd name="connsiteY3" fmla="*/ 240968 h 3096437"/>
              <a:gd name="connsiteX4" fmla="*/ 4176755 w 4232227"/>
              <a:gd name="connsiteY4" fmla="*/ 1240774 h 3096437"/>
              <a:gd name="connsiteX5" fmla="*/ 4188161 w 4232227"/>
              <a:gd name="connsiteY5" fmla="*/ 1864525 h 3096437"/>
              <a:gd name="connsiteX6" fmla="*/ 3931100 w 4232227"/>
              <a:gd name="connsiteY6" fmla="*/ 2784458 h 3096437"/>
              <a:gd name="connsiteX7" fmla="*/ 3741989 w 4232227"/>
              <a:gd name="connsiteY7" fmla="*/ 3093697 h 3096437"/>
              <a:gd name="connsiteX8" fmla="*/ 229929 w 4232227"/>
              <a:gd name="connsiteY8" fmla="*/ 3096437 h 3096437"/>
              <a:gd name="connsiteX9" fmla="*/ 1113 w 4232227"/>
              <a:gd name="connsiteY9" fmla="*/ 2701358 h 3096437"/>
              <a:gd name="connsiteX10" fmla="*/ 0 w 4232227"/>
              <a:gd name="connsiteY10" fmla="*/ 1589963 h 3096437"/>
              <a:gd name="connsiteX11" fmla="*/ 462 w 4232227"/>
              <a:gd name="connsiteY11" fmla="*/ 497542 h 3096437"/>
              <a:gd name="connsiteX0" fmla="*/ 462 w 4225672"/>
              <a:gd name="connsiteY0" fmla="*/ 497542 h 3096437"/>
              <a:gd name="connsiteX1" fmla="*/ 236043 w 4225672"/>
              <a:gd name="connsiteY1" fmla="*/ 0 h 3096437"/>
              <a:gd name="connsiteX2" fmla="*/ 3743780 w 4225672"/>
              <a:gd name="connsiteY2" fmla="*/ 0 h 3096437"/>
              <a:gd name="connsiteX3" fmla="*/ 3913179 w 4225672"/>
              <a:gd name="connsiteY3" fmla="*/ 240968 h 3096437"/>
              <a:gd name="connsiteX4" fmla="*/ 4106148 w 4225672"/>
              <a:gd name="connsiteY4" fmla="*/ 1240773 h 3096437"/>
              <a:gd name="connsiteX5" fmla="*/ 4188161 w 4225672"/>
              <a:gd name="connsiteY5" fmla="*/ 1864525 h 3096437"/>
              <a:gd name="connsiteX6" fmla="*/ 3931100 w 4225672"/>
              <a:gd name="connsiteY6" fmla="*/ 2784458 h 3096437"/>
              <a:gd name="connsiteX7" fmla="*/ 3741989 w 4225672"/>
              <a:gd name="connsiteY7" fmla="*/ 3093697 h 3096437"/>
              <a:gd name="connsiteX8" fmla="*/ 229929 w 4225672"/>
              <a:gd name="connsiteY8" fmla="*/ 3096437 h 3096437"/>
              <a:gd name="connsiteX9" fmla="*/ 1113 w 4225672"/>
              <a:gd name="connsiteY9" fmla="*/ 2701358 h 3096437"/>
              <a:gd name="connsiteX10" fmla="*/ 0 w 4225672"/>
              <a:gd name="connsiteY10" fmla="*/ 1589963 h 3096437"/>
              <a:gd name="connsiteX11" fmla="*/ 462 w 4225672"/>
              <a:gd name="connsiteY11" fmla="*/ 497542 h 3096437"/>
              <a:gd name="connsiteX0" fmla="*/ 462 w 4161620"/>
              <a:gd name="connsiteY0" fmla="*/ 497542 h 3096437"/>
              <a:gd name="connsiteX1" fmla="*/ 236043 w 4161620"/>
              <a:gd name="connsiteY1" fmla="*/ 0 h 3096437"/>
              <a:gd name="connsiteX2" fmla="*/ 3743780 w 4161620"/>
              <a:gd name="connsiteY2" fmla="*/ 0 h 3096437"/>
              <a:gd name="connsiteX3" fmla="*/ 3913179 w 4161620"/>
              <a:gd name="connsiteY3" fmla="*/ 240968 h 3096437"/>
              <a:gd name="connsiteX4" fmla="*/ 4106148 w 4161620"/>
              <a:gd name="connsiteY4" fmla="*/ 1240773 h 3096437"/>
              <a:gd name="connsiteX5" fmla="*/ 4100949 w 4161620"/>
              <a:gd name="connsiteY5" fmla="*/ 1877241 h 3096437"/>
              <a:gd name="connsiteX6" fmla="*/ 3931100 w 4161620"/>
              <a:gd name="connsiteY6" fmla="*/ 2784458 h 3096437"/>
              <a:gd name="connsiteX7" fmla="*/ 3741989 w 4161620"/>
              <a:gd name="connsiteY7" fmla="*/ 3093697 h 3096437"/>
              <a:gd name="connsiteX8" fmla="*/ 229929 w 4161620"/>
              <a:gd name="connsiteY8" fmla="*/ 3096437 h 3096437"/>
              <a:gd name="connsiteX9" fmla="*/ 1113 w 4161620"/>
              <a:gd name="connsiteY9" fmla="*/ 2701358 h 3096437"/>
              <a:gd name="connsiteX10" fmla="*/ 0 w 4161620"/>
              <a:gd name="connsiteY10" fmla="*/ 1589963 h 3096437"/>
              <a:gd name="connsiteX11" fmla="*/ 462 w 4161620"/>
              <a:gd name="connsiteY11" fmla="*/ 497542 h 3096437"/>
              <a:gd name="connsiteX0" fmla="*/ 462 w 4176837"/>
              <a:gd name="connsiteY0" fmla="*/ 497542 h 3096437"/>
              <a:gd name="connsiteX1" fmla="*/ 236043 w 4176837"/>
              <a:gd name="connsiteY1" fmla="*/ 0 h 3096437"/>
              <a:gd name="connsiteX2" fmla="*/ 3743780 w 4176837"/>
              <a:gd name="connsiteY2" fmla="*/ 0 h 3096437"/>
              <a:gd name="connsiteX3" fmla="*/ 3913179 w 4176837"/>
              <a:gd name="connsiteY3" fmla="*/ 240968 h 3096437"/>
              <a:gd name="connsiteX4" fmla="*/ 4106148 w 4176837"/>
              <a:gd name="connsiteY4" fmla="*/ 1240773 h 3096437"/>
              <a:gd name="connsiteX5" fmla="*/ 4100949 w 4176837"/>
              <a:gd name="connsiteY5" fmla="*/ 1877241 h 3096437"/>
              <a:gd name="connsiteX6" fmla="*/ 3931100 w 4176837"/>
              <a:gd name="connsiteY6" fmla="*/ 2784458 h 3096437"/>
              <a:gd name="connsiteX7" fmla="*/ 3741989 w 4176837"/>
              <a:gd name="connsiteY7" fmla="*/ 3093697 h 3096437"/>
              <a:gd name="connsiteX8" fmla="*/ 229929 w 4176837"/>
              <a:gd name="connsiteY8" fmla="*/ 3096437 h 3096437"/>
              <a:gd name="connsiteX9" fmla="*/ 1113 w 4176837"/>
              <a:gd name="connsiteY9" fmla="*/ 2701358 h 3096437"/>
              <a:gd name="connsiteX10" fmla="*/ 0 w 4176837"/>
              <a:gd name="connsiteY10" fmla="*/ 1589963 h 3096437"/>
              <a:gd name="connsiteX11" fmla="*/ 462 w 4176837"/>
              <a:gd name="connsiteY11" fmla="*/ 497542 h 3096437"/>
              <a:gd name="connsiteX0" fmla="*/ 462 w 4206920"/>
              <a:gd name="connsiteY0" fmla="*/ 497542 h 3096437"/>
              <a:gd name="connsiteX1" fmla="*/ 236043 w 4206920"/>
              <a:gd name="connsiteY1" fmla="*/ 0 h 3096437"/>
              <a:gd name="connsiteX2" fmla="*/ 3743780 w 4206920"/>
              <a:gd name="connsiteY2" fmla="*/ 0 h 3096437"/>
              <a:gd name="connsiteX3" fmla="*/ 3913179 w 4206920"/>
              <a:gd name="connsiteY3" fmla="*/ 240968 h 3096437"/>
              <a:gd name="connsiteX4" fmla="*/ 4106148 w 4206920"/>
              <a:gd name="connsiteY4" fmla="*/ 1240773 h 3096437"/>
              <a:gd name="connsiteX5" fmla="*/ 4100949 w 4206920"/>
              <a:gd name="connsiteY5" fmla="*/ 1877241 h 3096437"/>
              <a:gd name="connsiteX6" fmla="*/ 3931100 w 4206920"/>
              <a:gd name="connsiteY6" fmla="*/ 2784458 h 3096437"/>
              <a:gd name="connsiteX7" fmla="*/ 3741989 w 4206920"/>
              <a:gd name="connsiteY7" fmla="*/ 3093697 h 3096437"/>
              <a:gd name="connsiteX8" fmla="*/ 229929 w 4206920"/>
              <a:gd name="connsiteY8" fmla="*/ 3096437 h 3096437"/>
              <a:gd name="connsiteX9" fmla="*/ 1113 w 4206920"/>
              <a:gd name="connsiteY9" fmla="*/ 2701358 h 3096437"/>
              <a:gd name="connsiteX10" fmla="*/ 0 w 4206920"/>
              <a:gd name="connsiteY10" fmla="*/ 1589963 h 3096437"/>
              <a:gd name="connsiteX11" fmla="*/ 462 w 4206920"/>
              <a:gd name="connsiteY11" fmla="*/ 497542 h 3096437"/>
              <a:gd name="connsiteX0" fmla="*/ 462 w 4212455"/>
              <a:gd name="connsiteY0" fmla="*/ 497542 h 3096437"/>
              <a:gd name="connsiteX1" fmla="*/ 236043 w 4212455"/>
              <a:gd name="connsiteY1" fmla="*/ 0 h 3096437"/>
              <a:gd name="connsiteX2" fmla="*/ 3743780 w 4212455"/>
              <a:gd name="connsiteY2" fmla="*/ 0 h 3096437"/>
              <a:gd name="connsiteX3" fmla="*/ 3913179 w 4212455"/>
              <a:gd name="connsiteY3" fmla="*/ 240968 h 3096437"/>
              <a:gd name="connsiteX4" fmla="*/ 4111683 w 4212455"/>
              <a:gd name="connsiteY4" fmla="*/ 1317065 h 3096437"/>
              <a:gd name="connsiteX5" fmla="*/ 4100949 w 4212455"/>
              <a:gd name="connsiteY5" fmla="*/ 1877241 h 3096437"/>
              <a:gd name="connsiteX6" fmla="*/ 3931100 w 4212455"/>
              <a:gd name="connsiteY6" fmla="*/ 2784458 h 3096437"/>
              <a:gd name="connsiteX7" fmla="*/ 3741989 w 4212455"/>
              <a:gd name="connsiteY7" fmla="*/ 3093697 h 3096437"/>
              <a:gd name="connsiteX8" fmla="*/ 229929 w 4212455"/>
              <a:gd name="connsiteY8" fmla="*/ 3096437 h 3096437"/>
              <a:gd name="connsiteX9" fmla="*/ 1113 w 4212455"/>
              <a:gd name="connsiteY9" fmla="*/ 2701358 h 3096437"/>
              <a:gd name="connsiteX10" fmla="*/ 0 w 4212455"/>
              <a:gd name="connsiteY10" fmla="*/ 1589963 h 3096437"/>
              <a:gd name="connsiteX11" fmla="*/ 462 w 4212455"/>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00949 w 4245667"/>
              <a:gd name="connsiteY5" fmla="*/ 1877241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45667"/>
              <a:gd name="connsiteY0" fmla="*/ 497542 h 3096437"/>
              <a:gd name="connsiteX1" fmla="*/ 236043 w 4245667"/>
              <a:gd name="connsiteY1" fmla="*/ 0 h 3096437"/>
              <a:gd name="connsiteX2" fmla="*/ 3743780 w 4245667"/>
              <a:gd name="connsiteY2" fmla="*/ 0 h 3096437"/>
              <a:gd name="connsiteX3" fmla="*/ 3913179 w 4245667"/>
              <a:gd name="connsiteY3" fmla="*/ 240968 h 3096437"/>
              <a:gd name="connsiteX4" fmla="*/ 4144896 w 4245667"/>
              <a:gd name="connsiteY4" fmla="*/ 1304351 h 3096437"/>
              <a:gd name="connsiteX5" fmla="*/ 4128628 w 4245667"/>
              <a:gd name="connsiteY5" fmla="*/ 1800948 h 3096437"/>
              <a:gd name="connsiteX6" fmla="*/ 3931100 w 4245667"/>
              <a:gd name="connsiteY6" fmla="*/ 2784458 h 3096437"/>
              <a:gd name="connsiteX7" fmla="*/ 3741989 w 4245667"/>
              <a:gd name="connsiteY7" fmla="*/ 3093697 h 3096437"/>
              <a:gd name="connsiteX8" fmla="*/ 229929 w 4245667"/>
              <a:gd name="connsiteY8" fmla="*/ 3096437 h 3096437"/>
              <a:gd name="connsiteX9" fmla="*/ 1113 w 4245667"/>
              <a:gd name="connsiteY9" fmla="*/ 2701358 h 3096437"/>
              <a:gd name="connsiteX10" fmla="*/ 0 w 4245667"/>
              <a:gd name="connsiteY10" fmla="*/ 1589963 h 3096437"/>
              <a:gd name="connsiteX11" fmla="*/ 462 w 4245667"/>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28628 w 4229063"/>
              <a:gd name="connsiteY5" fmla="*/ 1800948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743780 w 4229063"/>
              <a:gd name="connsiteY2" fmla="*/ 0 h 3096437"/>
              <a:gd name="connsiteX3" fmla="*/ 3913179 w 4229063"/>
              <a:gd name="connsiteY3" fmla="*/ 240968 h 3096437"/>
              <a:gd name="connsiteX4" fmla="*/ 4128291 w 4229063"/>
              <a:gd name="connsiteY4" fmla="*/ 1266205 h 3096437"/>
              <a:gd name="connsiteX5" fmla="*/ 4139699 w 4229063"/>
              <a:gd name="connsiteY5" fmla="*/ 1826376 h 3096437"/>
              <a:gd name="connsiteX6" fmla="*/ 3931100 w 4229063"/>
              <a:gd name="connsiteY6" fmla="*/ 2784458 h 3096437"/>
              <a:gd name="connsiteX7" fmla="*/ 3741989 w 4229063"/>
              <a:gd name="connsiteY7" fmla="*/ 3093697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741989 w 4229063"/>
              <a:gd name="connsiteY7" fmla="*/ 3106411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931100 w 4229063"/>
              <a:gd name="connsiteY6" fmla="*/ 2797172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913179 w 4229063"/>
              <a:gd name="connsiteY3" fmla="*/ 25368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444870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15219 w 4229063"/>
              <a:gd name="connsiteY6" fmla="*/ 2873465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37542 w 4229063"/>
              <a:gd name="connsiteY7" fmla="*/ 3093698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510256 h 3109151"/>
              <a:gd name="connsiteX1" fmla="*/ 236043 w 4229063"/>
              <a:gd name="connsiteY1" fmla="*/ 12714 h 3109151"/>
              <a:gd name="connsiteX2" fmla="*/ 3395052 w 4229063"/>
              <a:gd name="connsiteY2" fmla="*/ 0 h 3109151"/>
              <a:gd name="connsiteX3" fmla="*/ 3719440 w 4229063"/>
              <a:gd name="connsiteY3" fmla="*/ 228252 h 3109151"/>
              <a:gd name="connsiteX4" fmla="*/ 4128291 w 4229063"/>
              <a:gd name="connsiteY4" fmla="*/ 1278919 h 3109151"/>
              <a:gd name="connsiteX5" fmla="*/ 4139699 w 4229063"/>
              <a:gd name="connsiteY5" fmla="*/ 1839090 h 3109151"/>
              <a:gd name="connsiteX6" fmla="*/ 3720753 w 4229063"/>
              <a:gd name="connsiteY6" fmla="*/ 2835319 h 3109151"/>
              <a:gd name="connsiteX7" fmla="*/ 3426472 w 4229063"/>
              <a:gd name="connsiteY7" fmla="*/ 3106412 h 3109151"/>
              <a:gd name="connsiteX8" fmla="*/ 229929 w 4229063"/>
              <a:gd name="connsiteY8" fmla="*/ 3109151 h 3109151"/>
              <a:gd name="connsiteX9" fmla="*/ 1113 w 4229063"/>
              <a:gd name="connsiteY9" fmla="*/ 2714072 h 3109151"/>
              <a:gd name="connsiteX10" fmla="*/ 0 w 4229063"/>
              <a:gd name="connsiteY10" fmla="*/ 1602677 h 3109151"/>
              <a:gd name="connsiteX11" fmla="*/ 462 w 4229063"/>
              <a:gd name="connsiteY11" fmla="*/ 510256 h 3109151"/>
              <a:gd name="connsiteX0" fmla="*/ 462 w 4229063"/>
              <a:gd name="connsiteY0" fmla="*/ 611977 h 3210872"/>
              <a:gd name="connsiteX1" fmla="*/ 236043 w 4229063"/>
              <a:gd name="connsiteY1" fmla="*/ 114435 h 3210872"/>
              <a:gd name="connsiteX2" fmla="*/ 3395052 w 4229063"/>
              <a:gd name="connsiteY2" fmla="*/ 0 h 3210872"/>
              <a:gd name="connsiteX3" fmla="*/ 3719440 w 4229063"/>
              <a:gd name="connsiteY3" fmla="*/ 329973 h 3210872"/>
              <a:gd name="connsiteX4" fmla="*/ 4128291 w 4229063"/>
              <a:gd name="connsiteY4" fmla="*/ 1380640 h 3210872"/>
              <a:gd name="connsiteX5" fmla="*/ 4139699 w 4229063"/>
              <a:gd name="connsiteY5" fmla="*/ 1940811 h 3210872"/>
              <a:gd name="connsiteX6" fmla="*/ 3720753 w 4229063"/>
              <a:gd name="connsiteY6" fmla="*/ 2937040 h 3210872"/>
              <a:gd name="connsiteX7" fmla="*/ 3426472 w 4229063"/>
              <a:gd name="connsiteY7" fmla="*/ 3208133 h 3210872"/>
              <a:gd name="connsiteX8" fmla="*/ 229929 w 4229063"/>
              <a:gd name="connsiteY8" fmla="*/ 3210872 h 3210872"/>
              <a:gd name="connsiteX9" fmla="*/ 1113 w 4229063"/>
              <a:gd name="connsiteY9" fmla="*/ 2815793 h 3210872"/>
              <a:gd name="connsiteX10" fmla="*/ 0 w 4229063"/>
              <a:gd name="connsiteY10" fmla="*/ 1704398 h 3210872"/>
              <a:gd name="connsiteX11" fmla="*/ 462 w 4229063"/>
              <a:gd name="connsiteY11" fmla="*/ 611977 h 3210872"/>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20753 w 4229063"/>
              <a:gd name="connsiteY6" fmla="*/ 2822605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 name="connsiteX0" fmla="*/ 462 w 4229063"/>
              <a:gd name="connsiteY0" fmla="*/ 497542 h 3096437"/>
              <a:gd name="connsiteX1" fmla="*/ 236043 w 4229063"/>
              <a:gd name="connsiteY1" fmla="*/ 0 h 3096437"/>
              <a:gd name="connsiteX2" fmla="*/ 3395052 w 4229063"/>
              <a:gd name="connsiteY2" fmla="*/ 12718 h 3096437"/>
              <a:gd name="connsiteX3" fmla="*/ 3719440 w 4229063"/>
              <a:gd name="connsiteY3" fmla="*/ 215538 h 3096437"/>
              <a:gd name="connsiteX4" fmla="*/ 4128291 w 4229063"/>
              <a:gd name="connsiteY4" fmla="*/ 1266205 h 3096437"/>
              <a:gd name="connsiteX5" fmla="*/ 4139699 w 4229063"/>
              <a:gd name="connsiteY5" fmla="*/ 1826376 h 3096437"/>
              <a:gd name="connsiteX6" fmla="*/ 3751433 w 4229063"/>
              <a:gd name="connsiteY6" fmla="*/ 2763881 h 3096437"/>
              <a:gd name="connsiteX7" fmla="*/ 3426472 w 4229063"/>
              <a:gd name="connsiteY7" fmla="*/ 3093698 h 3096437"/>
              <a:gd name="connsiteX8" fmla="*/ 229929 w 4229063"/>
              <a:gd name="connsiteY8" fmla="*/ 3096437 h 3096437"/>
              <a:gd name="connsiteX9" fmla="*/ 1113 w 4229063"/>
              <a:gd name="connsiteY9" fmla="*/ 2701358 h 3096437"/>
              <a:gd name="connsiteX10" fmla="*/ 0 w 4229063"/>
              <a:gd name="connsiteY10" fmla="*/ 1589963 h 3096437"/>
              <a:gd name="connsiteX11" fmla="*/ 462 w 4229063"/>
              <a:gd name="connsiteY11" fmla="*/ 497542 h 3096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29063" h="3096437">
                <a:moveTo>
                  <a:pt x="462" y="497542"/>
                </a:moveTo>
                <a:cubicBezTo>
                  <a:pt x="4160" y="117023"/>
                  <a:pt x="41216" y="20591"/>
                  <a:pt x="236043" y="0"/>
                </a:cubicBezTo>
                <a:lnTo>
                  <a:pt x="3395052" y="12718"/>
                </a:lnTo>
                <a:cubicBezTo>
                  <a:pt x="3638377" y="15457"/>
                  <a:pt x="3629208" y="966"/>
                  <a:pt x="3719440" y="215538"/>
                </a:cubicBezTo>
                <a:lnTo>
                  <a:pt x="4128291" y="1266205"/>
                </a:lnTo>
                <a:cubicBezTo>
                  <a:pt x="4229063" y="1454641"/>
                  <a:pt x="4215587" y="1665852"/>
                  <a:pt x="4139699" y="1826376"/>
                </a:cubicBezTo>
                <a:lnTo>
                  <a:pt x="3751433" y="2763881"/>
                </a:lnTo>
                <a:cubicBezTo>
                  <a:pt x="3680535" y="2912488"/>
                  <a:pt x="3626079" y="3096437"/>
                  <a:pt x="3426472" y="3093698"/>
                </a:cubicBezTo>
                <a:lnTo>
                  <a:pt x="229929" y="3096437"/>
                </a:lnTo>
                <a:cubicBezTo>
                  <a:pt x="66095" y="3096437"/>
                  <a:pt x="8137" y="3019692"/>
                  <a:pt x="1113" y="2701358"/>
                </a:cubicBezTo>
                <a:lnTo>
                  <a:pt x="0" y="1589963"/>
                </a:lnTo>
                <a:cubicBezTo>
                  <a:pt x="154" y="1194221"/>
                  <a:pt x="308" y="893284"/>
                  <a:pt x="462" y="497542"/>
                </a:cubicBezTo>
                <a:close/>
              </a:path>
            </a:pathLst>
          </a:custGeom>
          <a:solidFill>
            <a:srgbClr val="00A4E4"/>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dirty="0">
              <a:solidFill>
                <a:srgbClr val="333333"/>
              </a:solidFill>
            </a:endParaRPr>
          </a:p>
        </p:txBody>
      </p:sp>
      <p:pic>
        <p:nvPicPr>
          <p:cNvPr id="15"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21" name="Content Placeholder 2"/>
          <p:cNvSpPr>
            <a:spLocks noGrp="1"/>
          </p:cNvSpPr>
          <p:nvPr>
            <p:ph idx="1"/>
          </p:nvPr>
        </p:nvSpPr>
        <p:spPr>
          <a:xfrm>
            <a:off x="3306234" y="1842057"/>
            <a:ext cx="8430684" cy="768797"/>
          </a:xfrm>
        </p:spPr>
        <p:txBody>
          <a:bodyPr spcCol="0" anchor="ctr">
            <a:noAutofit/>
          </a:bodyPr>
          <a:lstStyle>
            <a:lvl1pPr marL="0" indent="0">
              <a:lnSpc>
                <a:spcPct val="120000"/>
              </a:lnSpc>
              <a:spcAft>
                <a:spcPts val="0"/>
              </a:spcAft>
              <a:defRPr b="0">
                <a:solidFill>
                  <a:schemeClr val="bg1"/>
                </a:solidFill>
              </a:defRPr>
            </a:lvl1pPr>
            <a:lvl2pPr>
              <a:buNone/>
              <a:defRPr/>
            </a:lvl2pPr>
          </a:lstStyle>
          <a:p>
            <a:pPr lvl="0"/>
            <a:r>
              <a:rPr lang="en-US"/>
              <a:t>Click to edit Master text styles</a:t>
            </a:r>
          </a:p>
        </p:txBody>
      </p:sp>
      <p:sp>
        <p:nvSpPr>
          <p:cNvPr id="22" name="Text Placeholder 9"/>
          <p:cNvSpPr>
            <a:spLocks noGrp="1"/>
          </p:cNvSpPr>
          <p:nvPr>
            <p:ph type="body" sz="quarter" idx="12"/>
          </p:nvPr>
        </p:nvSpPr>
        <p:spPr>
          <a:xfrm>
            <a:off x="595640" y="1987566"/>
            <a:ext cx="2215035" cy="477799"/>
          </a:xfrm>
        </p:spPr>
        <p:txBody>
          <a:bodyPr anchor="ctr"/>
          <a:lstStyle>
            <a:lvl1pPr>
              <a:defRPr>
                <a:solidFill>
                  <a:schemeClr val="tx1"/>
                </a:solidFill>
              </a:defRPr>
            </a:lvl1pPr>
          </a:lstStyle>
          <a:p>
            <a:pPr lvl="0"/>
            <a:r>
              <a:rPr lang="en-US"/>
              <a:t>Click to edit Master text styles</a:t>
            </a:r>
          </a:p>
        </p:txBody>
      </p:sp>
      <p:sp>
        <p:nvSpPr>
          <p:cNvPr id="23" name="Content Placeholder 2"/>
          <p:cNvSpPr>
            <a:spLocks noGrp="1"/>
          </p:cNvSpPr>
          <p:nvPr>
            <p:ph idx="13"/>
          </p:nvPr>
        </p:nvSpPr>
        <p:spPr>
          <a:xfrm>
            <a:off x="3306234" y="2889225"/>
            <a:ext cx="8430684" cy="768797"/>
          </a:xfrm>
        </p:spPr>
        <p:txBody>
          <a:bodyPr spcCol="0" anchor="ctr">
            <a:noAutofit/>
          </a:bodyPr>
          <a:lstStyle>
            <a:lvl1pPr marL="0" indent="0">
              <a:lnSpc>
                <a:spcPct val="120000"/>
              </a:lnSpc>
              <a:spcAft>
                <a:spcPts val="0"/>
              </a:spcAft>
              <a:defRPr b="0">
                <a:solidFill>
                  <a:schemeClr val="bg1"/>
                </a:solidFill>
              </a:defRPr>
            </a:lvl1pPr>
            <a:lvl2pPr>
              <a:buNone/>
              <a:defRPr/>
            </a:lvl2pPr>
          </a:lstStyle>
          <a:p>
            <a:pPr lvl="0"/>
            <a:r>
              <a:rPr lang="en-US"/>
              <a:t>Click to edit Master text styles</a:t>
            </a:r>
          </a:p>
        </p:txBody>
      </p:sp>
      <p:sp>
        <p:nvSpPr>
          <p:cNvPr id="24" name="Text Placeholder 9"/>
          <p:cNvSpPr>
            <a:spLocks noGrp="1"/>
          </p:cNvSpPr>
          <p:nvPr>
            <p:ph type="body" sz="quarter" idx="14"/>
          </p:nvPr>
        </p:nvSpPr>
        <p:spPr>
          <a:xfrm>
            <a:off x="595641" y="3034734"/>
            <a:ext cx="2215035" cy="477799"/>
          </a:xfrm>
        </p:spPr>
        <p:txBody>
          <a:bodyPr anchor="ctr"/>
          <a:lstStyle>
            <a:lvl1pPr>
              <a:defRPr>
                <a:solidFill>
                  <a:schemeClr val="tx1"/>
                </a:solidFill>
              </a:defRPr>
            </a:lvl1pPr>
          </a:lstStyle>
          <a:p>
            <a:pPr lvl="0"/>
            <a:r>
              <a:rPr lang="en-US"/>
              <a:t>Click to edit Master text styles</a:t>
            </a:r>
          </a:p>
        </p:txBody>
      </p:sp>
      <p:sp>
        <p:nvSpPr>
          <p:cNvPr id="25" name="Content Placeholder 2"/>
          <p:cNvSpPr>
            <a:spLocks noGrp="1"/>
          </p:cNvSpPr>
          <p:nvPr>
            <p:ph idx="15"/>
          </p:nvPr>
        </p:nvSpPr>
        <p:spPr>
          <a:xfrm>
            <a:off x="3306234" y="3936393"/>
            <a:ext cx="8430684" cy="768797"/>
          </a:xfrm>
        </p:spPr>
        <p:txBody>
          <a:bodyPr spcCol="0" anchor="ctr">
            <a:noAutofit/>
          </a:bodyPr>
          <a:lstStyle>
            <a:lvl1pPr marL="0" indent="0">
              <a:lnSpc>
                <a:spcPct val="120000"/>
              </a:lnSpc>
              <a:spcAft>
                <a:spcPts val="0"/>
              </a:spcAft>
              <a:defRPr b="0">
                <a:solidFill>
                  <a:schemeClr val="bg1"/>
                </a:solidFill>
              </a:defRPr>
            </a:lvl1pPr>
            <a:lvl2pPr>
              <a:buNone/>
              <a:defRPr/>
            </a:lvl2pPr>
          </a:lstStyle>
          <a:p>
            <a:pPr lvl="0"/>
            <a:r>
              <a:rPr lang="en-US"/>
              <a:t>Click to edit Master text styles</a:t>
            </a:r>
          </a:p>
        </p:txBody>
      </p:sp>
      <p:sp>
        <p:nvSpPr>
          <p:cNvPr id="26" name="Text Placeholder 9"/>
          <p:cNvSpPr>
            <a:spLocks noGrp="1"/>
          </p:cNvSpPr>
          <p:nvPr>
            <p:ph type="body" sz="quarter" idx="16"/>
          </p:nvPr>
        </p:nvSpPr>
        <p:spPr>
          <a:xfrm>
            <a:off x="595641" y="4081900"/>
            <a:ext cx="2215035" cy="477799"/>
          </a:xfrm>
        </p:spPr>
        <p:txBody>
          <a:bodyPr anchor="ctr"/>
          <a:lstStyle>
            <a:lvl1pPr>
              <a:defRPr>
                <a:solidFill>
                  <a:schemeClr val="tx1"/>
                </a:solidFill>
              </a:defRPr>
            </a:lvl1pPr>
          </a:lstStyle>
          <a:p>
            <a:pPr lvl="0"/>
            <a:r>
              <a:rPr lang="en-US"/>
              <a:t>Click to edit Master text styles</a:t>
            </a:r>
          </a:p>
        </p:txBody>
      </p:sp>
      <p:sp>
        <p:nvSpPr>
          <p:cNvPr id="27" name="Content Placeholder 2"/>
          <p:cNvSpPr>
            <a:spLocks noGrp="1"/>
          </p:cNvSpPr>
          <p:nvPr>
            <p:ph idx="17"/>
          </p:nvPr>
        </p:nvSpPr>
        <p:spPr>
          <a:xfrm>
            <a:off x="3306234" y="4983557"/>
            <a:ext cx="8430684" cy="768797"/>
          </a:xfrm>
        </p:spPr>
        <p:txBody>
          <a:bodyPr spcCol="0" anchor="ctr">
            <a:noAutofit/>
          </a:bodyPr>
          <a:lstStyle>
            <a:lvl1pPr marL="0" indent="0">
              <a:lnSpc>
                <a:spcPct val="120000"/>
              </a:lnSpc>
              <a:spcAft>
                <a:spcPts val="0"/>
              </a:spcAft>
              <a:defRPr b="0">
                <a:solidFill>
                  <a:schemeClr val="bg1"/>
                </a:solidFill>
              </a:defRPr>
            </a:lvl1pPr>
            <a:lvl2pPr>
              <a:buNone/>
              <a:defRPr/>
            </a:lvl2pPr>
          </a:lstStyle>
          <a:p>
            <a:pPr lvl="0"/>
            <a:r>
              <a:rPr lang="en-US"/>
              <a:t>Click to edit Master text styles</a:t>
            </a:r>
          </a:p>
        </p:txBody>
      </p:sp>
      <p:sp>
        <p:nvSpPr>
          <p:cNvPr id="28" name="Text Placeholder 9"/>
          <p:cNvSpPr>
            <a:spLocks noGrp="1"/>
          </p:cNvSpPr>
          <p:nvPr>
            <p:ph type="body" sz="quarter" idx="18"/>
          </p:nvPr>
        </p:nvSpPr>
        <p:spPr>
          <a:xfrm>
            <a:off x="595641" y="5129066"/>
            <a:ext cx="2215035" cy="477799"/>
          </a:xfrm>
        </p:spPr>
        <p:txBody>
          <a:bodyPr anchor="ctr"/>
          <a:lstStyle>
            <a:lvl1pPr>
              <a:defRPr>
                <a:solidFill>
                  <a:schemeClr val="tx1"/>
                </a:solidFill>
              </a:defRPr>
            </a:lvl1pPr>
          </a:lstStyle>
          <a:p>
            <a:pPr lvl="0"/>
            <a:r>
              <a:rPr lang="en-US"/>
              <a:t>Click to edit Master text styles</a:t>
            </a:r>
          </a:p>
        </p:txBody>
      </p:sp>
      <p:sp>
        <p:nvSpPr>
          <p:cNvPr id="17" name="Slide Number Placeholder 6"/>
          <p:cNvSpPr>
            <a:spLocks noGrp="1"/>
          </p:cNvSpPr>
          <p:nvPr>
            <p:ph type="sldNum" sz="quarter" idx="19"/>
          </p:nvPr>
        </p:nvSpPr>
        <p:spPr/>
        <p:txBody>
          <a:bodyPr/>
          <a:lstStyle>
            <a:lvl1pPr>
              <a:defRPr/>
            </a:lvl1pPr>
          </a:lstStyle>
          <a:p>
            <a:pPr>
              <a:defRPr/>
            </a:pPr>
            <a:fld id="{F8145F86-9F6C-4134-A3A5-BE61AE85E2C2}" type="slidenum">
              <a:rPr lang="en-US">
                <a:solidFill>
                  <a:srgbClr val="333333"/>
                </a:solidFill>
              </a:rPr>
              <a:pPr>
                <a:defRPr/>
              </a:pPr>
              <a:t>‹#›</a:t>
            </a:fld>
            <a:endParaRPr lang="en-US" dirty="0">
              <a:solidFill>
                <a:srgbClr val="333333"/>
              </a:solidFill>
            </a:endParaRPr>
          </a:p>
        </p:txBody>
      </p:sp>
      <p:sp>
        <p:nvSpPr>
          <p:cNvPr id="18" name="Footer Placeholder 7"/>
          <p:cNvSpPr>
            <a:spLocks noGrp="1"/>
          </p:cNvSpPr>
          <p:nvPr>
            <p:ph type="ftr" sz="quarter" idx="20"/>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328777609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13"/>
                                        </p:tgtEl>
                                        <p:attrNameLst>
                                          <p:attrName>fillcolor</p:attrName>
                                        </p:attrNameLst>
                                      </p:cBhvr>
                                      <p:to>
                                        <a:schemeClr val="accent1"/>
                                      </p:to>
                                    </p:animClr>
                                    <p:set>
                                      <p:cBhvr>
                                        <p:cTn id="7" dur="500" fill="hold"/>
                                        <p:tgtEl>
                                          <p:spTgt spid="13"/>
                                        </p:tgtEl>
                                        <p:attrNameLst>
                                          <p:attrName>fill.type</p:attrName>
                                        </p:attrNameLst>
                                      </p:cBhvr>
                                      <p:to>
                                        <p:strVal val="solid"/>
                                      </p:to>
                                    </p:set>
                                    <p:set>
                                      <p:cBhvr>
                                        <p:cTn id="8" dur="500" fill="hold"/>
                                        <p:tgtEl>
                                          <p:spTgt spid="1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1000" fill="hold"/>
                                        <p:tgtEl>
                                          <p:spTgt spid="14"/>
                                        </p:tgtEl>
                                        <p:attrNameLst>
                                          <p:attrName>fillcolor</p:attrName>
                                        </p:attrNameLst>
                                      </p:cBhvr>
                                      <p:to>
                                        <a:srgbClr val="8CA0A9"/>
                                      </p:to>
                                    </p:animClr>
                                    <p:set>
                                      <p:cBhvr>
                                        <p:cTn id="11" dur="1000" fill="hold"/>
                                        <p:tgtEl>
                                          <p:spTgt spid="14"/>
                                        </p:tgtEl>
                                        <p:attrNameLst>
                                          <p:attrName>fill.type</p:attrName>
                                        </p:attrNameLst>
                                      </p:cBhvr>
                                      <p:to>
                                        <p:strVal val="solid"/>
                                      </p:to>
                                    </p:set>
                                    <p:set>
                                      <p:cBhvr>
                                        <p:cTn id="12" dur="1000" fill="hold"/>
                                        <p:tgtEl>
                                          <p:spTgt spid="14"/>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1" presetClass="emph" presetSubtype="2" fill="hold" nodeType="clickEffect">
                                  <p:stCondLst>
                                    <p:cond delay="0"/>
                                  </p:stCondLst>
                                  <p:childTnLst>
                                    <p:animClr clrSpc="rgb" dir="cw">
                                      <p:cBhvr>
                                        <p:cTn id="16" dur="500" fill="hold"/>
                                        <p:tgtEl>
                                          <p:spTgt spid="12"/>
                                        </p:tgtEl>
                                        <p:attrNameLst>
                                          <p:attrName>fillcolor</p:attrName>
                                        </p:attrNameLst>
                                      </p:cBhvr>
                                      <p:to>
                                        <a:schemeClr val="accent1"/>
                                      </p:to>
                                    </p:animClr>
                                    <p:set>
                                      <p:cBhvr>
                                        <p:cTn id="17" dur="500" fill="hold"/>
                                        <p:tgtEl>
                                          <p:spTgt spid="12"/>
                                        </p:tgtEl>
                                        <p:attrNameLst>
                                          <p:attrName>fill.type</p:attrName>
                                        </p:attrNameLst>
                                      </p:cBhvr>
                                      <p:to>
                                        <p:strVal val="solid"/>
                                      </p:to>
                                    </p:set>
                                    <p:set>
                                      <p:cBhvr>
                                        <p:cTn id="18" dur="500" fill="hold"/>
                                        <p:tgtEl>
                                          <p:spTgt spid="12"/>
                                        </p:tgtEl>
                                        <p:attrNameLst>
                                          <p:attrName>fill.on</p:attrName>
                                        </p:attrNameLst>
                                      </p:cBhvr>
                                      <p:to>
                                        <p:strVal val="true"/>
                                      </p:to>
                                    </p:set>
                                  </p:childTnLst>
                                </p:cTn>
                              </p:par>
                              <p:par>
                                <p:cTn id="19" presetID="1" presetClass="emph" presetSubtype="2" fill="hold" nodeType="withEffect">
                                  <p:stCondLst>
                                    <p:cond delay="0"/>
                                  </p:stCondLst>
                                  <p:childTnLst>
                                    <p:animClr clrSpc="rgb" dir="cw">
                                      <p:cBhvr>
                                        <p:cTn id="20" dur="1000" fill="hold"/>
                                        <p:tgtEl>
                                          <p:spTgt spid="13"/>
                                        </p:tgtEl>
                                        <p:attrNameLst>
                                          <p:attrName>fillcolor</p:attrName>
                                        </p:attrNameLst>
                                      </p:cBhvr>
                                      <p:to>
                                        <a:srgbClr val="8CA0A9"/>
                                      </p:to>
                                    </p:animClr>
                                    <p:set>
                                      <p:cBhvr>
                                        <p:cTn id="21" dur="1000" fill="hold"/>
                                        <p:tgtEl>
                                          <p:spTgt spid="13"/>
                                        </p:tgtEl>
                                        <p:attrNameLst>
                                          <p:attrName>fill.type</p:attrName>
                                        </p:attrNameLst>
                                      </p:cBhvr>
                                      <p:to>
                                        <p:strVal val="solid"/>
                                      </p:to>
                                    </p:set>
                                    <p:set>
                                      <p:cBhvr>
                                        <p:cTn id="22" dur="1000" fill="hold"/>
                                        <p:tgtEl>
                                          <p:spTgt spid="13"/>
                                        </p:tgtEl>
                                        <p:attrNameLst>
                                          <p:attrName>fill.on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1" presetClass="emph" presetSubtype="2" fill="hold" nodeType="clickEffect">
                                  <p:stCondLst>
                                    <p:cond delay="0"/>
                                  </p:stCondLst>
                                  <p:childTnLst>
                                    <p:animClr clrSpc="rgb" dir="cw">
                                      <p:cBhvr>
                                        <p:cTn id="26" dur="500" fill="hold"/>
                                        <p:tgtEl>
                                          <p:spTgt spid="11"/>
                                        </p:tgtEl>
                                        <p:attrNameLst>
                                          <p:attrName>fillcolor</p:attrName>
                                        </p:attrNameLst>
                                      </p:cBhvr>
                                      <p:to>
                                        <a:schemeClr val="accent1"/>
                                      </p:to>
                                    </p:animClr>
                                    <p:set>
                                      <p:cBhvr>
                                        <p:cTn id="27" dur="500" fill="hold"/>
                                        <p:tgtEl>
                                          <p:spTgt spid="11"/>
                                        </p:tgtEl>
                                        <p:attrNameLst>
                                          <p:attrName>fill.type</p:attrName>
                                        </p:attrNameLst>
                                      </p:cBhvr>
                                      <p:to>
                                        <p:strVal val="solid"/>
                                      </p:to>
                                    </p:set>
                                    <p:set>
                                      <p:cBhvr>
                                        <p:cTn id="28" dur="500" fill="hold"/>
                                        <p:tgtEl>
                                          <p:spTgt spid="11"/>
                                        </p:tgtEl>
                                        <p:attrNameLst>
                                          <p:attrName>fill.on</p:attrName>
                                        </p:attrNameLst>
                                      </p:cBhvr>
                                      <p:to>
                                        <p:strVal val="true"/>
                                      </p:to>
                                    </p:set>
                                  </p:childTnLst>
                                </p:cTn>
                              </p:par>
                              <p:par>
                                <p:cTn id="29" presetID="1" presetClass="emph" presetSubtype="2" fill="hold" nodeType="withEffect">
                                  <p:stCondLst>
                                    <p:cond delay="0"/>
                                  </p:stCondLst>
                                  <p:childTnLst>
                                    <p:animClr clrSpc="rgb" dir="cw">
                                      <p:cBhvr>
                                        <p:cTn id="30" dur="1000" fill="hold"/>
                                        <p:tgtEl>
                                          <p:spTgt spid="12"/>
                                        </p:tgtEl>
                                        <p:attrNameLst>
                                          <p:attrName>fillcolor</p:attrName>
                                        </p:attrNameLst>
                                      </p:cBhvr>
                                      <p:to>
                                        <a:srgbClr val="8CA0A9"/>
                                      </p:to>
                                    </p:animClr>
                                    <p:set>
                                      <p:cBhvr>
                                        <p:cTn id="31" dur="1000" fill="hold"/>
                                        <p:tgtEl>
                                          <p:spTgt spid="12"/>
                                        </p:tgtEl>
                                        <p:attrNameLst>
                                          <p:attrName>fill.type</p:attrName>
                                        </p:attrNameLst>
                                      </p:cBhvr>
                                      <p:to>
                                        <p:strVal val="solid"/>
                                      </p:to>
                                    </p:set>
                                    <p:set>
                                      <p:cBhvr>
                                        <p:cTn id="32" dur="1000" fill="hold"/>
                                        <p:tgtEl>
                                          <p:spTgt spid="1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0.xml><?xml version="1.0" encoding="utf-8"?>
<p:sldLayout xmlns:a="http://schemas.openxmlformats.org/drawingml/2006/main" xmlns:r="http://schemas.openxmlformats.org/officeDocument/2006/relationships" xmlns:p="http://schemas.openxmlformats.org/presentationml/2006/main" type="obj" preserve="1">
  <p:cSld name="Title, 2-column text and HighMark">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descr="\\psf\Host\Volumes\johbee\Documents\01_Freelance_Design\Perspective_Branding\HIGHMARK INSURANCE\exports\SolutionSwirl300.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0851" y="1150943"/>
            <a:ext cx="11334749" cy="144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2271406"/>
            <a:ext cx="11279717" cy="1180571"/>
          </a:xfrm>
        </p:spPr>
        <p:txBody>
          <a:bodyPr anchor="b"/>
          <a:lstStyle>
            <a:lvl1pPr algn="ctr">
              <a:defRPr/>
            </a:lvl1pPr>
          </a:lstStyle>
          <a:p>
            <a:r>
              <a:rPr lang="en-US"/>
              <a:t>Click to edit Master title style</a:t>
            </a:r>
            <a:endParaRPr lang="en-US" dirty="0"/>
          </a:p>
        </p:txBody>
      </p:sp>
      <p:sp>
        <p:nvSpPr>
          <p:cNvPr id="3" name="Content Placeholder 2"/>
          <p:cNvSpPr>
            <a:spLocks noGrp="1"/>
          </p:cNvSpPr>
          <p:nvPr>
            <p:ph idx="1"/>
          </p:nvPr>
        </p:nvSpPr>
        <p:spPr>
          <a:xfrm>
            <a:off x="457200" y="3424252"/>
            <a:ext cx="5579533" cy="2604025"/>
          </a:xfrm>
        </p:spPr>
        <p:txBody>
          <a:bodyPr/>
          <a:lstStyle>
            <a:lvl1pPr marL="0" indent="0">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2"/>
          </p:nvPr>
        </p:nvSpPr>
        <p:spPr>
          <a:xfrm>
            <a:off x="6157384" y="3424252"/>
            <a:ext cx="5579533" cy="2604025"/>
          </a:xfrm>
        </p:spPr>
        <p:txBody>
          <a:bodyPr/>
          <a:lstStyle>
            <a:lvl1pPr marL="0" indent="0">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6"/>
          <p:cNvSpPr>
            <a:spLocks noGrp="1"/>
          </p:cNvSpPr>
          <p:nvPr>
            <p:ph type="sldNum" sz="quarter" idx="13"/>
          </p:nvPr>
        </p:nvSpPr>
        <p:spPr/>
        <p:txBody>
          <a:bodyPr/>
          <a:lstStyle>
            <a:lvl1pPr>
              <a:defRPr/>
            </a:lvl1pPr>
          </a:lstStyle>
          <a:p>
            <a:pPr>
              <a:defRPr/>
            </a:pPr>
            <a:fld id="{03929A7A-298B-4B0B-8A0A-F80FCE8055CD}" type="slidenum">
              <a:rPr lang="en-US">
                <a:solidFill>
                  <a:srgbClr val="333333"/>
                </a:solidFill>
              </a:rPr>
              <a:pPr>
                <a:defRPr/>
              </a:pPr>
              <a:t>‹#›</a:t>
            </a:fld>
            <a:endParaRPr lang="en-US" dirty="0">
              <a:solidFill>
                <a:srgbClr val="333333"/>
              </a:solidFill>
            </a:endParaRPr>
          </a:p>
        </p:txBody>
      </p:sp>
      <p:sp>
        <p:nvSpPr>
          <p:cNvPr id="10" name="Footer Placeholder 7"/>
          <p:cNvSpPr>
            <a:spLocks noGrp="1"/>
          </p:cNvSpPr>
          <p:nvPr>
            <p:ph type="ftr" sz="quarter" idx="14"/>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2393305274"/>
      </p:ext>
    </p:extLst>
  </p:cSld>
  <p:clrMapOvr>
    <a:masterClrMapping/>
  </p:clrMapOvr>
  <p:transition spd="slow"/>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itle, 1-column and3-column exhibit area">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Content Placeholder 2"/>
          <p:cNvSpPr>
            <a:spLocks noGrp="1"/>
          </p:cNvSpPr>
          <p:nvPr>
            <p:ph idx="14"/>
          </p:nvPr>
        </p:nvSpPr>
        <p:spPr>
          <a:xfrm>
            <a:off x="9008533" y="1856320"/>
            <a:ext cx="2634075" cy="4141607"/>
          </a:xfrm>
        </p:spPr>
        <p:txBody>
          <a:bodyPr/>
          <a:lstStyle>
            <a:lvl1pPr marL="0" indent="0">
              <a:spcAft>
                <a:spcPts val="1400"/>
              </a:spcAft>
              <a:defRPr sz="1400"/>
            </a:lvl1pPr>
            <a:lvl2pPr>
              <a:defRPr sz="1400"/>
            </a:lvl2pPr>
            <a:lvl3pPr>
              <a:defRPr sz="1200"/>
            </a:lvl3pPr>
            <a:lvl4pPr>
              <a:defRPr sz="12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6" name="Slide Number Placeholder 6"/>
          <p:cNvSpPr>
            <a:spLocks noGrp="1"/>
          </p:cNvSpPr>
          <p:nvPr>
            <p:ph type="sldNum" sz="quarter" idx="15"/>
          </p:nvPr>
        </p:nvSpPr>
        <p:spPr/>
        <p:txBody>
          <a:bodyPr/>
          <a:lstStyle>
            <a:lvl1pPr>
              <a:defRPr/>
            </a:lvl1pPr>
          </a:lstStyle>
          <a:p>
            <a:pPr>
              <a:defRPr/>
            </a:pPr>
            <a:fld id="{ABC39361-EA4A-4718-8357-F104706D675D}" type="slidenum">
              <a:rPr lang="en-US">
                <a:solidFill>
                  <a:srgbClr val="333333"/>
                </a:solidFill>
              </a:rPr>
              <a:pPr>
                <a:defRPr/>
              </a:pPr>
              <a:t>‹#›</a:t>
            </a:fld>
            <a:endParaRPr lang="en-US" dirty="0">
              <a:solidFill>
                <a:srgbClr val="333333"/>
              </a:solidFill>
            </a:endParaRPr>
          </a:p>
        </p:txBody>
      </p:sp>
      <p:sp>
        <p:nvSpPr>
          <p:cNvPr id="7" name="Footer Placeholder 7"/>
          <p:cNvSpPr>
            <a:spLocks noGrp="1"/>
          </p:cNvSpPr>
          <p:nvPr>
            <p:ph type="ftr" sz="quarter" idx="16"/>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3172777728"/>
      </p:ext>
    </p:extLst>
  </p:cSld>
  <p:clrMapOvr>
    <a:masterClrMapping/>
  </p:clrMapOvr>
  <p:transition spd="slow"/>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10" name="Table Placeholder 9"/>
          <p:cNvSpPr>
            <a:spLocks noGrp="1"/>
          </p:cNvSpPr>
          <p:nvPr>
            <p:ph type="tbl" sz="quarter" idx="12"/>
          </p:nvPr>
        </p:nvSpPr>
        <p:spPr>
          <a:xfrm>
            <a:off x="457200" y="1912941"/>
            <a:ext cx="11279717" cy="4029075"/>
          </a:xfrm>
          <a:noFill/>
        </p:spPr>
        <p:txBody>
          <a:bodyPr rtlCol="0">
            <a:normAutofit/>
          </a:bodyPr>
          <a:lstStyle>
            <a:lvl1pPr>
              <a:defRPr>
                <a:solidFill>
                  <a:schemeClr val="bg1"/>
                </a:solidFill>
              </a:defRPr>
            </a:lvl1pPr>
          </a:lstStyle>
          <a:p>
            <a:pPr lvl="0"/>
            <a:r>
              <a:rPr lang="en-US" noProof="0" dirty="0"/>
              <a:t>Click icon to add table</a:t>
            </a:r>
          </a:p>
        </p:txBody>
      </p:sp>
      <p:sp>
        <p:nvSpPr>
          <p:cNvPr id="6" name="Slide Number Placeholder 6"/>
          <p:cNvSpPr>
            <a:spLocks noGrp="1"/>
          </p:cNvSpPr>
          <p:nvPr>
            <p:ph type="sldNum" sz="quarter" idx="13"/>
          </p:nvPr>
        </p:nvSpPr>
        <p:spPr/>
        <p:txBody>
          <a:bodyPr/>
          <a:lstStyle>
            <a:lvl1pPr>
              <a:defRPr/>
            </a:lvl1pPr>
          </a:lstStyle>
          <a:p>
            <a:pPr>
              <a:defRPr/>
            </a:pPr>
            <a:fld id="{D23BABA3-F8F4-43CB-93DB-8E1049E8678A}" type="slidenum">
              <a:rPr lang="en-US">
                <a:solidFill>
                  <a:srgbClr val="333333"/>
                </a:solidFill>
              </a:rPr>
              <a:pPr>
                <a:defRPr/>
              </a:pPr>
              <a:t>‹#›</a:t>
            </a:fld>
            <a:endParaRPr lang="en-US" dirty="0">
              <a:solidFill>
                <a:srgbClr val="333333"/>
              </a:solidFill>
            </a:endParaRPr>
          </a:p>
        </p:txBody>
      </p:sp>
      <p:sp>
        <p:nvSpPr>
          <p:cNvPr id="7" name="Footer Placeholder 7"/>
          <p:cNvSpPr>
            <a:spLocks noGrp="1"/>
          </p:cNvSpPr>
          <p:nvPr>
            <p:ph type="ftr" sz="quarter" idx="14"/>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3693684435"/>
      </p:ext>
    </p:extLst>
  </p:cSld>
  <p:clrMapOvr>
    <a:masterClrMapping/>
  </p:clrMapOvr>
  <p:transition spd="slow"/>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Title, Text and Table">
    <p:spTree>
      <p:nvGrpSpPr>
        <p:cNvPr id="1" name=""/>
        <p:cNvGrpSpPr/>
        <p:nvPr/>
      </p:nvGrpSpPr>
      <p:grpSpPr>
        <a:xfrm>
          <a:off x="0" y="0"/>
          <a:ext cx="0" cy="0"/>
          <a:chOff x="0" y="0"/>
          <a:chExt cx="0" cy="0"/>
        </a:xfrm>
      </p:grpSpPr>
      <p:pic>
        <p:nvPicPr>
          <p:cNvPr id="5"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5"/>
            <a:ext cx="11279717" cy="1529824"/>
          </a:xfrm>
        </p:spPr>
        <p:txBody>
          <a:bodyPr/>
          <a:lstStyle>
            <a:lvl1pPr marL="0" indent="0">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able Placeholder 9"/>
          <p:cNvSpPr>
            <a:spLocks noGrp="1"/>
          </p:cNvSpPr>
          <p:nvPr>
            <p:ph type="tbl" sz="quarter" idx="12"/>
          </p:nvPr>
        </p:nvSpPr>
        <p:spPr>
          <a:xfrm>
            <a:off x="457200" y="3475051"/>
            <a:ext cx="11279717" cy="2466975"/>
          </a:xfrm>
          <a:noFill/>
        </p:spPr>
        <p:txBody>
          <a:bodyPr rtlCol="0">
            <a:normAutofit/>
          </a:bodyPr>
          <a:lstStyle>
            <a:lvl1pPr>
              <a:defRPr>
                <a:solidFill>
                  <a:schemeClr val="bg1"/>
                </a:solidFill>
              </a:defRPr>
            </a:lvl1pPr>
          </a:lstStyle>
          <a:p>
            <a:pPr lvl="0"/>
            <a:r>
              <a:rPr lang="en-US" noProof="0" dirty="0"/>
              <a:t>Click icon to add table</a:t>
            </a:r>
          </a:p>
        </p:txBody>
      </p:sp>
      <p:sp>
        <p:nvSpPr>
          <p:cNvPr id="7" name="Slide Number Placeholder 6"/>
          <p:cNvSpPr>
            <a:spLocks noGrp="1"/>
          </p:cNvSpPr>
          <p:nvPr>
            <p:ph type="sldNum" sz="quarter" idx="13"/>
          </p:nvPr>
        </p:nvSpPr>
        <p:spPr/>
        <p:txBody>
          <a:bodyPr/>
          <a:lstStyle>
            <a:lvl1pPr>
              <a:defRPr/>
            </a:lvl1pPr>
          </a:lstStyle>
          <a:p>
            <a:pPr>
              <a:defRPr/>
            </a:pPr>
            <a:fld id="{9CE52F54-8307-496B-944E-EED3E78B0A3D}" type="slidenum">
              <a:rPr lang="en-US">
                <a:solidFill>
                  <a:srgbClr val="333333"/>
                </a:solidFill>
              </a:rPr>
              <a:pPr>
                <a:defRPr/>
              </a:pPr>
              <a:t>‹#›</a:t>
            </a:fld>
            <a:endParaRPr lang="en-US" dirty="0">
              <a:solidFill>
                <a:srgbClr val="333333"/>
              </a:solidFill>
            </a:endParaRPr>
          </a:p>
        </p:txBody>
      </p:sp>
      <p:sp>
        <p:nvSpPr>
          <p:cNvPr id="8" name="Footer Placeholder 7"/>
          <p:cNvSpPr>
            <a:spLocks noGrp="1"/>
          </p:cNvSpPr>
          <p:nvPr>
            <p:ph type="ftr" sz="quarter" idx="14"/>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1337231771"/>
      </p:ext>
    </p:extLst>
  </p:cSld>
  <p:clrMapOvr>
    <a:masterClrMapping/>
  </p:clrMapOvr>
  <p:transition spd="slow"/>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itle, Text, 2-column stacked text">
    <p:spTree>
      <p:nvGrpSpPr>
        <p:cNvPr id="1" name=""/>
        <p:cNvGrpSpPr/>
        <p:nvPr/>
      </p:nvGrpSpPr>
      <p:grpSpPr>
        <a:xfrm>
          <a:off x="0" y="0"/>
          <a:ext cx="0" cy="0"/>
          <a:chOff x="0" y="0"/>
          <a:chExt cx="0" cy="0"/>
        </a:xfrm>
      </p:grpSpPr>
      <p:pic>
        <p:nvPicPr>
          <p:cNvPr id="6"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5"/>
            <a:ext cx="11279717" cy="1529824"/>
          </a:xfrm>
        </p:spPr>
        <p:txBody>
          <a:bodyPr/>
          <a:lstStyle>
            <a:lvl1pPr marL="0" indent="0">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2"/>
          </p:nvPr>
        </p:nvSpPr>
        <p:spPr>
          <a:xfrm>
            <a:off x="457200" y="3475051"/>
            <a:ext cx="5579533" cy="2466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13"/>
          </p:nvPr>
        </p:nvSpPr>
        <p:spPr>
          <a:xfrm>
            <a:off x="6159525" y="3475051"/>
            <a:ext cx="5577417" cy="2466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6"/>
          <p:cNvSpPr>
            <a:spLocks noGrp="1"/>
          </p:cNvSpPr>
          <p:nvPr>
            <p:ph type="sldNum" sz="quarter" idx="14"/>
          </p:nvPr>
        </p:nvSpPr>
        <p:spPr/>
        <p:txBody>
          <a:bodyPr/>
          <a:lstStyle>
            <a:lvl1pPr>
              <a:defRPr/>
            </a:lvl1pPr>
          </a:lstStyle>
          <a:p>
            <a:pPr>
              <a:defRPr/>
            </a:pPr>
            <a:fld id="{0A8783B6-DD1B-4B7F-BC2A-4215557710AF}" type="slidenum">
              <a:rPr lang="en-US">
                <a:solidFill>
                  <a:srgbClr val="333333"/>
                </a:solidFill>
              </a:rPr>
              <a:pPr>
                <a:defRPr/>
              </a:pPr>
              <a:t>‹#›</a:t>
            </a:fld>
            <a:endParaRPr lang="en-US" dirty="0">
              <a:solidFill>
                <a:srgbClr val="333333"/>
              </a:solidFill>
            </a:endParaRPr>
          </a:p>
        </p:txBody>
      </p:sp>
      <p:sp>
        <p:nvSpPr>
          <p:cNvPr id="9" name="Footer Placeholder 7"/>
          <p:cNvSpPr>
            <a:spLocks noGrp="1"/>
          </p:cNvSpPr>
          <p:nvPr>
            <p:ph type="ftr" sz="quarter" idx="15"/>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194591293"/>
      </p:ext>
    </p:extLst>
  </p:cSld>
  <p:clrMapOvr>
    <a:masterClrMapping/>
  </p:clrMapOvr>
  <p:transition spd="slow"/>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itle, Text, 4-column stacked text">
    <p:spTree>
      <p:nvGrpSpPr>
        <p:cNvPr id="1" name=""/>
        <p:cNvGrpSpPr/>
        <p:nvPr/>
      </p:nvGrpSpPr>
      <p:grpSpPr>
        <a:xfrm>
          <a:off x="0" y="0"/>
          <a:ext cx="0" cy="0"/>
          <a:chOff x="0" y="0"/>
          <a:chExt cx="0" cy="0"/>
        </a:xfrm>
      </p:grpSpPr>
      <p:pic>
        <p:nvPicPr>
          <p:cNvPr id="8" name="Picture 2" descr="\\psf\Host\Volumes\johbee\Documents\01_Freelance_Design\Perspective_Branding\HIGHMARK INSURANCE\exports\Slide1_TopLeft3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 y="3"/>
            <a:ext cx="595841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 descr="\\psf\Host\Volumes\johbee\Documents\01_Freelance_Design\Perspective_Branding\HIGHMARK INSURANCE\exports\Slide1_BotRight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29291" y="6477000"/>
            <a:ext cx="2262716"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856315"/>
            <a:ext cx="11279717" cy="1529824"/>
          </a:xfrm>
        </p:spPr>
        <p:txBody>
          <a:bodyPr/>
          <a:lstStyle>
            <a:lvl1pPr marL="0" indent="0">
              <a:defRPr b="0">
                <a:solidFill>
                  <a:schemeClr val="bg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2"/>
          </p:nvPr>
        </p:nvSpPr>
        <p:spPr>
          <a:xfrm>
            <a:off x="457200" y="3475051"/>
            <a:ext cx="2728384" cy="2466975"/>
          </a:xfrm>
        </p:spPr>
        <p:txBody>
          <a:bodyPr>
            <a:normAutofit/>
          </a:bodyPr>
          <a:lstStyle>
            <a:lvl1pPr>
              <a:defRPr sz="1400"/>
            </a:lvl1pPr>
            <a:lvl2pPr>
              <a:defRPr sz="1400"/>
            </a:lvl2pPr>
            <a:lvl3pPr>
              <a:defRPr sz="1200"/>
            </a:lvl3pPr>
            <a:lvl4pPr>
              <a:defRPr sz="12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3"/>
          </p:nvPr>
        </p:nvSpPr>
        <p:spPr>
          <a:xfrm>
            <a:off x="6152454" y="3475051"/>
            <a:ext cx="2732617" cy="2466975"/>
          </a:xfrm>
        </p:spPr>
        <p:txBody>
          <a:bodyPr>
            <a:normAutofit/>
          </a:bodyPr>
          <a:lstStyle>
            <a:lvl1pPr>
              <a:defRPr sz="1400"/>
            </a:lvl1pPr>
            <a:lvl2pPr>
              <a:defRPr sz="1400"/>
            </a:lvl2pPr>
            <a:lvl3pPr>
              <a:defRPr sz="1200"/>
            </a:lvl3pPr>
            <a:lvl4pPr>
              <a:defRPr sz="12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0"/>
          <p:cNvSpPr>
            <a:spLocks noGrp="1"/>
          </p:cNvSpPr>
          <p:nvPr>
            <p:ph sz="quarter" idx="14"/>
          </p:nvPr>
        </p:nvSpPr>
        <p:spPr>
          <a:xfrm>
            <a:off x="3304823" y="3475051"/>
            <a:ext cx="2728384" cy="2466975"/>
          </a:xfrm>
        </p:spPr>
        <p:txBody>
          <a:bodyPr>
            <a:normAutofit/>
          </a:bodyPr>
          <a:lstStyle>
            <a:lvl1pPr>
              <a:defRPr sz="1400"/>
            </a:lvl1pPr>
            <a:lvl2pPr>
              <a:defRPr sz="1400"/>
            </a:lvl2pPr>
            <a:lvl3pPr>
              <a:defRPr sz="1200"/>
            </a:lvl3pPr>
            <a:lvl4pPr>
              <a:defRPr sz="12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2"/>
          <p:cNvSpPr>
            <a:spLocks noGrp="1"/>
          </p:cNvSpPr>
          <p:nvPr>
            <p:ph sz="quarter" idx="15"/>
          </p:nvPr>
        </p:nvSpPr>
        <p:spPr>
          <a:xfrm>
            <a:off x="9004313" y="3475051"/>
            <a:ext cx="2732617" cy="2466975"/>
          </a:xfrm>
        </p:spPr>
        <p:txBody>
          <a:bodyPr>
            <a:normAutofit/>
          </a:bodyPr>
          <a:lstStyle>
            <a:lvl1pPr>
              <a:defRPr sz="1400"/>
            </a:lvl1pPr>
            <a:lvl2pPr>
              <a:defRPr sz="1400"/>
            </a:lvl2pPr>
            <a:lvl3pPr>
              <a:defRPr sz="1200"/>
            </a:lvl3pPr>
            <a:lvl4pPr>
              <a:defRPr sz="12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Slide Number Placeholder 6"/>
          <p:cNvSpPr>
            <a:spLocks noGrp="1"/>
          </p:cNvSpPr>
          <p:nvPr>
            <p:ph type="sldNum" sz="quarter" idx="16"/>
          </p:nvPr>
        </p:nvSpPr>
        <p:spPr/>
        <p:txBody>
          <a:bodyPr/>
          <a:lstStyle>
            <a:lvl1pPr>
              <a:defRPr/>
            </a:lvl1pPr>
          </a:lstStyle>
          <a:p>
            <a:pPr>
              <a:defRPr/>
            </a:pPr>
            <a:fld id="{1E4E893D-F39B-41FF-B2AA-ECF3906088E9}" type="slidenum">
              <a:rPr lang="en-US">
                <a:solidFill>
                  <a:srgbClr val="333333"/>
                </a:solidFill>
              </a:rPr>
              <a:pPr>
                <a:defRPr/>
              </a:pPr>
              <a:t>‹#›</a:t>
            </a:fld>
            <a:endParaRPr lang="en-US" dirty="0">
              <a:solidFill>
                <a:srgbClr val="333333"/>
              </a:solidFill>
            </a:endParaRPr>
          </a:p>
        </p:txBody>
      </p:sp>
      <p:sp>
        <p:nvSpPr>
          <p:cNvPr id="15" name="Footer Placeholder 7"/>
          <p:cNvSpPr>
            <a:spLocks noGrp="1"/>
          </p:cNvSpPr>
          <p:nvPr>
            <p:ph type="ftr" sz="quarter" idx="17"/>
          </p:nvPr>
        </p:nvSpPr>
        <p:spPr/>
        <p:txBody>
          <a:bodyPr/>
          <a:lstStyle>
            <a:lvl1pPr>
              <a:defRPr/>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3967118635"/>
      </p:ext>
    </p:extLst>
  </p:cSld>
  <p:clrMapOvr>
    <a:masterClrMapping/>
  </p:clrMapOvr>
  <p:transition spd="slow"/>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itle and Logo Matrix">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Picture Placeholder 7"/>
          <p:cNvSpPr>
            <a:spLocks noGrp="1"/>
          </p:cNvSpPr>
          <p:nvPr>
            <p:ph type="pic" sz="quarter" idx="12"/>
          </p:nvPr>
        </p:nvSpPr>
        <p:spPr>
          <a:xfrm>
            <a:off x="457200" y="1912942"/>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9" name="Picture Placeholder 7"/>
          <p:cNvSpPr>
            <a:spLocks noGrp="1"/>
          </p:cNvSpPr>
          <p:nvPr>
            <p:ph type="pic" sz="quarter" idx="13"/>
          </p:nvPr>
        </p:nvSpPr>
        <p:spPr>
          <a:xfrm>
            <a:off x="3311220" y="1912942"/>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0" name="Picture Placeholder 7"/>
          <p:cNvSpPr>
            <a:spLocks noGrp="1"/>
          </p:cNvSpPr>
          <p:nvPr>
            <p:ph type="pic" sz="quarter" idx="14"/>
          </p:nvPr>
        </p:nvSpPr>
        <p:spPr>
          <a:xfrm>
            <a:off x="6165240" y="1912942"/>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1" name="Picture Placeholder 7"/>
          <p:cNvSpPr>
            <a:spLocks noGrp="1"/>
          </p:cNvSpPr>
          <p:nvPr>
            <p:ph type="pic" sz="quarter" idx="15"/>
          </p:nvPr>
        </p:nvSpPr>
        <p:spPr>
          <a:xfrm>
            <a:off x="9019261" y="1912942"/>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2" name="Picture Placeholder 7"/>
          <p:cNvSpPr>
            <a:spLocks noGrp="1"/>
          </p:cNvSpPr>
          <p:nvPr>
            <p:ph type="pic" sz="quarter" idx="16"/>
          </p:nvPr>
        </p:nvSpPr>
        <p:spPr>
          <a:xfrm>
            <a:off x="457200" y="3475042"/>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3" name="Picture Placeholder 7"/>
          <p:cNvSpPr>
            <a:spLocks noGrp="1"/>
          </p:cNvSpPr>
          <p:nvPr>
            <p:ph type="pic" sz="quarter" idx="17"/>
          </p:nvPr>
        </p:nvSpPr>
        <p:spPr>
          <a:xfrm>
            <a:off x="3311220" y="3475042"/>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4" name="Picture Placeholder 7"/>
          <p:cNvSpPr>
            <a:spLocks noGrp="1"/>
          </p:cNvSpPr>
          <p:nvPr>
            <p:ph type="pic" sz="quarter" idx="18"/>
          </p:nvPr>
        </p:nvSpPr>
        <p:spPr>
          <a:xfrm>
            <a:off x="6165240" y="3475042"/>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5" name="Picture Placeholder 7"/>
          <p:cNvSpPr>
            <a:spLocks noGrp="1"/>
          </p:cNvSpPr>
          <p:nvPr>
            <p:ph type="pic" sz="quarter" idx="19"/>
          </p:nvPr>
        </p:nvSpPr>
        <p:spPr>
          <a:xfrm>
            <a:off x="9019261" y="3475042"/>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6" name="Picture Placeholder 7"/>
          <p:cNvSpPr>
            <a:spLocks noGrp="1"/>
          </p:cNvSpPr>
          <p:nvPr>
            <p:ph type="pic" sz="quarter" idx="20"/>
          </p:nvPr>
        </p:nvSpPr>
        <p:spPr>
          <a:xfrm>
            <a:off x="446472" y="5037142"/>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7" name="Picture Placeholder 7"/>
          <p:cNvSpPr>
            <a:spLocks noGrp="1"/>
          </p:cNvSpPr>
          <p:nvPr>
            <p:ph type="pic" sz="quarter" idx="21"/>
          </p:nvPr>
        </p:nvSpPr>
        <p:spPr>
          <a:xfrm>
            <a:off x="3300492" y="5037142"/>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8" name="Picture Placeholder 7"/>
          <p:cNvSpPr>
            <a:spLocks noGrp="1"/>
          </p:cNvSpPr>
          <p:nvPr>
            <p:ph type="pic" sz="quarter" idx="22"/>
          </p:nvPr>
        </p:nvSpPr>
        <p:spPr>
          <a:xfrm>
            <a:off x="6154512" y="5037142"/>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19" name="Picture Placeholder 7"/>
          <p:cNvSpPr>
            <a:spLocks noGrp="1"/>
          </p:cNvSpPr>
          <p:nvPr>
            <p:ph type="pic" sz="quarter" idx="23"/>
          </p:nvPr>
        </p:nvSpPr>
        <p:spPr>
          <a:xfrm>
            <a:off x="9008533" y="5037142"/>
            <a:ext cx="2728384" cy="786371"/>
          </a:xfrm>
          <a:prstGeom prst="roundRect">
            <a:avLst/>
          </a:prstGeom>
          <a:ln w="9525">
            <a:solidFill>
              <a:schemeClr val="accent3"/>
            </a:solidFill>
          </a:ln>
        </p:spPr>
        <p:txBody>
          <a:bodyPr rtlCol="0">
            <a:normAutofit/>
          </a:bodyPr>
          <a:lstStyle/>
          <a:p>
            <a:pPr lvl="0"/>
            <a:r>
              <a:rPr lang="en-US" noProof="0" dirty="0"/>
              <a:t>Drag picture to placeholder or click icon to add</a:t>
            </a:r>
          </a:p>
        </p:txBody>
      </p:sp>
      <p:sp>
        <p:nvSpPr>
          <p:cNvPr id="20" name="Footer Placeholder 4"/>
          <p:cNvSpPr>
            <a:spLocks noGrp="1"/>
          </p:cNvSpPr>
          <p:nvPr>
            <p:ph type="ftr" sz="quarter" idx="24"/>
          </p:nvPr>
        </p:nvSpPr>
        <p:spPr/>
        <p:txBody>
          <a:bodyPr/>
          <a:lstStyle>
            <a:lvl1pPr>
              <a:defRPr/>
            </a:lvl1pPr>
          </a:lstStyle>
          <a:p>
            <a:pPr>
              <a:defRPr/>
            </a:pPr>
            <a:r>
              <a:rPr lang="en-US" dirty="0">
                <a:solidFill>
                  <a:srgbClr val="333333"/>
                </a:solidFill>
              </a:rPr>
              <a:t>Confidential and Proprietary</a:t>
            </a:r>
          </a:p>
        </p:txBody>
      </p:sp>
      <p:sp>
        <p:nvSpPr>
          <p:cNvPr id="21" name="Slide Number Placeholder 5"/>
          <p:cNvSpPr>
            <a:spLocks noGrp="1"/>
          </p:cNvSpPr>
          <p:nvPr>
            <p:ph type="sldNum" sz="quarter" idx="25"/>
          </p:nvPr>
        </p:nvSpPr>
        <p:spPr/>
        <p:txBody>
          <a:bodyPr/>
          <a:lstStyle>
            <a:lvl1pPr>
              <a:defRPr/>
            </a:lvl1pPr>
          </a:lstStyle>
          <a:p>
            <a:pPr>
              <a:defRPr/>
            </a:pPr>
            <a:fld id="{9B1ADAAF-B609-47CB-990B-F9608FD3C1C3}" type="slidenum">
              <a:rPr lang="en-US">
                <a:solidFill>
                  <a:srgbClr val="333333"/>
                </a:solidFill>
              </a:rPr>
              <a:pPr>
                <a:defRPr/>
              </a:pPr>
              <a:t>‹#›</a:t>
            </a:fld>
            <a:endParaRPr lang="en-US" dirty="0">
              <a:solidFill>
                <a:srgbClr val="333333"/>
              </a:solidFill>
            </a:endParaRPr>
          </a:p>
        </p:txBody>
      </p:sp>
    </p:spTree>
    <p:extLst>
      <p:ext uri="{BB962C8B-B14F-4D97-AF65-F5344CB8AC3E}">
        <p14:creationId xmlns:p14="http://schemas.microsoft.com/office/powerpoint/2010/main" val="2025765463"/>
      </p:ext>
    </p:extLst>
  </p:cSld>
  <p:clrMapOvr>
    <a:masterClrMapping/>
  </p:clrMapOvr>
  <p:transition spd="slow"/>
</p:sldLayout>
</file>

<file path=ppt/slideLayouts/slideLayout147.xml><?xml version="1.0" encoding="utf-8"?>
<p:sldLayout xmlns:a="http://schemas.openxmlformats.org/drawingml/2006/main" xmlns:r="http://schemas.openxmlformats.org/officeDocument/2006/relationships" xmlns:p="http://schemas.openxmlformats.org/presentationml/2006/main" type="title" preserve="1">
  <p:cSld name="Divider1">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2_Mask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5538791"/>
            <a:ext cx="12192000"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Highmark_2c.png"/>
          <p:cNvPicPr>
            <a:picLocks noChangeAspect="1"/>
          </p:cNvPicPr>
          <p:nvPr/>
        </p:nvPicPr>
        <p:blipFill>
          <a:blip r:embed="rId4">
            <a:extLst>
              <a:ext uri="{28A0092B-C50C-407E-A947-70E740481C1C}">
                <a14:useLocalDpi xmlns:a14="http://schemas.microsoft.com/office/drawing/2010/main" val="0"/>
              </a:ext>
            </a:extLst>
          </a:blip>
          <a:srcRect l="-23283" t="-2" r="-2" b="-124632"/>
          <a:stretch>
            <a:fillRect/>
          </a:stretch>
        </p:blipFill>
        <p:spPr bwMode="auto">
          <a:xfrm>
            <a:off x="1" y="6248400"/>
            <a:ext cx="2343151"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57200" y="2535828"/>
            <a:ext cx="11279717" cy="1181096"/>
          </a:xfrm>
        </p:spPr>
        <p:txBody>
          <a:bodyPr/>
          <a:lstStyle>
            <a:lvl1pPr algn="ctr">
              <a:defRPr>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3819480"/>
            <a:ext cx="11279717"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Footer Placeholder 7"/>
          <p:cNvSpPr>
            <a:spLocks noGrp="1"/>
          </p:cNvSpPr>
          <p:nvPr>
            <p:ph type="ftr" sz="quarter" idx="10"/>
          </p:nvPr>
        </p:nvSpPr>
        <p:spPr>
          <a:xfrm>
            <a:off x="9010671" y="6194429"/>
            <a:ext cx="2738967" cy="365125"/>
          </a:xfrm>
        </p:spPr>
        <p:txBody>
          <a:bodyPr/>
          <a:lstStyle>
            <a:lvl1pPr algn="r">
              <a:defRPr sz="1700"/>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1706501133"/>
      </p:ext>
    </p:extLst>
  </p:cSld>
  <p:clrMapOvr>
    <a:masterClrMapping/>
  </p:clrMapOvr>
  <p:transition spd="slow"/>
</p:sldLayout>
</file>

<file path=ppt/slideLayouts/slideLayout148.xml><?xml version="1.0" encoding="utf-8"?>
<p:sldLayout xmlns:a="http://schemas.openxmlformats.org/drawingml/2006/main" xmlns:r="http://schemas.openxmlformats.org/officeDocument/2006/relationships" xmlns:p="http://schemas.openxmlformats.org/presentationml/2006/main" type="title" preserve="1">
  <p:cSld name="Divider2">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2" descr="\\psf\Host\Volumes\johbee\Documents\01_Freelance_Design\Perspective_Branding\HIGHMARK INSURANCE\exports\Title2_Mask30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5538791"/>
            <a:ext cx="12192000"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psf\Host\Volumes\johbee\Documents\01_Freelance_Design\Perspective_Branding\HIGHMARK INSURANCE\exports\Title3_MaskTop30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
            <a:ext cx="12192000" cy="223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9" descr="Highmark_2c.png"/>
          <p:cNvPicPr>
            <a:picLocks noChangeAspect="1"/>
          </p:cNvPicPr>
          <p:nvPr/>
        </p:nvPicPr>
        <p:blipFill>
          <a:blip r:embed="rId5">
            <a:extLst>
              <a:ext uri="{28A0092B-C50C-407E-A947-70E740481C1C}">
                <a14:useLocalDpi xmlns:a14="http://schemas.microsoft.com/office/drawing/2010/main" val="0"/>
              </a:ext>
            </a:extLst>
          </a:blip>
          <a:srcRect l="-23283" t="-2" r="-2" b="-124632"/>
          <a:stretch>
            <a:fillRect/>
          </a:stretch>
        </p:blipFill>
        <p:spPr bwMode="auto">
          <a:xfrm>
            <a:off x="1" y="6248400"/>
            <a:ext cx="2343151"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57200" y="3414881"/>
            <a:ext cx="11279717" cy="1056917"/>
          </a:xfrm>
        </p:spPr>
        <p:txBody>
          <a:bodyPr/>
          <a:lstStyle>
            <a:lvl1pPr algn="ctr">
              <a:defRPr>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457200" y="4538154"/>
            <a:ext cx="11291472" cy="412715"/>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Footer Placeholder 7"/>
          <p:cNvSpPr>
            <a:spLocks noGrp="1"/>
          </p:cNvSpPr>
          <p:nvPr>
            <p:ph type="ftr" sz="quarter" idx="10"/>
          </p:nvPr>
        </p:nvSpPr>
        <p:spPr>
          <a:xfrm>
            <a:off x="9010671" y="6194429"/>
            <a:ext cx="2738967" cy="365125"/>
          </a:xfrm>
        </p:spPr>
        <p:txBody>
          <a:bodyPr/>
          <a:lstStyle>
            <a:lvl1pPr algn="r">
              <a:defRPr sz="1700"/>
            </a:lvl1pPr>
          </a:lstStyle>
          <a:p>
            <a:pPr>
              <a:defRPr/>
            </a:pPr>
            <a:r>
              <a:rPr lang="en-US" dirty="0">
                <a:solidFill>
                  <a:srgbClr val="333333"/>
                </a:solidFill>
              </a:rPr>
              <a:t>Confidential and Proprietary</a:t>
            </a:r>
          </a:p>
        </p:txBody>
      </p:sp>
    </p:spTree>
    <p:extLst>
      <p:ext uri="{BB962C8B-B14F-4D97-AF65-F5344CB8AC3E}">
        <p14:creationId xmlns:p14="http://schemas.microsoft.com/office/powerpoint/2010/main" val="4155267840"/>
      </p:ext>
    </p:extLst>
  </p:cSld>
  <p:clrMapOvr>
    <a:masterClrMapping/>
  </p:clrMapOvr>
  <p:transition spd="slow"/>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4"/>
          <p:cNvSpPr>
            <a:spLocks noGrp="1"/>
          </p:cNvSpPr>
          <p:nvPr>
            <p:ph type="ftr" sz="quarter" idx="10"/>
          </p:nvPr>
        </p:nvSpPr>
        <p:spPr/>
        <p:txBody>
          <a:bodyPr/>
          <a:lstStyle>
            <a:lvl1pPr>
              <a:defRPr/>
            </a:lvl1pPr>
          </a:lstStyle>
          <a:p>
            <a:pPr>
              <a:defRPr/>
            </a:pPr>
            <a:r>
              <a:rPr lang="en-US" dirty="0">
                <a:solidFill>
                  <a:srgbClr val="333333"/>
                </a:solidFill>
              </a:rPr>
              <a:t>Confidential and Proprietary</a:t>
            </a:r>
          </a:p>
        </p:txBody>
      </p:sp>
      <p:sp>
        <p:nvSpPr>
          <p:cNvPr id="4" name="Slide Number Placeholder 5"/>
          <p:cNvSpPr>
            <a:spLocks noGrp="1"/>
          </p:cNvSpPr>
          <p:nvPr>
            <p:ph type="sldNum" sz="quarter" idx="11"/>
          </p:nvPr>
        </p:nvSpPr>
        <p:spPr/>
        <p:txBody>
          <a:bodyPr/>
          <a:lstStyle>
            <a:lvl1pPr>
              <a:defRPr/>
            </a:lvl1pPr>
          </a:lstStyle>
          <a:p>
            <a:pPr>
              <a:defRPr/>
            </a:pPr>
            <a:fld id="{87CB895D-FC74-4D3E-A21D-32FAEA6E538B}" type="slidenum">
              <a:rPr lang="en-US">
                <a:solidFill>
                  <a:srgbClr val="333333"/>
                </a:solidFill>
              </a:rPr>
              <a:pPr>
                <a:defRPr/>
              </a:pPr>
              <a:t>‹#›</a:t>
            </a:fld>
            <a:endParaRPr lang="en-US" dirty="0">
              <a:solidFill>
                <a:srgbClr val="333333"/>
              </a:solidFill>
            </a:endParaRPr>
          </a:p>
        </p:txBody>
      </p:sp>
    </p:spTree>
    <p:extLst>
      <p:ext uri="{BB962C8B-B14F-4D97-AF65-F5344CB8AC3E}">
        <p14:creationId xmlns:p14="http://schemas.microsoft.com/office/powerpoint/2010/main" val="2119482172"/>
      </p:ext>
    </p:extLst>
  </p:cSld>
  <p:clrMapOvr>
    <a:masterClrMapping/>
  </p:clrMapOvr>
  <p:transition spd="slow"/>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r>
              <a:rPr lang="en-US" dirty="0">
                <a:solidFill>
                  <a:srgbClr val="333333"/>
                </a:solidFill>
              </a:rPr>
              <a:t>Confidential and Proprietary</a:t>
            </a:r>
          </a:p>
        </p:txBody>
      </p:sp>
      <p:sp>
        <p:nvSpPr>
          <p:cNvPr id="3" name="Slide Number Placeholder 5"/>
          <p:cNvSpPr>
            <a:spLocks noGrp="1"/>
          </p:cNvSpPr>
          <p:nvPr>
            <p:ph type="sldNum" sz="quarter" idx="11"/>
          </p:nvPr>
        </p:nvSpPr>
        <p:spPr/>
        <p:txBody>
          <a:bodyPr/>
          <a:lstStyle>
            <a:lvl1pPr>
              <a:defRPr/>
            </a:lvl1pPr>
          </a:lstStyle>
          <a:p>
            <a:pPr>
              <a:defRPr/>
            </a:pPr>
            <a:fld id="{409B1D46-CC44-49A5-AC6B-BD5DBEB674F8}" type="slidenum">
              <a:rPr lang="en-US">
                <a:solidFill>
                  <a:srgbClr val="333333"/>
                </a:solidFill>
              </a:rPr>
              <a:pPr>
                <a:defRPr/>
              </a:pPr>
              <a:t>‹#›</a:t>
            </a:fld>
            <a:endParaRPr lang="en-US" dirty="0">
              <a:solidFill>
                <a:srgbClr val="333333"/>
              </a:solidFill>
            </a:endParaRPr>
          </a:p>
        </p:txBody>
      </p:sp>
    </p:spTree>
    <p:extLst>
      <p:ext uri="{BB962C8B-B14F-4D97-AF65-F5344CB8AC3E}">
        <p14:creationId xmlns:p14="http://schemas.microsoft.com/office/powerpoint/2010/main" val="1857135935"/>
      </p:ext>
    </p:extLst>
  </p:cSld>
  <p:clrMapOvr>
    <a:masterClrMapping/>
  </p:clrMapOvr>
  <p:transition spd="slow"/>
</p:sldLayout>
</file>

<file path=ppt/slideLayouts/slideLayout151.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0" y="3"/>
            <a:ext cx="12192000" cy="1039197"/>
          </a:xfrm>
          <a:prstGeom prst="rect">
            <a:avLst/>
          </a:prstGeom>
          <a:solidFill>
            <a:srgbClr val="249DD7"/>
          </a:solidFill>
          <a:ln>
            <a:noFill/>
          </a:ln>
        </p:spPr>
        <p:txBody>
          <a:bodyPr lIns="91425" tIns="91425" rIns="91425" bIns="91425" anchor="ctr" anchorCtr="0"/>
          <a:lstStyle>
            <a:lvl1pPr marL="0" marR="0" lvl="0" indent="0" algn="l" rtl="0">
              <a:lnSpc>
                <a:spcPct val="90000"/>
              </a:lnSpc>
              <a:spcBef>
                <a:spcPts val="0"/>
              </a:spcBef>
              <a:spcAft>
                <a:spcPts val="0"/>
              </a:spcAft>
              <a:buClr>
                <a:srgbClr val="FFFFFF"/>
              </a:buClr>
              <a:buFont typeface="Roboto"/>
              <a:buNone/>
              <a:defRPr sz="3200" b="1" i="0" u="none" strike="noStrike" cap="none">
                <a:solidFill>
                  <a:srgbClr val="FFFFFF"/>
                </a:solidFill>
                <a:latin typeface="Roboto"/>
                <a:ea typeface="Roboto"/>
                <a:cs typeface="Roboto"/>
                <a:sym typeface="Roboto"/>
              </a:defRPr>
            </a:lvl1pPr>
            <a:lvl2pPr marL="0" marR="0" lvl="1" indent="0" algn="l" rtl="0">
              <a:lnSpc>
                <a:spcPct val="90000"/>
              </a:lnSpc>
              <a:spcBef>
                <a:spcPts val="0"/>
              </a:spcBef>
              <a:spcAft>
                <a:spcPts val="0"/>
              </a:spcAft>
              <a:buClr>
                <a:srgbClr val="249DD7"/>
              </a:buClr>
              <a:buFont typeface="Roboto"/>
              <a:buNone/>
              <a:defRPr sz="3200" b="0" i="0" u="none" strike="noStrike" cap="none">
                <a:solidFill>
                  <a:srgbClr val="249DD7"/>
                </a:solidFill>
                <a:latin typeface="Roboto"/>
                <a:ea typeface="Roboto"/>
                <a:cs typeface="Roboto"/>
                <a:sym typeface="Roboto"/>
              </a:defRPr>
            </a:lvl2pPr>
            <a:lvl3pPr marL="0" marR="0" lvl="2" indent="0" algn="l" rtl="0">
              <a:lnSpc>
                <a:spcPct val="90000"/>
              </a:lnSpc>
              <a:spcBef>
                <a:spcPts val="0"/>
              </a:spcBef>
              <a:spcAft>
                <a:spcPts val="0"/>
              </a:spcAft>
              <a:buClr>
                <a:srgbClr val="249DD7"/>
              </a:buClr>
              <a:buFont typeface="Roboto"/>
              <a:buNone/>
              <a:defRPr sz="3200" b="0" i="0" u="none" strike="noStrike" cap="none">
                <a:solidFill>
                  <a:srgbClr val="249DD7"/>
                </a:solidFill>
                <a:latin typeface="Roboto"/>
                <a:ea typeface="Roboto"/>
                <a:cs typeface="Roboto"/>
                <a:sym typeface="Roboto"/>
              </a:defRPr>
            </a:lvl3pPr>
            <a:lvl4pPr marL="0" marR="0" lvl="3" indent="0" algn="l" rtl="0">
              <a:lnSpc>
                <a:spcPct val="90000"/>
              </a:lnSpc>
              <a:spcBef>
                <a:spcPts val="0"/>
              </a:spcBef>
              <a:spcAft>
                <a:spcPts val="0"/>
              </a:spcAft>
              <a:buClr>
                <a:srgbClr val="249DD7"/>
              </a:buClr>
              <a:buFont typeface="Roboto"/>
              <a:buNone/>
              <a:defRPr sz="3200" b="0" i="0" u="none" strike="noStrike" cap="none">
                <a:solidFill>
                  <a:srgbClr val="249DD7"/>
                </a:solidFill>
                <a:latin typeface="Roboto"/>
                <a:ea typeface="Roboto"/>
                <a:cs typeface="Roboto"/>
                <a:sym typeface="Roboto"/>
              </a:defRPr>
            </a:lvl4pPr>
            <a:lvl5pPr marL="0" marR="0" lvl="4" indent="0" algn="l" rtl="0">
              <a:lnSpc>
                <a:spcPct val="90000"/>
              </a:lnSpc>
              <a:spcBef>
                <a:spcPts val="0"/>
              </a:spcBef>
              <a:spcAft>
                <a:spcPts val="0"/>
              </a:spcAft>
              <a:buClr>
                <a:srgbClr val="249DD7"/>
              </a:buClr>
              <a:buFont typeface="Roboto"/>
              <a:buNone/>
              <a:defRPr sz="3200" b="0" i="0" u="none" strike="noStrike" cap="none">
                <a:solidFill>
                  <a:srgbClr val="249DD7"/>
                </a:solidFill>
                <a:latin typeface="Roboto"/>
                <a:ea typeface="Roboto"/>
                <a:cs typeface="Roboto"/>
                <a:sym typeface="Roboto"/>
              </a:defRPr>
            </a:lvl5pPr>
            <a:lvl6pPr marL="0" marR="0" lvl="5" indent="0" algn="l" rtl="0">
              <a:lnSpc>
                <a:spcPct val="90000"/>
              </a:lnSpc>
              <a:spcBef>
                <a:spcPts val="0"/>
              </a:spcBef>
              <a:spcAft>
                <a:spcPts val="0"/>
              </a:spcAft>
              <a:buClr>
                <a:srgbClr val="249DD7"/>
              </a:buClr>
              <a:buFont typeface="Roboto"/>
              <a:buNone/>
              <a:defRPr sz="3200" b="0" i="0" u="none" strike="noStrike" cap="none">
                <a:solidFill>
                  <a:srgbClr val="249DD7"/>
                </a:solidFill>
                <a:latin typeface="Roboto"/>
                <a:ea typeface="Roboto"/>
                <a:cs typeface="Roboto"/>
                <a:sym typeface="Roboto"/>
              </a:defRPr>
            </a:lvl6pPr>
            <a:lvl7pPr marL="0" marR="0" lvl="6" indent="0" algn="l" rtl="0">
              <a:lnSpc>
                <a:spcPct val="90000"/>
              </a:lnSpc>
              <a:spcBef>
                <a:spcPts val="0"/>
              </a:spcBef>
              <a:spcAft>
                <a:spcPts val="0"/>
              </a:spcAft>
              <a:buClr>
                <a:srgbClr val="249DD7"/>
              </a:buClr>
              <a:buFont typeface="Roboto"/>
              <a:buNone/>
              <a:defRPr sz="3200" b="0" i="0" u="none" strike="noStrike" cap="none">
                <a:solidFill>
                  <a:srgbClr val="249DD7"/>
                </a:solidFill>
                <a:latin typeface="Roboto"/>
                <a:ea typeface="Roboto"/>
                <a:cs typeface="Roboto"/>
                <a:sym typeface="Roboto"/>
              </a:defRPr>
            </a:lvl7pPr>
            <a:lvl8pPr marL="0" marR="0" lvl="7" indent="0" algn="l" rtl="0">
              <a:lnSpc>
                <a:spcPct val="90000"/>
              </a:lnSpc>
              <a:spcBef>
                <a:spcPts val="0"/>
              </a:spcBef>
              <a:spcAft>
                <a:spcPts val="0"/>
              </a:spcAft>
              <a:buClr>
                <a:srgbClr val="249DD7"/>
              </a:buClr>
              <a:buFont typeface="Roboto"/>
              <a:buNone/>
              <a:defRPr sz="3200" b="0" i="0" u="none" strike="noStrike" cap="none">
                <a:solidFill>
                  <a:srgbClr val="249DD7"/>
                </a:solidFill>
                <a:latin typeface="Roboto"/>
                <a:ea typeface="Roboto"/>
                <a:cs typeface="Roboto"/>
                <a:sym typeface="Roboto"/>
              </a:defRPr>
            </a:lvl8pPr>
            <a:lvl9pPr marL="0" marR="0" lvl="8" indent="0" algn="l" rtl="0">
              <a:lnSpc>
                <a:spcPct val="90000"/>
              </a:lnSpc>
              <a:spcBef>
                <a:spcPts val="0"/>
              </a:spcBef>
              <a:spcAft>
                <a:spcPts val="0"/>
              </a:spcAft>
              <a:buClr>
                <a:srgbClr val="249DD7"/>
              </a:buClr>
              <a:buFont typeface="Roboto"/>
              <a:buNone/>
              <a:defRPr sz="3200" b="0" i="0" u="none" strike="noStrike" cap="none">
                <a:solidFill>
                  <a:srgbClr val="249DD7"/>
                </a:solidFill>
                <a:latin typeface="Roboto"/>
                <a:ea typeface="Roboto"/>
                <a:cs typeface="Roboto"/>
                <a:sym typeface="Roboto"/>
              </a:defRPr>
            </a:lvl9pPr>
          </a:lstStyle>
          <a:p>
            <a:endParaRPr/>
          </a:p>
        </p:txBody>
      </p:sp>
      <p:sp>
        <p:nvSpPr>
          <p:cNvPr id="19" name="Shape 19"/>
          <p:cNvSpPr txBox="1">
            <a:spLocks noGrp="1"/>
          </p:cNvSpPr>
          <p:nvPr>
            <p:ph type="body" idx="1"/>
          </p:nvPr>
        </p:nvSpPr>
        <p:spPr>
          <a:xfrm>
            <a:off x="259825" y="1623059"/>
            <a:ext cx="11593199" cy="4712800"/>
          </a:xfrm>
          <a:prstGeom prst="rect">
            <a:avLst/>
          </a:prstGeom>
          <a:noFill/>
          <a:ln>
            <a:noFill/>
          </a:ln>
        </p:spPr>
        <p:txBody>
          <a:bodyPr lIns="91425" tIns="91425" rIns="91425" bIns="91425" anchor="t" anchorCtr="0"/>
          <a:lstStyle>
            <a:lvl1pPr marL="60323" marR="0" lvl="0" indent="180977" algn="l" rtl="0">
              <a:lnSpc>
                <a:spcPct val="95000"/>
              </a:lnSpc>
              <a:spcBef>
                <a:spcPts val="1300"/>
              </a:spcBef>
              <a:spcAft>
                <a:spcPts val="0"/>
              </a:spcAft>
              <a:buClr>
                <a:srgbClr val="40474E"/>
              </a:buClr>
              <a:buSzPct val="100000"/>
              <a:buFont typeface="Helvetica Neue"/>
              <a:buChar char=" "/>
              <a:defRPr sz="2000" b="0" i="0" u="none" strike="noStrike" cap="none">
                <a:solidFill>
                  <a:srgbClr val="40474E"/>
                </a:solidFill>
                <a:latin typeface="Roboto"/>
                <a:ea typeface="Roboto"/>
                <a:cs typeface="Roboto"/>
                <a:sym typeface="Roboto"/>
              </a:defRPr>
            </a:lvl1pPr>
            <a:lvl2pPr marL="247284" marR="0" lvl="1" indent="13065" algn="l" rtl="0">
              <a:lnSpc>
                <a:spcPct val="95000"/>
              </a:lnSpc>
              <a:spcBef>
                <a:spcPts val="1300"/>
              </a:spcBef>
              <a:spcAft>
                <a:spcPts val="0"/>
              </a:spcAft>
              <a:buClr>
                <a:srgbClr val="40474E"/>
              </a:buClr>
              <a:buSzPct val="85000"/>
              <a:buFont typeface="Helvetica Neue"/>
              <a:buChar char="•"/>
              <a:defRPr sz="2000" b="0" i="0" u="none" strike="noStrike" cap="none">
                <a:solidFill>
                  <a:srgbClr val="40474E"/>
                </a:solidFill>
                <a:latin typeface="Roboto"/>
                <a:ea typeface="Roboto"/>
                <a:cs typeface="Roboto"/>
                <a:sym typeface="Roboto"/>
              </a:defRPr>
            </a:lvl2pPr>
            <a:lvl3pPr marL="461407" marR="0" lvl="2" indent="8492" algn="l" rtl="0">
              <a:lnSpc>
                <a:spcPct val="95000"/>
              </a:lnSpc>
              <a:spcBef>
                <a:spcPts val="1300"/>
              </a:spcBef>
              <a:spcAft>
                <a:spcPts val="0"/>
              </a:spcAft>
              <a:buClr>
                <a:srgbClr val="40474E"/>
              </a:buClr>
              <a:buSzPct val="100000"/>
              <a:buFont typeface="Helvetica Neue"/>
              <a:buChar char="—"/>
              <a:defRPr sz="2000" b="0" i="0" u="none" strike="noStrike" cap="none">
                <a:solidFill>
                  <a:srgbClr val="40474E"/>
                </a:solidFill>
                <a:latin typeface="Roboto"/>
                <a:ea typeface="Roboto"/>
                <a:cs typeface="Roboto"/>
                <a:sym typeface="Roboto"/>
              </a:defRPr>
            </a:lvl3pPr>
            <a:lvl4pPr marL="579041" marR="0" lvl="3" indent="24208" algn="l" rtl="0">
              <a:lnSpc>
                <a:spcPct val="95000"/>
              </a:lnSpc>
              <a:spcBef>
                <a:spcPts val="1300"/>
              </a:spcBef>
              <a:spcAft>
                <a:spcPts val="0"/>
              </a:spcAft>
              <a:buClr>
                <a:srgbClr val="40474E"/>
              </a:buClr>
              <a:buSzPct val="85000"/>
              <a:buFont typeface="Helvetica Neue"/>
              <a:buChar char="•"/>
              <a:defRPr sz="2000" b="0" i="0" u="none" strike="noStrike" cap="none">
                <a:solidFill>
                  <a:srgbClr val="40474E"/>
                </a:solidFill>
                <a:latin typeface="Roboto"/>
                <a:ea typeface="Roboto"/>
                <a:cs typeface="Roboto"/>
                <a:sym typeface="Roboto"/>
              </a:defRPr>
            </a:lvl4pPr>
            <a:lvl5pPr marL="725307" marR="0" lvl="4" indent="-7756" algn="l" rtl="0">
              <a:lnSpc>
                <a:spcPct val="95000"/>
              </a:lnSpc>
              <a:spcBef>
                <a:spcPts val="1300"/>
              </a:spcBef>
              <a:spcAft>
                <a:spcPts val="0"/>
              </a:spcAft>
              <a:buClr>
                <a:srgbClr val="40474E"/>
              </a:buClr>
              <a:buSzPct val="85000"/>
              <a:buFont typeface="Helvetica Neue"/>
              <a:buChar char="•"/>
              <a:defRPr sz="2000" b="0" i="0" u="none" strike="noStrike" cap="none">
                <a:solidFill>
                  <a:srgbClr val="40474E"/>
                </a:solidFill>
                <a:latin typeface="Roboto"/>
                <a:ea typeface="Roboto"/>
                <a:cs typeface="Roboto"/>
                <a:sym typeface="Roboto"/>
              </a:defRPr>
            </a:lvl5pPr>
            <a:lvl6pPr marL="722421" marR="0" lvl="5" indent="-4871" algn="l" rtl="0">
              <a:lnSpc>
                <a:spcPct val="95000"/>
              </a:lnSpc>
              <a:spcBef>
                <a:spcPts val="1300"/>
              </a:spcBef>
              <a:spcAft>
                <a:spcPts val="0"/>
              </a:spcAft>
              <a:buClr>
                <a:srgbClr val="40474E"/>
              </a:buClr>
              <a:buSzPct val="85000"/>
              <a:buFont typeface="Helvetica Neue"/>
              <a:buChar char="•"/>
              <a:defRPr sz="2000" b="0" i="0" u="none" strike="noStrike" cap="none">
                <a:solidFill>
                  <a:srgbClr val="40474E"/>
                </a:solidFill>
                <a:latin typeface="Roboto"/>
                <a:ea typeface="Roboto"/>
                <a:cs typeface="Roboto"/>
                <a:sym typeface="Roboto"/>
              </a:defRPr>
            </a:lvl6pPr>
            <a:lvl7pPr marL="722421" marR="0" lvl="6" indent="-4871" algn="l" rtl="0">
              <a:lnSpc>
                <a:spcPct val="95000"/>
              </a:lnSpc>
              <a:spcBef>
                <a:spcPts val="1300"/>
              </a:spcBef>
              <a:spcAft>
                <a:spcPts val="0"/>
              </a:spcAft>
              <a:buClr>
                <a:srgbClr val="40474E"/>
              </a:buClr>
              <a:buSzPct val="85000"/>
              <a:buFont typeface="Helvetica Neue"/>
              <a:buChar char="•"/>
              <a:defRPr sz="2000" b="0" i="0" u="none" strike="noStrike" cap="none">
                <a:solidFill>
                  <a:srgbClr val="40474E"/>
                </a:solidFill>
                <a:latin typeface="Roboto"/>
                <a:ea typeface="Roboto"/>
                <a:cs typeface="Roboto"/>
                <a:sym typeface="Roboto"/>
              </a:defRPr>
            </a:lvl7pPr>
            <a:lvl8pPr marL="722421" marR="0" lvl="7" indent="-4871" algn="l" rtl="0">
              <a:lnSpc>
                <a:spcPct val="95000"/>
              </a:lnSpc>
              <a:spcBef>
                <a:spcPts val="1300"/>
              </a:spcBef>
              <a:spcAft>
                <a:spcPts val="0"/>
              </a:spcAft>
              <a:buClr>
                <a:srgbClr val="40474E"/>
              </a:buClr>
              <a:buSzPct val="85000"/>
              <a:buFont typeface="Helvetica Neue"/>
              <a:buChar char="•"/>
              <a:defRPr sz="2000" b="0" i="0" u="none" strike="noStrike" cap="none">
                <a:solidFill>
                  <a:srgbClr val="40474E"/>
                </a:solidFill>
                <a:latin typeface="Roboto"/>
                <a:ea typeface="Roboto"/>
                <a:cs typeface="Roboto"/>
                <a:sym typeface="Roboto"/>
              </a:defRPr>
            </a:lvl8pPr>
            <a:lvl9pPr marL="0" marR="0" lvl="8" indent="3644900" algn="l" rtl="0">
              <a:lnSpc>
                <a:spcPct val="95000"/>
              </a:lnSpc>
              <a:spcBef>
                <a:spcPts val="1300"/>
              </a:spcBef>
              <a:spcAft>
                <a:spcPts val="0"/>
              </a:spcAft>
              <a:buClr>
                <a:srgbClr val="40474E"/>
              </a:buClr>
              <a:buFont typeface="Helvetica Neue"/>
              <a:buNone/>
              <a:defRPr sz="2000" b="0" i="0" u="none" strike="noStrike" cap="none">
                <a:solidFill>
                  <a:srgbClr val="40474E"/>
                </a:solidFill>
                <a:latin typeface="Roboto"/>
                <a:ea typeface="Roboto"/>
                <a:cs typeface="Roboto"/>
                <a:sym typeface="Roboto"/>
              </a:defRPr>
            </a:lvl9pPr>
          </a:lstStyle>
          <a:p>
            <a:endParaRPr/>
          </a:p>
        </p:txBody>
      </p:sp>
      <p:sp>
        <p:nvSpPr>
          <p:cNvPr id="20" name="Shape 20"/>
          <p:cNvSpPr txBox="1">
            <a:spLocks noGrp="1"/>
          </p:cNvSpPr>
          <p:nvPr>
            <p:ph type="sldNum" idx="12"/>
          </p:nvPr>
        </p:nvSpPr>
        <p:spPr>
          <a:xfrm>
            <a:off x="11278962" y="6187061"/>
            <a:ext cx="731599" cy="524800"/>
          </a:xfrm>
          <a:prstGeom prst="rect">
            <a:avLst/>
          </a:prstGeom>
          <a:noFill/>
          <a:ln>
            <a:noFill/>
          </a:ln>
        </p:spPr>
        <p:txBody>
          <a:bodyPr lIns="91425" tIns="91425" rIns="91425" bIns="91425" anchor="ctr" anchorCtr="0">
            <a:noAutofit/>
          </a:bodyPr>
          <a:lstStyle/>
          <a:p>
            <a:pPr>
              <a:buClr>
                <a:srgbClr val="595959"/>
              </a:buClr>
              <a:buSzPct val="25000"/>
              <a:buFont typeface="Proxima Nova"/>
              <a:buNone/>
            </a:pPr>
            <a:fld id="{00000000-1234-1234-1234-123412341234}" type="slidenum">
              <a:rPr lang="en" sz="900">
                <a:solidFill>
                  <a:srgbClr val="595959"/>
                </a:solidFill>
                <a:latin typeface="Proxima Nova"/>
                <a:ea typeface="Proxima Nova"/>
                <a:cs typeface="Proxima Nova"/>
                <a:sym typeface="Proxima Nova"/>
              </a:rPr>
              <a:pPr>
                <a:buClr>
                  <a:srgbClr val="595959"/>
                </a:buClr>
                <a:buSzPct val="25000"/>
                <a:buFont typeface="Proxima Nova"/>
                <a:buNone/>
              </a:pPr>
              <a:t>‹#›</a:t>
            </a:fld>
            <a:endParaRPr lang="en" sz="900">
              <a:solidFill>
                <a:srgbClr val="595959"/>
              </a:solidFill>
              <a:latin typeface="Proxima Nova"/>
              <a:ea typeface="Proxima Nova"/>
              <a:cs typeface="Proxima Nova"/>
              <a:sym typeface="Proxima Nova"/>
            </a:endParaRPr>
          </a:p>
        </p:txBody>
      </p:sp>
    </p:spTree>
    <p:extLst>
      <p:ext uri="{BB962C8B-B14F-4D97-AF65-F5344CB8AC3E}">
        <p14:creationId xmlns:p14="http://schemas.microsoft.com/office/powerpoint/2010/main" val="29262013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ags" Target="../tags/tag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2.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40"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vmlDrawing" Target="../drawings/vmlDrawing1.v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9.xml"/><Relationship Id="rId18" Type="http://schemas.openxmlformats.org/officeDocument/2006/relationships/slideLayout" Target="../slideLayouts/slideLayout54.xml"/><Relationship Id="rId26" Type="http://schemas.openxmlformats.org/officeDocument/2006/relationships/slideLayout" Target="../slideLayouts/slideLayout62.xml"/><Relationship Id="rId39" Type="http://schemas.openxmlformats.org/officeDocument/2006/relationships/slideLayout" Target="../slideLayouts/slideLayout75.xml"/><Relationship Id="rId21" Type="http://schemas.openxmlformats.org/officeDocument/2006/relationships/slideLayout" Target="../slideLayouts/slideLayout57.xml"/><Relationship Id="rId34" Type="http://schemas.openxmlformats.org/officeDocument/2006/relationships/slideLayout" Target="../slideLayouts/slideLayout70.xml"/><Relationship Id="rId42" Type="http://schemas.openxmlformats.org/officeDocument/2006/relationships/slideLayout" Target="../slideLayouts/slideLayout78.xml"/><Relationship Id="rId47" Type="http://schemas.openxmlformats.org/officeDocument/2006/relationships/oleObject" Target="../embeddings/oleObject5.bin"/><Relationship Id="rId7" Type="http://schemas.openxmlformats.org/officeDocument/2006/relationships/slideLayout" Target="../slideLayouts/slideLayout43.xml"/><Relationship Id="rId2" Type="http://schemas.openxmlformats.org/officeDocument/2006/relationships/slideLayout" Target="../slideLayouts/slideLayout38.xml"/><Relationship Id="rId16" Type="http://schemas.openxmlformats.org/officeDocument/2006/relationships/slideLayout" Target="../slideLayouts/slideLayout52.xml"/><Relationship Id="rId29" Type="http://schemas.openxmlformats.org/officeDocument/2006/relationships/slideLayout" Target="../slideLayouts/slideLayout65.xml"/><Relationship Id="rId11" Type="http://schemas.openxmlformats.org/officeDocument/2006/relationships/slideLayout" Target="../slideLayouts/slideLayout47.xml"/><Relationship Id="rId24" Type="http://schemas.openxmlformats.org/officeDocument/2006/relationships/slideLayout" Target="../slideLayouts/slideLayout60.xml"/><Relationship Id="rId32" Type="http://schemas.openxmlformats.org/officeDocument/2006/relationships/slideLayout" Target="../slideLayouts/slideLayout68.xml"/><Relationship Id="rId37" Type="http://schemas.openxmlformats.org/officeDocument/2006/relationships/slideLayout" Target="../slideLayouts/slideLayout73.xml"/><Relationship Id="rId40" Type="http://schemas.openxmlformats.org/officeDocument/2006/relationships/slideLayout" Target="../slideLayouts/slideLayout76.xml"/><Relationship Id="rId45" Type="http://schemas.openxmlformats.org/officeDocument/2006/relationships/tags" Target="../tags/tag5.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28" Type="http://schemas.openxmlformats.org/officeDocument/2006/relationships/slideLayout" Target="../slideLayouts/slideLayout64.xml"/><Relationship Id="rId36" Type="http://schemas.openxmlformats.org/officeDocument/2006/relationships/slideLayout" Target="../slideLayouts/slideLayout72.xml"/><Relationship Id="rId49" Type="http://schemas.openxmlformats.org/officeDocument/2006/relationships/image" Target="../media/image2.png"/><Relationship Id="rId10" Type="http://schemas.openxmlformats.org/officeDocument/2006/relationships/slideLayout" Target="../slideLayouts/slideLayout46.xml"/><Relationship Id="rId19" Type="http://schemas.openxmlformats.org/officeDocument/2006/relationships/slideLayout" Target="../slideLayouts/slideLayout55.xml"/><Relationship Id="rId31" Type="http://schemas.openxmlformats.org/officeDocument/2006/relationships/slideLayout" Target="../slideLayouts/slideLayout67.xml"/><Relationship Id="rId44" Type="http://schemas.openxmlformats.org/officeDocument/2006/relationships/vmlDrawing" Target="../drawings/vmlDrawing5.v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 Id="rId27" Type="http://schemas.openxmlformats.org/officeDocument/2006/relationships/slideLayout" Target="../slideLayouts/slideLayout63.xml"/><Relationship Id="rId30" Type="http://schemas.openxmlformats.org/officeDocument/2006/relationships/slideLayout" Target="../slideLayouts/slideLayout66.xml"/><Relationship Id="rId35" Type="http://schemas.openxmlformats.org/officeDocument/2006/relationships/slideLayout" Target="../slideLayouts/slideLayout71.xml"/><Relationship Id="rId43" Type="http://schemas.openxmlformats.org/officeDocument/2006/relationships/theme" Target="../theme/theme2.xml"/><Relationship Id="rId48" Type="http://schemas.openxmlformats.org/officeDocument/2006/relationships/image" Target="../media/image1.emf"/><Relationship Id="rId8" Type="http://schemas.openxmlformats.org/officeDocument/2006/relationships/slideLayout" Target="../slideLayouts/slideLayout44.xml"/><Relationship Id="rId3" Type="http://schemas.openxmlformats.org/officeDocument/2006/relationships/slideLayout" Target="../slideLayouts/slideLayout39.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5" Type="http://schemas.openxmlformats.org/officeDocument/2006/relationships/slideLayout" Target="../slideLayouts/slideLayout61.xml"/><Relationship Id="rId33" Type="http://schemas.openxmlformats.org/officeDocument/2006/relationships/slideLayout" Target="../slideLayouts/slideLayout69.xml"/><Relationship Id="rId38" Type="http://schemas.openxmlformats.org/officeDocument/2006/relationships/slideLayout" Target="../slideLayouts/slideLayout74.xml"/><Relationship Id="rId46" Type="http://schemas.openxmlformats.org/officeDocument/2006/relationships/tags" Target="../tags/tag6.xml"/><Relationship Id="rId20" Type="http://schemas.openxmlformats.org/officeDocument/2006/relationships/slideLayout" Target="../slideLayouts/slideLayout56.xml"/><Relationship Id="rId41" Type="http://schemas.openxmlformats.org/officeDocument/2006/relationships/slideLayout" Target="../slideLayouts/slideLayout77.xml"/><Relationship Id="rId1" Type="http://schemas.openxmlformats.org/officeDocument/2006/relationships/slideLayout" Target="../slideLayouts/slideLayout37.xml"/><Relationship Id="rId6" Type="http://schemas.openxmlformats.org/officeDocument/2006/relationships/slideLayout" Target="../slideLayouts/slideLayout4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1.xml"/><Relationship Id="rId18" Type="http://schemas.openxmlformats.org/officeDocument/2006/relationships/slideLayout" Target="../slideLayouts/slideLayout96.xml"/><Relationship Id="rId26" Type="http://schemas.openxmlformats.org/officeDocument/2006/relationships/slideLayout" Target="../slideLayouts/slideLayout104.xml"/><Relationship Id="rId3" Type="http://schemas.openxmlformats.org/officeDocument/2006/relationships/slideLayout" Target="../slideLayouts/slideLayout81.xml"/><Relationship Id="rId21" Type="http://schemas.openxmlformats.org/officeDocument/2006/relationships/slideLayout" Target="../slideLayouts/slideLayout99.xml"/><Relationship Id="rId34" Type="http://schemas.openxmlformats.org/officeDocument/2006/relationships/slideLayout" Target="../slideLayouts/slideLayout112.xml"/><Relationship Id="rId7" Type="http://schemas.openxmlformats.org/officeDocument/2006/relationships/slideLayout" Target="../slideLayouts/slideLayout85.xml"/><Relationship Id="rId12" Type="http://schemas.openxmlformats.org/officeDocument/2006/relationships/slideLayout" Target="../slideLayouts/slideLayout90.xml"/><Relationship Id="rId17" Type="http://schemas.openxmlformats.org/officeDocument/2006/relationships/slideLayout" Target="../slideLayouts/slideLayout95.xml"/><Relationship Id="rId25" Type="http://schemas.openxmlformats.org/officeDocument/2006/relationships/slideLayout" Target="../slideLayouts/slideLayout103.xml"/><Relationship Id="rId33" Type="http://schemas.openxmlformats.org/officeDocument/2006/relationships/slideLayout" Target="../slideLayouts/slideLayout111.xml"/><Relationship Id="rId2" Type="http://schemas.openxmlformats.org/officeDocument/2006/relationships/slideLayout" Target="../slideLayouts/slideLayout80.xml"/><Relationship Id="rId16" Type="http://schemas.openxmlformats.org/officeDocument/2006/relationships/slideLayout" Target="../slideLayouts/slideLayout94.xml"/><Relationship Id="rId20" Type="http://schemas.openxmlformats.org/officeDocument/2006/relationships/slideLayout" Target="../slideLayouts/slideLayout98.xml"/><Relationship Id="rId29" Type="http://schemas.openxmlformats.org/officeDocument/2006/relationships/slideLayout" Target="../slideLayouts/slideLayout107.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24" Type="http://schemas.openxmlformats.org/officeDocument/2006/relationships/slideLayout" Target="../slideLayouts/slideLayout102.xml"/><Relationship Id="rId32" Type="http://schemas.openxmlformats.org/officeDocument/2006/relationships/slideLayout" Target="../slideLayouts/slideLayout110.xml"/><Relationship Id="rId5" Type="http://schemas.openxmlformats.org/officeDocument/2006/relationships/slideLayout" Target="../slideLayouts/slideLayout83.xml"/><Relationship Id="rId15" Type="http://schemas.openxmlformats.org/officeDocument/2006/relationships/slideLayout" Target="../slideLayouts/slideLayout93.xml"/><Relationship Id="rId23" Type="http://schemas.openxmlformats.org/officeDocument/2006/relationships/slideLayout" Target="../slideLayouts/slideLayout101.xml"/><Relationship Id="rId28" Type="http://schemas.openxmlformats.org/officeDocument/2006/relationships/slideLayout" Target="../slideLayouts/slideLayout106.xml"/><Relationship Id="rId10" Type="http://schemas.openxmlformats.org/officeDocument/2006/relationships/slideLayout" Target="../slideLayouts/slideLayout88.xml"/><Relationship Id="rId19" Type="http://schemas.openxmlformats.org/officeDocument/2006/relationships/slideLayout" Target="../slideLayouts/slideLayout97.xml"/><Relationship Id="rId31" Type="http://schemas.openxmlformats.org/officeDocument/2006/relationships/slideLayout" Target="../slideLayouts/slideLayout109.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slideLayout" Target="../slideLayouts/slideLayout92.xml"/><Relationship Id="rId22" Type="http://schemas.openxmlformats.org/officeDocument/2006/relationships/slideLayout" Target="../slideLayouts/slideLayout100.xml"/><Relationship Id="rId27" Type="http://schemas.openxmlformats.org/officeDocument/2006/relationships/slideLayout" Target="../slideLayouts/slideLayout105.xml"/><Relationship Id="rId30" Type="http://schemas.openxmlformats.org/officeDocument/2006/relationships/slideLayout" Target="../slideLayouts/slideLayout108.xml"/><Relationship Id="rId35" Type="http://schemas.openxmlformats.org/officeDocument/2006/relationships/theme" Target="../theme/theme3.xml"/><Relationship Id="rId8" Type="http://schemas.openxmlformats.org/officeDocument/2006/relationships/slideLayout" Target="../slideLayouts/slideLayout86.xml"/></Relationships>
</file>

<file path=ppt/slideMasters/_rels/slideMaster4.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tags" Target="../tags/tag31.xml"/><Relationship Id="rId18" Type="http://schemas.openxmlformats.org/officeDocument/2006/relationships/tags" Target="../tags/tag36.xml"/><Relationship Id="rId26" Type="http://schemas.openxmlformats.org/officeDocument/2006/relationships/tags" Target="../tags/tag44.xml"/><Relationship Id="rId3" Type="http://schemas.openxmlformats.org/officeDocument/2006/relationships/slideLayout" Target="../slideLayouts/slideLayout115.xml"/><Relationship Id="rId21" Type="http://schemas.openxmlformats.org/officeDocument/2006/relationships/tags" Target="../tags/tag39.xml"/><Relationship Id="rId7" Type="http://schemas.openxmlformats.org/officeDocument/2006/relationships/tags" Target="../tags/tag25.xml"/><Relationship Id="rId12" Type="http://schemas.openxmlformats.org/officeDocument/2006/relationships/tags" Target="../tags/tag30.xml"/><Relationship Id="rId17" Type="http://schemas.openxmlformats.org/officeDocument/2006/relationships/tags" Target="../tags/tag35.xml"/><Relationship Id="rId25" Type="http://schemas.openxmlformats.org/officeDocument/2006/relationships/tags" Target="../tags/tag43.xml"/><Relationship Id="rId2" Type="http://schemas.openxmlformats.org/officeDocument/2006/relationships/slideLayout" Target="../slideLayouts/slideLayout114.xml"/><Relationship Id="rId16" Type="http://schemas.openxmlformats.org/officeDocument/2006/relationships/tags" Target="../tags/tag34.xml"/><Relationship Id="rId20" Type="http://schemas.openxmlformats.org/officeDocument/2006/relationships/tags" Target="../tags/tag38.xml"/><Relationship Id="rId29" Type="http://schemas.openxmlformats.org/officeDocument/2006/relationships/image" Target="../media/image16.jpeg"/><Relationship Id="rId1" Type="http://schemas.openxmlformats.org/officeDocument/2006/relationships/slideLayout" Target="../slideLayouts/slideLayout113.xml"/><Relationship Id="rId6" Type="http://schemas.openxmlformats.org/officeDocument/2006/relationships/vmlDrawing" Target="../drawings/vmlDrawing15.vml"/><Relationship Id="rId11" Type="http://schemas.openxmlformats.org/officeDocument/2006/relationships/tags" Target="../tags/tag29.xml"/><Relationship Id="rId24" Type="http://schemas.openxmlformats.org/officeDocument/2006/relationships/tags" Target="../tags/tag42.xml"/><Relationship Id="rId5" Type="http://schemas.openxmlformats.org/officeDocument/2006/relationships/theme" Target="../theme/theme4.xml"/><Relationship Id="rId15" Type="http://schemas.openxmlformats.org/officeDocument/2006/relationships/tags" Target="../tags/tag33.xml"/><Relationship Id="rId23" Type="http://schemas.openxmlformats.org/officeDocument/2006/relationships/tags" Target="../tags/tag41.xml"/><Relationship Id="rId28" Type="http://schemas.openxmlformats.org/officeDocument/2006/relationships/image" Target="../media/image15.emf"/><Relationship Id="rId10" Type="http://schemas.openxmlformats.org/officeDocument/2006/relationships/tags" Target="../tags/tag28.xml"/><Relationship Id="rId19" Type="http://schemas.openxmlformats.org/officeDocument/2006/relationships/tags" Target="../tags/tag37.xml"/><Relationship Id="rId4" Type="http://schemas.openxmlformats.org/officeDocument/2006/relationships/slideLayout" Target="../slideLayouts/slideLayout116.xml"/><Relationship Id="rId9" Type="http://schemas.openxmlformats.org/officeDocument/2006/relationships/tags" Target="../tags/tag27.xml"/><Relationship Id="rId14" Type="http://schemas.openxmlformats.org/officeDocument/2006/relationships/tags" Target="../tags/tag32.xml"/><Relationship Id="rId22" Type="http://schemas.openxmlformats.org/officeDocument/2006/relationships/tags" Target="../tags/tag40.xml"/><Relationship Id="rId27" Type="http://schemas.openxmlformats.org/officeDocument/2006/relationships/oleObject" Target="../embeddings/oleObject15.bin"/></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29.xml"/><Relationship Id="rId18" Type="http://schemas.openxmlformats.org/officeDocument/2006/relationships/slideLayout" Target="../slideLayouts/slideLayout134.xml"/><Relationship Id="rId26" Type="http://schemas.openxmlformats.org/officeDocument/2006/relationships/slideLayout" Target="../slideLayouts/slideLayout142.xml"/><Relationship Id="rId3" Type="http://schemas.openxmlformats.org/officeDocument/2006/relationships/slideLayout" Target="../slideLayouts/slideLayout119.xml"/><Relationship Id="rId21" Type="http://schemas.openxmlformats.org/officeDocument/2006/relationships/slideLayout" Target="../slideLayouts/slideLayout137.xml"/><Relationship Id="rId34" Type="http://schemas.openxmlformats.org/officeDocument/2006/relationships/slideLayout" Target="../slideLayouts/slideLayout150.xml"/><Relationship Id="rId7" Type="http://schemas.openxmlformats.org/officeDocument/2006/relationships/slideLayout" Target="../slideLayouts/slideLayout123.xml"/><Relationship Id="rId12" Type="http://schemas.openxmlformats.org/officeDocument/2006/relationships/slideLayout" Target="../slideLayouts/slideLayout128.xml"/><Relationship Id="rId17" Type="http://schemas.openxmlformats.org/officeDocument/2006/relationships/slideLayout" Target="../slideLayouts/slideLayout133.xml"/><Relationship Id="rId25" Type="http://schemas.openxmlformats.org/officeDocument/2006/relationships/slideLayout" Target="../slideLayouts/slideLayout141.xml"/><Relationship Id="rId33" Type="http://schemas.openxmlformats.org/officeDocument/2006/relationships/slideLayout" Target="../slideLayouts/slideLayout149.xml"/><Relationship Id="rId2" Type="http://schemas.openxmlformats.org/officeDocument/2006/relationships/slideLayout" Target="../slideLayouts/slideLayout118.xml"/><Relationship Id="rId16" Type="http://schemas.openxmlformats.org/officeDocument/2006/relationships/slideLayout" Target="../slideLayouts/slideLayout132.xml"/><Relationship Id="rId20" Type="http://schemas.openxmlformats.org/officeDocument/2006/relationships/slideLayout" Target="../slideLayouts/slideLayout136.xml"/><Relationship Id="rId29" Type="http://schemas.openxmlformats.org/officeDocument/2006/relationships/slideLayout" Target="../slideLayouts/slideLayout145.xml"/><Relationship Id="rId1" Type="http://schemas.openxmlformats.org/officeDocument/2006/relationships/slideLayout" Target="../slideLayouts/slideLayout117.xml"/><Relationship Id="rId6" Type="http://schemas.openxmlformats.org/officeDocument/2006/relationships/slideLayout" Target="../slideLayouts/slideLayout122.xml"/><Relationship Id="rId11" Type="http://schemas.openxmlformats.org/officeDocument/2006/relationships/slideLayout" Target="../slideLayouts/slideLayout127.xml"/><Relationship Id="rId24" Type="http://schemas.openxmlformats.org/officeDocument/2006/relationships/slideLayout" Target="../slideLayouts/slideLayout140.xml"/><Relationship Id="rId32" Type="http://schemas.openxmlformats.org/officeDocument/2006/relationships/slideLayout" Target="../slideLayouts/slideLayout148.xml"/><Relationship Id="rId5" Type="http://schemas.openxmlformats.org/officeDocument/2006/relationships/slideLayout" Target="../slideLayouts/slideLayout121.xml"/><Relationship Id="rId15" Type="http://schemas.openxmlformats.org/officeDocument/2006/relationships/slideLayout" Target="../slideLayouts/slideLayout131.xml"/><Relationship Id="rId23" Type="http://schemas.openxmlformats.org/officeDocument/2006/relationships/slideLayout" Target="../slideLayouts/slideLayout139.xml"/><Relationship Id="rId28" Type="http://schemas.openxmlformats.org/officeDocument/2006/relationships/slideLayout" Target="../slideLayouts/slideLayout144.xml"/><Relationship Id="rId36" Type="http://schemas.openxmlformats.org/officeDocument/2006/relationships/theme" Target="../theme/theme5.xml"/><Relationship Id="rId10" Type="http://schemas.openxmlformats.org/officeDocument/2006/relationships/slideLayout" Target="../slideLayouts/slideLayout126.xml"/><Relationship Id="rId19" Type="http://schemas.openxmlformats.org/officeDocument/2006/relationships/slideLayout" Target="../slideLayouts/slideLayout135.xml"/><Relationship Id="rId31" Type="http://schemas.openxmlformats.org/officeDocument/2006/relationships/slideLayout" Target="../slideLayouts/slideLayout147.xml"/><Relationship Id="rId4" Type="http://schemas.openxmlformats.org/officeDocument/2006/relationships/slideLayout" Target="../slideLayouts/slideLayout120.xml"/><Relationship Id="rId9" Type="http://schemas.openxmlformats.org/officeDocument/2006/relationships/slideLayout" Target="../slideLayouts/slideLayout125.xml"/><Relationship Id="rId14" Type="http://schemas.openxmlformats.org/officeDocument/2006/relationships/slideLayout" Target="../slideLayouts/slideLayout130.xml"/><Relationship Id="rId22" Type="http://schemas.openxmlformats.org/officeDocument/2006/relationships/slideLayout" Target="../slideLayouts/slideLayout138.xml"/><Relationship Id="rId27" Type="http://schemas.openxmlformats.org/officeDocument/2006/relationships/slideLayout" Target="../slideLayouts/slideLayout143.xml"/><Relationship Id="rId30" Type="http://schemas.openxmlformats.org/officeDocument/2006/relationships/slideLayout" Target="../slideLayouts/slideLayout146.xml"/><Relationship Id="rId35" Type="http://schemas.openxmlformats.org/officeDocument/2006/relationships/slideLayout" Target="../slideLayouts/slideLayout151.xml"/><Relationship Id="rId8" Type="http://schemas.openxmlformats.org/officeDocument/2006/relationships/slideLayout" Target="../slideLayouts/slideLayout1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39"/>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1284" name="think-cell Slide" r:id="rId40" imgW="270" imgH="270" progId="TCLayout.ActiveDocument.1">
                  <p:embed/>
                </p:oleObj>
              </mc:Choice>
              <mc:Fallback>
                <p:oleObj name="think-cell Slide" r:id="rId40" imgW="270" imgH="270" progId="TCLayout.ActiveDocument.1">
                  <p:embed/>
                  <p:pic>
                    <p:nvPicPr>
                      <p:cNvPr id="0" name=""/>
                      <p:cNvPicPr/>
                      <p:nvPr/>
                    </p:nvPicPr>
                    <p:blipFill>
                      <a:blip r:embed="rId41"/>
                      <a:stretch>
                        <a:fillRect/>
                      </a:stretch>
                    </p:blipFill>
                    <p:spPr>
                      <a:xfrm>
                        <a:off x="2118" y="1589"/>
                        <a:ext cx="2116" cy="1587"/>
                      </a:xfrm>
                      <a:prstGeom prst="rect">
                        <a:avLst/>
                      </a:prstGeom>
                    </p:spPr>
                  </p:pic>
                </p:oleObj>
              </mc:Fallback>
            </mc:AlternateContent>
          </a:graphicData>
        </a:graphic>
      </p:graphicFrame>
      <p:sp>
        <p:nvSpPr>
          <p:cNvPr id="1026" name="Title Placeholder 1"/>
          <p:cNvSpPr>
            <a:spLocks noGrp="1"/>
          </p:cNvSpPr>
          <p:nvPr>
            <p:ph type="title"/>
          </p:nvPr>
        </p:nvSpPr>
        <p:spPr bwMode="auto">
          <a:xfrm>
            <a:off x="457200" y="287338"/>
            <a:ext cx="11279717" cy="11811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855788"/>
            <a:ext cx="11279717" cy="41417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159502" y="6173791"/>
            <a:ext cx="4739217" cy="365125"/>
          </a:xfrm>
          <a:prstGeom prst="rect">
            <a:avLst/>
          </a:prstGeom>
        </p:spPr>
        <p:txBody>
          <a:bodyPr vert="horz" wrap="square" lIns="0" tIns="0" rIns="0" bIns="0" numCol="1" anchor="b" anchorCtr="0" compatLnSpc="1">
            <a:prstTxWarp prst="textNoShape">
              <a:avLst/>
            </a:prstTxWarp>
          </a:bodyPr>
          <a:lstStyle>
            <a:lvl1pPr>
              <a:defRPr sz="1000">
                <a:solidFill>
                  <a:schemeClr val="bg1"/>
                </a:solidFill>
                <a:latin typeface="Arial Narrow" pitchFamily="34" charset="0"/>
              </a:defRPr>
            </a:lvl1pPr>
          </a:lstStyle>
          <a:p>
            <a:pPr fontAlgn="base">
              <a:spcBef>
                <a:spcPct val="0"/>
              </a:spcBef>
              <a:spcAft>
                <a:spcPct val="0"/>
              </a:spcAft>
            </a:pPr>
            <a:r>
              <a:rPr lang="en-US" dirty="0">
                <a:solidFill>
                  <a:srgbClr val="333333"/>
                </a:solidFill>
              </a:rPr>
              <a:t>HIGHMARK.COM</a:t>
            </a:r>
          </a:p>
        </p:txBody>
      </p:sp>
      <p:sp>
        <p:nvSpPr>
          <p:cNvPr id="6" name="Slide Number Placeholder 5"/>
          <p:cNvSpPr>
            <a:spLocks noGrp="1"/>
          </p:cNvSpPr>
          <p:nvPr>
            <p:ph type="sldNum" sz="quarter" idx="4"/>
          </p:nvPr>
        </p:nvSpPr>
        <p:spPr>
          <a:xfrm>
            <a:off x="11699108" y="6463355"/>
            <a:ext cx="448733" cy="365125"/>
          </a:xfrm>
          <a:prstGeom prst="rect">
            <a:avLst/>
          </a:prstGeom>
        </p:spPr>
        <p:txBody>
          <a:bodyPr vert="horz" wrap="square" lIns="0" tIns="0" rIns="0" bIns="0" numCol="1" anchor="b" anchorCtr="0" compatLnSpc="1">
            <a:prstTxWarp prst="textNoShape">
              <a:avLst/>
            </a:prstTxWarp>
          </a:bodyPr>
          <a:lstStyle>
            <a:lvl1pPr algn="r">
              <a:defRPr sz="1400" smtClean="0">
                <a:solidFill>
                  <a:schemeClr val="bg1"/>
                </a:solidFill>
                <a:ea typeface="ＭＳ Ｐゴシック" charset="-128"/>
              </a:defRPr>
            </a:lvl1pPr>
          </a:lstStyle>
          <a:p>
            <a:pPr fontAlgn="base">
              <a:spcBef>
                <a:spcPct val="0"/>
              </a:spcBef>
              <a:spcAft>
                <a:spcPct val="0"/>
              </a:spcAft>
              <a:defRPr/>
            </a:pPr>
            <a:fld id="{A8DEAE8A-6423-47B1-A5CD-FA95EE93DE68}" type="slidenum">
              <a:rPr lang="en-US">
                <a:solidFill>
                  <a:srgbClr val="333333"/>
                </a:solidFill>
              </a:rPr>
              <a:pPr fontAlgn="base">
                <a:spcBef>
                  <a:spcPct val="0"/>
                </a:spcBef>
                <a:spcAft>
                  <a:spcPct val="0"/>
                </a:spcAft>
                <a:defRPr/>
              </a:pPr>
              <a:t>‹#›</a:t>
            </a:fld>
            <a:endParaRPr lang="en-US" dirty="0">
              <a:solidFill>
                <a:srgbClr val="333333"/>
              </a:solidFill>
            </a:endParaRPr>
          </a:p>
        </p:txBody>
      </p:sp>
      <p:pic>
        <p:nvPicPr>
          <p:cNvPr id="1030" name="Picture 8" descr="Highmark_2c.png"/>
          <p:cNvPicPr>
            <a:picLocks noChangeAspect="1"/>
          </p:cNvPicPr>
          <p:nvPr/>
        </p:nvPicPr>
        <p:blipFill>
          <a:blip r:embed="rId42" cstate="print"/>
          <a:srcRect l="-23283" t="-2" r="-2" b="-124632"/>
          <a:stretch>
            <a:fillRect/>
          </a:stretch>
        </p:blipFill>
        <p:spPr bwMode="auto">
          <a:xfrm>
            <a:off x="2" y="6248400"/>
            <a:ext cx="2343151" cy="609600"/>
          </a:xfrm>
          <a:prstGeom prst="rect">
            <a:avLst/>
          </a:prstGeom>
          <a:noFill/>
          <a:ln w="9525">
            <a:noFill/>
            <a:miter lim="800000"/>
            <a:headEnd/>
            <a:tailEnd/>
          </a:ln>
        </p:spPr>
      </p:pic>
    </p:spTree>
    <p:extLst>
      <p:ext uri="{BB962C8B-B14F-4D97-AF65-F5344CB8AC3E}">
        <p14:creationId xmlns:p14="http://schemas.microsoft.com/office/powerpoint/2010/main" val="38643113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9" r:id="rId6"/>
    <p:sldLayoutId id="2147483672"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 id="2147483693" r:id="rId27"/>
    <p:sldLayoutId id="2147483694" r:id="rId28"/>
    <p:sldLayoutId id="2147483695" r:id="rId29"/>
    <p:sldLayoutId id="2147483696" r:id="rId30"/>
    <p:sldLayoutId id="2147483697" r:id="rId31"/>
    <p:sldLayoutId id="2147483698" r:id="rId32"/>
    <p:sldLayoutId id="2147483699" r:id="rId33"/>
    <p:sldLayoutId id="2147483700" r:id="rId34"/>
    <p:sldLayoutId id="2147483701" r:id="rId35"/>
    <p:sldLayoutId id="2147483702" r:id="rId36"/>
  </p:sldLayoutIdLst>
  <p:hf hdr="0" ftr="0" dt="0"/>
  <p:txStyles>
    <p:titleStyle>
      <a:lvl1pPr algn="l" rtl="0" eaLnBrk="0" fontAlgn="base" hangingPunct="0">
        <a:lnSpc>
          <a:spcPct val="90000"/>
        </a:lnSpc>
        <a:spcBef>
          <a:spcPct val="0"/>
        </a:spcBef>
        <a:spcAft>
          <a:spcPct val="0"/>
        </a:spcAft>
        <a:defRPr sz="2600" b="1" kern="1200">
          <a:solidFill>
            <a:schemeClr val="accent1"/>
          </a:solidFill>
          <a:latin typeface="+mj-lt"/>
          <a:ea typeface="MS PGothic" pitchFamily="34" charset="-128"/>
          <a:cs typeface="ＭＳ Ｐゴシック" charset="0"/>
        </a:defRPr>
      </a:lvl1pPr>
      <a:lvl2pPr algn="l" rtl="0" eaLnBrk="0" fontAlgn="base" hangingPunct="0">
        <a:lnSpc>
          <a:spcPct val="90000"/>
        </a:lnSpc>
        <a:spcBef>
          <a:spcPct val="0"/>
        </a:spcBef>
        <a:spcAft>
          <a:spcPct val="0"/>
        </a:spcAft>
        <a:defRPr sz="2600" b="1">
          <a:solidFill>
            <a:schemeClr val="accent1"/>
          </a:solidFill>
          <a:latin typeface="Arial" charset="0"/>
          <a:ea typeface="MS PGothic" pitchFamily="34" charset="-128"/>
          <a:cs typeface="ＭＳ Ｐゴシック" charset="0"/>
        </a:defRPr>
      </a:lvl2pPr>
      <a:lvl3pPr algn="l" rtl="0" eaLnBrk="0" fontAlgn="base" hangingPunct="0">
        <a:lnSpc>
          <a:spcPct val="90000"/>
        </a:lnSpc>
        <a:spcBef>
          <a:spcPct val="0"/>
        </a:spcBef>
        <a:spcAft>
          <a:spcPct val="0"/>
        </a:spcAft>
        <a:defRPr sz="2600" b="1">
          <a:solidFill>
            <a:schemeClr val="accent1"/>
          </a:solidFill>
          <a:latin typeface="Arial" charset="0"/>
          <a:ea typeface="MS PGothic" pitchFamily="34" charset="-128"/>
          <a:cs typeface="ＭＳ Ｐゴシック" charset="0"/>
        </a:defRPr>
      </a:lvl3pPr>
      <a:lvl4pPr algn="l" rtl="0" eaLnBrk="0" fontAlgn="base" hangingPunct="0">
        <a:lnSpc>
          <a:spcPct val="90000"/>
        </a:lnSpc>
        <a:spcBef>
          <a:spcPct val="0"/>
        </a:spcBef>
        <a:spcAft>
          <a:spcPct val="0"/>
        </a:spcAft>
        <a:defRPr sz="2600" b="1">
          <a:solidFill>
            <a:schemeClr val="accent1"/>
          </a:solidFill>
          <a:latin typeface="Arial" charset="0"/>
          <a:ea typeface="MS PGothic" pitchFamily="34" charset="-128"/>
          <a:cs typeface="ＭＳ Ｐゴシック" charset="0"/>
        </a:defRPr>
      </a:lvl4pPr>
      <a:lvl5pPr algn="l" rtl="0" eaLnBrk="0" fontAlgn="base" hangingPunct="0">
        <a:lnSpc>
          <a:spcPct val="90000"/>
        </a:lnSpc>
        <a:spcBef>
          <a:spcPct val="0"/>
        </a:spcBef>
        <a:spcAft>
          <a:spcPct val="0"/>
        </a:spcAft>
        <a:defRPr sz="2600" b="1">
          <a:solidFill>
            <a:schemeClr val="accent1"/>
          </a:solidFill>
          <a:latin typeface="Arial" charset="0"/>
          <a:ea typeface="MS PGothic" pitchFamily="34" charset="-128"/>
          <a:cs typeface="ＭＳ Ｐゴシック" charset="0"/>
        </a:defRPr>
      </a:lvl5pPr>
      <a:lvl6pPr marL="457200" algn="l" rtl="0" fontAlgn="base">
        <a:lnSpc>
          <a:spcPct val="90000"/>
        </a:lnSpc>
        <a:spcBef>
          <a:spcPct val="0"/>
        </a:spcBef>
        <a:spcAft>
          <a:spcPct val="0"/>
        </a:spcAft>
        <a:defRPr sz="2600" b="1">
          <a:solidFill>
            <a:schemeClr val="accent1"/>
          </a:solidFill>
          <a:latin typeface="Arial" charset="0"/>
          <a:ea typeface="ＭＳ Ｐゴシック" charset="0"/>
          <a:cs typeface="ＭＳ Ｐゴシック" charset="0"/>
        </a:defRPr>
      </a:lvl6pPr>
      <a:lvl7pPr marL="914400" algn="l" rtl="0" fontAlgn="base">
        <a:lnSpc>
          <a:spcPct val="90000"/>
        </a:lnSpc>
        <a:spcBef>
          <a:spcPct val="0"/>
        </a:spcBef>
        <a:spcAft>
          <a:spcPct val="0"/>
        </a:spcAft>
        <a:defRPr sz="2600" b="1">
          <a:solidFill>
            <a:schemeClr val="accent1"/>
          </a:solidFill>
          <a:latin typeface="Arial" charset="0"/>
          <a:ea typeface="ＭＳ Ｐゴシック" charset="0"/>
          <a:cs typeface="ＭＳ Ｐゴシック" charset="0"/>
        </a:defRPr>
      </a:lvl7pPr>
      <a:lvl8pPr marL="1371600" algn="l" rtl="0" fontAlgn="base">
        <a:lnSpc>
          <a:spcPct val="90000"/>
        </a:lnSpc>
        <a:spcBef>
          <a:spcPct val="0"/>
        </a:spcBef>
        <a:spcAft>
          <a:spcPct val="0"/>
        </a:spcAft>
        <a:defRPr sz="2600" b="1">
          <a:solidFill>
            <a:schemeClr val="accent1"/>
          </a:solidFill>
          <a:latin typeface="Arial" charset="0"/>
          <a:ea typeface="ＭＳ Ｐゴシック" charset="0"/>
          <a:cs typeface="ＭＳ Ｐゴシック" charset="0"/>
        </a:defRPr>
      </a:lvl8pPr>
      <a:lvl9pPr marL="1828800" algn="l" rtl="0" fontAlgn="base">
        <a:lnSpc>
          <a:spcPct val="90000"/>
        </a:lnSpc>
        <a:spcBef>
          <a:spcPct val="0"/>
        </a:spcBef>
        <a:spcAft>
          <a:spcPct val="0"/>
        </a:spcAft>
        <a:defRPr sz="2600" b="1">
          <a:solidFill>
            <a:schemeClr val="accent1"/>
          </a:solidFill>
          <a:latin typeface="Arial" charset="0"/>
          <a:ea typeface="ＭＳ Ｐゴシック" charset="0"/>
          <a:cs typeface="ＭＳ Ｐゴシック" charset="0"/>
        </a:defRPr>
      </a:lvl9pPr>
    </p:titleStyle>
    <p:bodyStyle>
      <a:lvl1pPr marL="342900" indent="-342900" algn="l" rtl="0" eaLnBrk="0" fontAlgn="base" hangingPunct="0">
        <a:spcBef>
          <a:spcPct val="0"/>
        </a:spcBef>
        <a:spcAft>
          <a:spcPts val="200"/>
        </a:spcAft>
        <a:buFont typeface="Arial" pitchFamily="34" charset="0"/>
        <a:defRPr sz="1600" b="1" kern="1200">
          <a:solidFill>
            <a:schemeClr val="accent1"/>
          </a:solidFill>
          <a:latin typeface="+mn-lt"/>
          <a:ea typeface="MS PGothic" pitchFamily="34" charset="-128"/>
          <a:cs typeface="ＭＳ Ｐゴシック" charset="0"/>
        </a:defRPr>
      </a:lvl1pPr>
      <a:lvl2pPr marL="169863" indent="-169863" algn="l" rtl="0" eaLnBrk="0" fontAlgn="base" hangingPunct="0">
        <a:lnSpc>
          <a:spcPct val="120000"/>
        </a:lnSpc>
        <a:spcBef>
          <a:spcPct val="0"/>
        </a:spcBef>
        <a:spcAft>
          <a:spcPts val="800"/>
        </a:spcAft>
        <a:buClr>
          <a:schemeClr val="bg1"/>
        </a:buClr>
        <a:buFont typeface="Arial" pitchFamily="34" charset="0"/>
        <a:buChar char="•"/>
        <a:defRPr sz="1600" kern="1200">
          <a:solidFill>
            <a:schemeClr val="bg1"/>
          </a:solidFill>
          <a:latin typeface="+mn-lt"/>
          <a:ea typeface="MS PGothic" pitchFamily="34" charset="-128"/>
          <a:cs typeface="+mn-cs"/>
        </a:defRPr>
      </a:lvl2pPr>
      <a:lvl3pPr marL="400050" indent="-168275" algn="l" rtl="0" eaLnBrk="0" fontAlgn="base" hangingPunct="0">
        <a:lnSpc>
          <a:spcPct val="130000"/>
        </a:lnSpc>
        <a:spcBef>
          <a:spcPct val="0"/>
        </a:spcBef>
        <a:spcAft>
          <a:spcPts val="600"/>
        </a:spcAft>
        <a:buFont typeface="Arial" pitchFamily="34" charset="0"/>
        <a:buChar char="–"/>
        <a:defRPr sz="1400" kern="1200">
          <a:solidFill>
            <a:schemeClr val="bg1"/>
          </a:solidFill>
          <a:latin typeface="+mn-lt"/>
          <a:ea typeface="MS PGothic" pitchFamily="34" charset="-128"/>
          <a:cs typeface="+mn-cs"/>
        </a:defRPr>
      </a:lvl3pPr>
      <a:lvl4pPr marL="627063" indent="-169863" algn="l" rtl="0" eaLnBrk="0" fontAlgn="base" hangingPunct="0">
        <a:lnSpc>
          <a:spcPct val="120000"/>
        </a:lnSpc>
        <a:spcBef>
          <a:spcPct val="0"/>
        </a:spcBef>
        <a:spcAft>
          <a:spcPts val="400"/>
        </a:spcAft>
        <a:buFont typeface="Arial" pitchFamily="34" charset="0"/>
        <a:buChar char="•"/>
        <a:defRPr sz="1400" kern="1200">
          <a:solidFill>
            <a:schemeClr val="bg1"/>
          </a:solidFill>
          <a:latin typeface="+mn-lt"/>
          <a:ea typeface="MS PGothic" pitchFamily="34" charset="-128"/>
          <a:cs typeface="+mn-cs"/>
        </a:defRPr>
      </a:lvl4pPr>
      <a:lvl5pPr marL="171450" indent="-171450" algn="l" rtl="0" eaLnBrk="0" fontAlgn="base" hangingPunct="0">
        <a:lnSpc>
          <a:spcPct val="120000"/>
        </a:lnSpc>
        <a:spcBef>
          <a:spcPct val="0"/>
        </a:spcBef>
        <a:spcAft>
          <a:spcPts val="600"/>
        </a:spcAft>
        <a:buFont typeface="Arial" pitchFamily="34" charset="0"/>
        <a:tabLst>
          <a:tab pos="171450" algn="l"/>
        </a:tabLst>
        <a:defRPr sz="1000" kern="1200">
          <a:solidFill>
            <a:schemeClr val="bg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45"/>
            </p:custData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11432" name="think-cell Slide" r:id="rId47" imgW="270" imgH="270" progId="TCLayout.ActiveDocument.1">
                  <p:embed/>
                </p:oleObj>
              </mc:Choice>
              <mc:Fallback>
                <p:oleObj name="think-cell Slide" r:id="rId47" imgW="270" imgH="270" progId="TCLayout.ActiveDocument.1">
                  <p:embed/>
                  <p:pic>
                    <p:nvPicPr>
                      <p:cNvPr id="0" name=""/>
                      <p:cNvPicPr/>
                      <p:nvPr/>
                    </p:nvPicPr>
                    <p:blipFill>
                      <a:blip r:embed="rId48"/>
                      <a:stretch>
                        <a:fillRect/>
                      </a:stretch>
                    </p:blipFill>
                    <p:spPr>
                      <a:xfrm>
                        <a:off x="2118" y="1589"/>
                        <a:ext cx="2116" cy="1587"/>
                      </a:xfrm>
                      <a:prstGeom prst="rect">
                        <a:avLst/>
                      </a:prstGeom>
                    </p:spPr>
                  </p:pic>
                </p:oleObj>
              </mc:Fallback>
            </mc:AlternateContent>
          </a:graphicData>
        </a:graphic>
      </p:graphicFrame>
      <p:sp>
        <p:nvSpPr>
          <p:cNvPr id="2" name="Rectangle 1" hidden="1"/>
          <p:cNvSpPr/>
          <p:nvPr userDrawn="1">
            <p:custDataLst>
              <p:tags r:id="rId46"/>
            </p:custDataLst>
          </p:nvPr>
        </p:nvSpPr>
        <p:spPr>
          <a:xfrm>
            <a:off x="0" y="0"/>
            <a:ext cx="158750" cy="158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lnSpc>
                <a:spcPct val="90000"/>
              </a:lnSpc>
              <a:spcBef>
                <a:spcPct val="0"/>
              </a:spcBef>
              <a:spcAft>
                <a:spcPct val="0"/>
              </a:spcAft>
            </a:pPr>
            <a:endParaRPr lang="en-US" sz="2600" b="1" dirty="0">
              <a:solidFill>
                <a:srgbClr val="333333"/>
              </a:solidFill>
              <a:ea typeface="MS PGothic" panose="020B0600070205080204" pitchFamily="34" charset="-128"/>
              <a:sym typeface="Arial" panose="020B0604020202020204" pitchFamily="34" charset="0"/>
            </a:endParaRPr>
          </a:p>
        </p:txBody>
      </p:sp>
      <p:sp>
        <p:nvSpPr>
          <p:cNvPr id="1026" name="Title Placeholder 1"/>
          <p:cNvSpPr>
            <a:spLocks noGrp="1"/>
          </p:cNvSpPr>
          <p:nvPr>
            <p:ph type="title"/>
          </p:nvPr>
        </p:nvSpPr>
        <p:spPr bwMode="auto">
          <a:xfrm>
            <a:off x="457200" y="287338"/>
            <a:ext cx="11279717" cy="11811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855788"/>
            <a:ext cx="11279717" cy="41417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159502" y="6173791"/>
            <a:ext cx="4739217" cy="365125"/>
          </a:xfrm>
          <a:prstGeom prst="rect">
            <a:avLst/>
          </a:prstGeom>
        </p:spPr>
        <p:txBody>
          <a:bodyPr vert="horz" wrap="square" lIns="0" tIns="0" rIns="0" bIns="0" numCol="1" anchor="b" anchorCtr="0" compatLnSpc="1">
            <a:prstTxWarp prst="textNoShape">
              <a:avLst/>
            </a:prstTxWarp>
          </a:bodyPr>
          <a:lstStyle>
            <a:lvl1pPr>
              <a:defRPr sz="1000">
                <a:solidFill>
                  <a:schemeClr val="bg1"/>
                </a:solidFill>
                <a:latin typeface="Arial Narrow" pitchFamily="34" charset="0"/>
              </a:defRPr>
            </a:lvl1pPr>
          </a:lstStyle>
          <a:p>
            <a:pPr fontAlgn="base">
              <a:spcBef>
                <a:spcPct val="0"/>
              </a:spcBef>
              <a:spcAft>
                <a:spcPct val="0"/>
              </a:spcAft>
            </a:pPr>
            <a:r>
              <a:rPr lang="en-US" dirty="0">
                <a:solidFill>
                  <a:srgbClr val="333333"/>
                </a:solidFill>
              </a:rPr>
              <a:t>HIGHMARK.COM</a:t>
            </a:r>
          </a:p>
        </p:txBody>
      </p:sp>
      <p:sp>
        <p:nvSpPr>
          <p:cNvPr id="6" name="Slide Number Placeholder 5"/>
          <p:cNvSpPr>
            <a:spLocks noGrp="1"/>
          </p:cNvSpPr>
          <p:nvPr>
            <p:ph type="sldNum" sz="quarter" idx="4"/>
          </p:nvPr>
        </p:nvSpPr>
        <p:spPr>
          <a:xfrm>
            <a:off x="11699108" y="6463355"/>
            <a:ext cx="448733" cy="365125"/>
          </a:xfrm>
          <a:prstGeom prst="rect">
            <a:avLst/>
          </a:prstGeom>
        </p:spPr>
        <p:txBody>
          <a:bodyPr vert="horz" wrap="square" lIns="0" tIns="0" rIns="0" bIns="0" numCol="1" anchor="b" anchorCtr="0" compatLnSpc="1">
            <a:prstTxWarp prst="textNoShape">
              <a:avLst/>
            </a:prstTxWarp>
          </a:bodyPr>
          <a:lstStyle>
            <a:lvl1pPr algn="r">
              <a:defRPr sz="1400" smtClean="0">
                <a:solidFill>
                  <a:schemeClr val="bg1"/>
                </a:solidFill>
                <a:ea typeface="ＭＳ Ｐゴシック" charset="-128"/>
              </a:defRPr>
            </a:lvl1pPr>
          </a:lstStyle>
          <a:p>
            <a:pPr fontAlgn="base">
              <a:spcBef>
                <a:spcPct val="0"/>
              </a:spcBef>
              <a:spcAft>
                <a:spcPct val="0"/>
              </a:spcAft>
              <a:defRPr/>
            </a:pPr>
            <a:fld id="{A8DEAE8A-6423-47B1-A5CD-FA95EE93DE68}" type="slidenum">
              <a:rPr lang="en-US">
                <a:solidFill>
                  <a:srgbClr val="333333"/>
                </a:solidFill>
              </a:rPr>
              <a:pPr fontAlgn="base">
                <a:spcBef>
                  <a:spcPct val="0"/>
                </a:spcBef>
                <a:spcAft>
                  <a:spcPct val="0"/>
                </a:spcAft>
                <a:defRPr/>
              </a:pPr>
              <a:t>‹#›</a:t>
            </a:fld>
            <a:endParaRPr lang="en-US" dirty="0">
              <a:solidFill>
                <a:srgbClr val="333333"/>
              </a:solidFill>
            </a:endParaRPr>
          </a:p>
        </p:txBody>
      </p:sp>
      <p:pic>
        <p:nvPicPr>
          <p:cNvPr id="1030" name="Picture 8" descr="Highmark_2c.png"/>
          <p:cNvPicPr>
            <a:picLocks noChangeAspect="1"/>
          </p:cNvPicPr>
          <p:nvPr/>
        </p:nvPicPr>
        <p:blipFill>
          <a:blip r:embed="rId49" cstate="print"/>
          <a:srcRect l="-23283" t="-2" r="-2" b="-124632"/>
          <a:stretch>
            <a:fillRect/>
          </a:stretch>
        </p:blipFill>
        <p:spPr bwMode="auto">
          <a:xfrm>
            <a:off x="2" y="6248400"/>
            <a:ext cx="2343151" cy="609600"/>
          </a:xfrm>
          <a:prstGeom prst="rect">
            <a:avLst/>
          </a:prstGeom>
          <a:noFill/>
          <a:ln w="9525">
            <a:noFill/>
            <a:miter lim="800000"/>
            <a:headEnd/>
            <a:tailEnd/>
          </a:ln>
        </p:spPr>
      </p:pic>
    </p:spTree>
    <p:extLst>
      <p:ext uri="{BB962C8B-B14F-4D97-AF65-F5344CB8AC3E}">
        <p14:creationId xmlns:p14="http://schemas.microsoft.com/office/powerpoint/2010/main" val="331323458"/>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26" r:id="rId6"/>
    <p:sldLayoutId id="2147483727" r:id="rId7"/>
    <p:sldLayoutId id="2147483728" r:id="rId8"/>
    <p:sldLayoutId id="2147483729" r:id="rId9"/>
    <p:sldLayoutId id="2147483730" r:id="rId10"/>
    <p:sldLayoutId id="2147483731" r:id="rId11"/>
    <p:sldLayoutId id="2147483732" r:id="rId12"/>
    <p:sldLayoutId id="2147483734" r:id="rId13"/>
    <p:sldLayoutId id="2147483735" r:id="rId14"/>
    <p:sldLayoutId id="2147483736" r:id="rId15"/>
    <p:sldLayoutId id="2147483737" r:id="rId16"/>
    <p:sldLayoutId id="2147483738" r:id="rId17"/>
    <p:sldLayoutId id="2147483739" r:id="rId18"/>
    <p:sldLayoutId id="2147483740" r:id="rId19"/>
    <p:sldLayoutId id="2147483741" r:id="rId20"/>
    <p:sldLayoutId id="2147483742" r:id="rId21"/>
    <p:sldLayoutId id="2147483743" r:id="rId22"/>
    <p:sldLayoutId id="2147483744" r:id="rId23"/>
    <p:sldLayoutId id="2147483745" r:id="rId24"/>
    <p:sldLayoutId id="2147483746" r:id="rId25"/>
    <p:sldLayoutId id="2147483747" r:id="rId26"/>
    <p:sldLayoutId id="2147483748" r:id="rId27"/>
    <p:sldLayoutId id="2147483749" r:id="rId28"/>
    <p:sldLayoutId id="2147483750" r:id="rId29"/>
    <p:sldLayoutId id="2147483751" r:id="rId30"/>
    <p:sldLayoutId id="2147483752" r:id="rId31"/>
    <p:sldLayoutId id="2147483753" r:id="rId32"/>
    <p:sldLayoutId id="2147483754" r:id="rId33"/>
    <p:sldLayoutId id="2147483755" r:id="rId34"/>
    <p:sldLayoutId id="2147483756" r:id="rId35"/>
    <p:sldLayoutId id="2147483757" r:id="rId36"/>
    <p:sldLayoutId id="2147483758" r:id="rId37"/>
    <p:sldLayoutId id="2147483759" r:id="rId38"/>
    <p:sldLayoutId id="2147483760" r:id="rId39"/>
    <p:sldLayoutId id="2147483761" r:id="rId40"/>
    <p:sldLayoutId id="2147483762" r:id="rId41"/>
    <p:sldLayoutId id="2147483763" r:id="rId42"/>
  </p:sldLayoutIdLst>
  <p:hf hdr="0" ftr="0" dt="0"/>
  <p:txStyles>
    <p:titleStyle>
      <a:lvl1pPr algn="l" rtl="0" eaLnBrk="0" fontAlgn="base" hangingPunct="0">
        <a:lnSpc>
          <a:spcPct val="90000"/>
        </a:lnSpc>
        <a:spcBef>
          <a:spcPct val="0"/>
        </a:spcBef>
        <a:spcAft>
          <a:spcPct val="0"/>
        </a:spcAft>
        <a:defRPr sz="2600" b="1" kern="1200">
          <a:solidFill>
            <a:schemeClr val="accent1"/>
          </a:solidFill>
          <a:latin typeface="+mj-lt"/>
          <a:ea typeface="MS PGothic" pitchFamily="34" charset="-128"/>
          <a:cs typeface="ＭＳ Ｐゴシック" charset="0"/>
        </a:defRPr>
      </a:lvl1pPr>
      <a:lvl2pPr algn="l" rtl="0" eaLnBrk="0" fontAlgn="base" hangingPunct="0">
        <a:lnSpc>
          <a:spcPct val="90000"/>
        </a:lnSpc>
        <a:spcBef>
          <a:spcPct val="0"/>
        </a:spcBef>
        <a:spcAft>
          <a:spcPct val="0"/>
        </a:spcAft>
        <a:defRPr sz="2600" b="1">
          <a:solidFill>
            <a:schemeClr val="accent1"/>
          </a:solidFill>
          <a:latin typeface="Arial" charset="0"/>
          <a:ea typeface="MS PGothic" pitchFamily="34" charset="-128"/>
          <a:cs typeface="ＭＳ Ｐゴシック" charset="0"/>
        </a:defRPr>
      </a:lvl2pPr>
      <a:lvl3pPr algn="l" rtl="0" eaLnBrk="0" fontAlgn="base" hangingPunct="0">
        <a:lnSpc>
          <a:spcPct val="90000"/>
        </a:lnSpc>
        <a:spcBef>
          <a:spcPct val="0"/>
        </a:spcBef>
        <a:spcAft>
          <a:spcPct val="0"/>
        </a:spcAft>
        <a:defRPr sz="2600" b="1">
          <a:solidFill>
            <a:schemeClr val="accent1"/>
          </a:solidFill>
          <a:latin typeface="Arial" charset="0"/>
          <a:ea typeface="MS PGothic" pitchFamily="34" charset="-128"/>
          <a:cs typeface="ＭＳ Ｐゴシック" charset="0"/>
        </a:defRPr>
      </a:lvl3pPr>
      <a:lvl4pPr algn="l" rtl="0" eaLnBrk="0" fontAlgn="base" hangingPunct="0">
        <a:lnSpc>
          <a:spcPct val="90000"/>
        </a:lnSpc>
        <a:spcBef>
          <a:spcPct val="0"/>
        </a:spcBef>
        <a:spcAft>
          <a:spcPct val="0"/>
        </a:spcAft>
        <a:defRPr sz="2600" b="1">
          <a:solidFill>
            <a:schemeClr val="accent1"/>
          </a:solidFill>
          <a:latin typeface="Arial" charset="0"/>
          <a:ea typeface="MS PGothic" pitchFamily="34" charset="-128"/>
          <a:cs typeface="ＭＳ Ｐゴシック" charset="0"/>
        </a:defRPr>
      </a:lvl4pPr>
      <a:lvl5pPr algn="l" rtl="0" eaLnBrk="0" fontAlgn="base" hangingPunct="0">
        <a:lnSpc>
          <a:spcPct val="90000"/>
        </a:lnSpc>
        <a:spcBef>
          <a:spcPct val="0"/>
        </a:spcBef>
        <a:spcAft>
          <a:spcPct val="0"/>
        </a:spcAft>
        <a:defRPr sz="2600" b="1">
          <a:solidFill>
            <a:schemeClr val="accent1"/>
          </a:solidFill>
          <a:latin typeface="Arial" charset="0"/>
          <a:ea typeface="MS PGothic" pitchFamily="34" charset="-128"/>
          <a:cs typeface="ＭＳ Ｐゴシック" charset="0"/>
        </a:defRPr>
      </a:lvl5pPr>
      <a:lvl6pPr marL="457200" algn="l" rtl="0" fontAlgn="base">
        <a:lnSpc>
          <a:spcPct val="90000"/>
        </a:lnSpc>
        <a:spcBef>
          <a:spcPct val="0"/>
        </a:spcBef>
        <a:spcAft>
          <a:spcPct val="0"/>
        </a:spcAft>
        <a:defRPr sz="2600" b="1">
          <a:solidFill>
            <a:schemeClr val="accent1"/>
          </a:solidFill>
          <a:latin typeface="Arial" charset="0"/>
          <a:ea typeface="ＭＳ Ｐゴシック" charset="0"/>
          <a:cs typeface="ＭＳ Ｐゴシック" charset="0"/>
        </a:defRPr>
      </a:lvl6pPr>
      <a:lvl7pPr marL="914400" algn="l" rtl="0" fontAlgn="base">
        <a:lnSpc>
          <a:spcPct val="90000"/>
        </a:lnSpc>
        <a:spcBef>
          <a:spcPct val="0"/>
        </a:spcBef>
        <a:spcAft>
          <a:spcPct val="0"/>
        </a:spcAft>
        <a:defRPr sz="2600" b="1">
          <a:solidFill>
            <a:schemeClr val="accent1"/>
          </a:solidFill>
          <a:latin typeface="Arial" charset="0"/>
          <a:ea typeface="ＭＳ Ｐゴシック" charset="0"/>
          <a:cs typeface="ＭＳ Ｐゴシック" charset="0"/>
        </a:defRPr>
      </a:lvl7pPr>
      <a:lvl8pPr marL="1371600" algn="l" rtl="0" fontAlgn="base">
        <a:lnSpc>
          <a:spcPct val="90000"/>
        </a:lnSpc>
        <a:spcBef>
          <a:spcPct val="0"/>
        </a:spcBef>
        <a:spcAft>
          <a:spcPct val="0"/>
        </a:spcAft>
        <a:defRPr sz="2600" b="1">
          <a:solidFill>
            <a:schemeClr val="accent1"/>
          </a:solidFill>
          <a:latin typeface="Arial" charset="0"/>
          <a:ea typeface="ＭＳ Ｐゴシック" charset="0"/>
          <a:cs typeface="ＭＳ Ｐゴシック" charset="0"/>
        </a:defRPr>
      </a:lvl8pPr>
      <a:lvl9pPr marL="1828800" algn="l" rtl="0" fontAlgn="base">
        <a:lnSpc>
          <a:spcPct val="90000"/>
        </a:lnSpc>
        <a:spcBef>
          <a:spcPct val="0"/>
        </a:spcBef>
        <a:spcAft>
          <a:spcPct val="0"/>
        </a:spcAft>
        <a:defRPr sz="2600" b="1">
          <a:solidFill>
            <a:schemeClr val="accent1"/>
          </a:solidFill>
          <a:latin typeface="Arial" charset="0"/>
          <a:ea typeface="ＭＳ Ｐゴシック" charset="0"/>
          <a:cs typeface="ＭＳ Ｐゴシック" charset="0"/>
        </a:defRPr>
      </a:lvl9pPr>
    </p:titleStyle>
    <p:bodyStyle>
      <a:lvl1pPr marL="342900" indent="-342900" algn="l" rtl="0" eaLnBrk="0" fontAlgn="base" hangingPunct="0">
        <a:spcBef>
          <a:spcPct val="0"/>
        </a:spcBef>
        <a:spcAft>
          <a:spcPts val="200"/>
        </a:spcAft>
        <a:buFont typeface="Arial" pitchFamily="34" charset="0"/>
        <a:defRPr sz="1600" b="1" kern="1200">
          <a:solidFill>
            <a:schemeClr val="accent1"/>
          </a:solidFill>
          <a:latin typeface="+mn-lt"/>
          <a:ea typeface="MS PGothic" pitchFamily="34" charset="-128"/>
          <a:cs typeface="ＭＳ Ｐゴシック" charset="0"/>
        </a:defRPr>
      </a:lvl1pPr>
      <a:lvl2pPr marL="169863" indent="-169863" algn="l" rtl="0" eaLnBrk="0" fontAlgn="base" hangingPunct="0">
        <a:lnSpc>
          <a:spcPct val="120000"/>
        </a:lnSpc>
        <a:spcBef>
          <a:spcPct val="0"/>
        </a:spcBef>
        <a:spcAft>
          <a:spcPts val="800"/>
        </a:spcAft>
        <a:buClr>
          <a:schemeClr val="bg1"/>
        </a:buClr>
        <a:buFont typeface="Arial" pitchFamily="34" charset="0"/>
        <a:buChar char="•"/>
        <a:defRPr sz="1600" kern="1200">
          <a:solidFill>
            <a:schemeClr val="bg1"/>
          </a:solidFill>
          <a:latin typeface="+mn-lt"/>
          <a:ea typeface="MS PGothic" pitchFamily="34" charset="-128"/>
          <a:cs typeface="+mn-cs"/>
        </a:defRPr>
      </a:lvl2pPr>
      <a:lvl3pPr marL="400050" indent="-168275" algn="l" rtl="0" eaLnBrk="0" fontAlgn="base" hangingPunct="0">
        <a:lnSpc>
          <a:spcPct val="130000"/>
        </a:lnSpc>
        <a:spcBef>
          <a:spcPct val="0"/>
        </a:spcBef>
        <a:spcAft>
          <a:spcPts val="600"/>
        </a:spcAft>
        <a:buFont typeface="Arial" pitchFamily="34" charset="0"/>
        <a:buChar char="–"/>
        <a:defRPr sz="1400" kern="1200">
          <a:solidFill>
            <a:schemeClr val="bg1"/>
          </a:solidFill>
          <a:latin typeface="+mn-lt"/>
          <a:ea typeface="MS PGothic" pitchFamily="34" charset="-128"/>
          <a:cs typeface="+mn-cs"/>
        </a:defRPr>
      </a:lvl3pPr>
      <a:lvl4pPr marL="627063" indent="-169863" algn="l" rtl="0" eaLnBrk="0" fontAlgn="base" hangingPunct="0">
        <a:lnSpc>
          <a:spcPct val="120000"/>
        </a:lnSpc>
        <a:spcBef>
          <a:spcPct val="0"/>
        </a:spcBef>
        <a:spcAft>
          <a:spcPts val="400"/>
        </a:spcAft>
        <a:buFont typeface="Arial" pitchFamily="34" charset="0"/>
        <a:buChar char="•"/>
        <a:defRPr sz="1400" kern="1200">
          <a:solidFill>
            <a:schemeClr val="bg1"/>
          </a:solidFill>
          <a:latin typeface="+mn-lt"/>
          <a:ea typeface="MS PGothic" pitchFamily="34" charset="-128"/>
          <a:cs typeface="+mn-cs"/>
        </a:defRPr>
      </a:lvl4pPr>
      <a:lvl5pPr marL="171450" indent="-171450" algn="l" rtl="0" eaLnBrk="0" fontAlgn="base" hangingPunct="0">
        <a:lnSpc>
          <a:spcPct val="120000"/>
        </a:lnSpc>
        <a:spcBef>
          <a:spcPct val="0"/>
        </a:spcBef>
        <a:spcAft>
          <a:spcPts val="600"/>
        </a:spcAft>
        <a:buFont typeface="Arial" pitchFamily="34" charset="0"/>
        <a:tabLst>
          <a:tab pos="171450" algn="l"/>
        </a:tabLst>
        <a:defRPr sz="1000" kern="1200">
          <a:solidFill>
            <a:schemeClr val="bg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87338"/>
            <a:ext cx="11279717"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855788"/>
            <a:ext cx="11279717" cy="414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 name="Footer Placeholder 4"/>
          <p:cNvSpPr>
            <a:spLocks noGrp="1"/>
          </p:cNvSpPr>
          <p:nvPr>
            <p:ph type="ftr" sz="quarter" idx="3"/>
          </p:nvPr>
        </p:nvSpPr>
        <p:spPr>
          <a:xfrm>
            <a:off x="6159501" y="6173789"/>
            <a:ext cx="4739217" cy="365125"/>
          </a:xfrm>
          <a:prstGeom prst="rect">
            <a:avLst/>
          </a:prstGeom>
        </p:spPr>
        <p:txBody>
          <a:bodyPr vert="horz" wrap="square" lIns="0" tIns="0" rIns="0" bIns="0" numCol="1" anchor="b" anchorCtr="0" compatLnSpc="1">
            <a:prstTxWarp prst="textNoShape">
              <a:avLst/>
            </a:prstTxWarp>
          </a:bodyPr>
          <a:lstStyle>
            <a:lvl1pPr>
              <a:defRPr sz="1000">
                <a:solidFill>
                  <a:schemeClr val="bg1"/>
                </a:solidFill>
                <a:latin typeface="Arial Narrow" pitchFamily="34" charset="0"/>
              </a:defRPr>
            </a:lvl1pPr>
          </a:lstStyle>
          <a:p>
            <a:pPr fontAlgn="base">
              <a:spcBef>
                <a:spcPct val="0"/>
              </a:spcBef>
              <a:spcAft>
                <a:spcPct val="0"/>
              </a:spcAft>
            </a:pPr>
            <a:r>
              <a:rPr lang="en-US" altLang="en-US">
                <a:solidFill>
                  <a:srgbClr val="333333"/>
                </a:solidFill>
              </a:rPr>
              <a:t>HIGHMARK.COM</a:t>
            </a:r>
            <a:endParaRPr lang="en-US" altLang="en-US" dirty="0">
              <a:solidFill>
                <a:srgbClr val="333333"/>
              </a:solidFill>
            </a:endParaRPr>
          </a:p>
        </p:txBody>
      </p:sp>
      <p:sp>
        <p:nvSpPr>
          <p:cNvPr id="6" name="Slide Number Placeholder 5"/>
          <p:cNvSpPr>
            <a:spLocks noGrp="1"/>
          </p:cNvSpPr>
          <p:nvPr>
            <p:ph type="sldNum" sz="quarter" idx="4"/>
          </p:nvPr>
        </p:nvSpPr>
        <p:spPr>
          <a:xfrm>
            <a:off x="11298767" y="6186489"/>
            <a:ext cx="448733" cy="365125"/>
          </a:xfrm>
          <a:prstGeom prst="rect">
            <a:avLst/>
          </a:prstGeom>
        </p:spPr>
        <p:txBody>
          <a:bodyPr vert="horz" lIns="0" tIns="0" rIns="0" bIns="0" rtlCol="0" anchor="b" anchorCtr="0"/>
          <a:lstStyle>
            <a:lvl1pPr algn="r" fontAlgn="auto">
              <a:spcBef>
                <a:spcPts val="0"/>
              </a:spcBef>
              <a:spcAft>
                <a:spcPts val="0"/>
              </a:spcAft>
              <a:defRPr sz="1400" smtClean="0">
                <a:solidFill>
                  <a:schemeClr val="bg1"/>
                </a:solidFill>
                <a:latin typeface="+mn-lt"/>
              </a:defRPr>
            </a:lvl1pPr>
          </a:lstStyle>
          <a:p>
            <a:pPr>
              <a:defRPr/>
            </a:pPr>
            <a:fld id="{292A0307-F113-4646-95B3-E791E9907DDC}" type="slidenum">
              <a:rPr lang="en-US">
                <a:solidFill>
                  <a:srgbClr val="333333"/>
                </a:solidFill>
              </a:rPr>
              <a:pPr>
                <a:defRPr/>
              </a:pPr>
              <a:t>‹#›</a:t>
            </a:fld>
            <a:endParaRPr lang="en-US" dirty="0">
              <a:solidFill>
                <a:srgbClr val="333333"/>
              </a:solidFill>
            </a:endParaRPr>
          </a:p>
        </p:txBody>
      </p:sp>
    </p:spTree>
    <p:extLst>
      <p:ext uri="{BB962C8B-B14F-4D97-AF65-F5344CB8AC3E}">
        <p14:creationId xmlns:p14="http://schemas.microsoft.com/office/powerpoint/2010/main" val="2446791609"/>
      </p:ext>
    </p:extLst>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 id="2147483781" r:id="rId17"/>
    <p:sldLayoutId id="2147483782" r:id="rId18"/>
    <p:sldLayoutId id="2147483783" r:id="rId19"/>
    <p:sldLayoutId id="2147483784" r:id="rId20"/>
    <p:sldLayoutId id="2147483785" r:id="rId21"/>
    <p:sldLayoutId id="2147483786" r:id="rId22"/>
    <p:sldLayoutId id="2147483787" r:id="rId23"/>
    <p:sldLayoutId id="2147483788" r:id="rId24"/>
    <p:sldLayoutId id="2147483789" r:id="rId25"/>
    <p:sldLayoutId id="2147483790" r:id="rId26"/>
    <p:sldLayoutId id="2147483791" r:id="rId27"/>
    <p:sldLayoutId id="2147483792" r:id="rId28"/>
    <p:sldLayoutId id="2147483793" r:id="rId29"/>
    <p:sldLayoutId id="2147483794" r:id="rId30"/>
    <p:sldLayoutId id="2147483795" r:id="rId31"/>
    <p:sldLayoutId id="2147483796" r:id="rId32"/>
    <p:sldLayoutId id="2147483797" r:id="rId33"/>
    <p:sldLayoutId id="2147483798" r:id="rId34"/>
  </p:sldLayoutIdLst>
  <p:hf hdr="0" ftr="0" dt="0"/>
  <p:txStyles>
    <p:titleStyle>
      <a:lvl1pPr algn="l" rtl="0" eaLnBrk="1" fontAlgn="base" hangingPunct="1">
        <a:lnSpc>
          <a:spcPct val="90000"/>
        </a:lnSpc>
        <a:spcBef>
          <a:spcPct val="0"/>
        </a:spcBef>
        <a:spcAft>
          <a:spcPct val="0"/>
        </a:spcAft>
        <a:defRPr sz="2600" b="1" kern="1200">
          <a:solidFill>
            <a:schemeClr val="accent1"/>
          </a:solidFill>
          <a:latin typeface="+mj-lt"/>
          <a:ea typeface="+mj-ea"/>
          <a:cs typeface="+mj-cs"/>
        </a:defRPr>
      </a:lvl1pPr>
      <a:lvl2pPr algn="l" rtl="0" eaLnBrk="1" fontAlgn="base" hangingPunct="1">
        <a:lnSpc>
          <a:spcPct val="90000"/>
        </a:lnSpc>
        <a:spcBef>
          <a:spcPct val="0"/>
        </a:spcBef>
        <a:spcAft>
          <a:spcPct val="0"/>
        </a:spcAft>
        <a:defRPr sz="2600" b="1">
          <a:solidFill>
            <a:schemeClr val="accent1"/>
          </a:solidFill>
          <a:latin typeface="Arial" charset="0"/>
        </a:defRPr>
      </a:lvl2pPr>
      <a:lvl3pPr algn="l" rtl="0" eaLnBrk="1" fontAlgn="base" hangingPunct="1">
        <a:lnSpc>
          <a:spcPct val="90000"/>
        </a:lnSpc>
        <a:spcBef>
          <a:spcPct val="0"/>
        </a:spcBef>
        <a:spcAft>
          <a:spcPct val="0"/>
        </a:spcAft>
        <a:defRPr sz="2600" b="1">
          <a:solidFill>
            <a:schemeClr val="accent1"/>
          </a:solidFill>
          <a:latin typeface="Arial" charset="0"/>
        </a:defRPr>
      </a:lvl3pPr>
      <a:lvl4pPr algn="l" rtl="0" eaLnBrk="1" fontAlgn="base" hangingPunct="1">
        <a:lnSpc>
          <a:spcPct val="90000"/>
        </a:lnSpc>
        <a:spcBef>
          <a:spcPct val="0"/>
        </a:spcBef>
        <a:spcAft>
          <a:spcPct val="0"/>
        </a:spcAft>
        <a:defRPr sz="2600" b="1">
          <a:solidFill>
            <a:schemeClr val="accent1"/>
          </a:solidFill>
          <a:latin typeface="Arial" charset="0"/>
        </a:defRPr>
      </a:lvl4pPr>
      <a:lvl5pPr algn="l" rtl="0" eaLnBrk="1" fontAlgn="base" hangingPunct="1">
        <a:lnSpc>
          <a:spcPct val="90000"/>
        </a:lnSpc>
        <a:spcBef>
          <a:spcPct val="0"/>
        </a:spcBef>
        <a:spcAft>
          <a:spcPct val="0"/>
        </a:spcAft>
        <a:defRPr sz="2600" b="1">
          <a:solidFill>
            <a:schemeClr val="accent1"/>
          </a:solidFill>
          <a:latin typeface="Arial" charset="0"/>
        </a:defRPr>
      </a:lvl5pPr>
      <a:lvl6pPr marL="457200" algn="l" rtl="0" eaLnBrk="1" fontAlgn="base" hangingPunct="1">
        <a:lnSpc>
          <a:spcPct val="90000"/>
        </a:lnSpc>
        <a:spcBef>
          <a:spcPct val="0"/>
        </a:spcBef>
        <a:spcAft>
          <a:spcPct val="0"/>
        </a:spcAft>
        <a:defRPr sz="2600" b="1">
          <a:solidFill>
            <a:schemeClr val="accent1"/>
          </a:solidFill>
          <a:latin typeface="Arial" charset="0"/>
        </a:defRPr>
      </a:lvl6pPr>
      <a:lvl7pPr marL="914400" algn="l" rtl="0" eaLnBrk="1" fontAlgn="base" hangingPunct="1">
        <a:lnSpc>
          <a:spcPct val="90000"/>
        </a:lnSpc>
        <a:spcBef>
          <a:spcPct val="0"/>
        </a:spcBef>
        <a:spcAft>
          <a:spcPct val="0"/>
        </a:spcAft>
        <a:defRPr sz="2600" b="1">
          <a:solidFill>
            <a:schemeClr val="accent1"/>
          </a:solidFill>
          <a:latin typeface="Arial" charset="0"/>
        </a:defRPr>
      </a:lvl7pPr>
      <a:lvl8pPr marL="1371600" algn="l" rtl="0" eaLnBrk="1" fontAlgn="base" hangingPunct="1">
        <a:lnSpc>
          <a:spcPct val="90000"/>
        </a:lnSpc>
        <a:spcBef>
          <a:spcPct val="0"/>
        </a:spcBef>
        <a:spcAft>
          <a:spcPct val="0"/>
        </a:spcAft>
        <a:defRPr sz="2600" b="1">
          <a:solidFill>
            <a:schemeClr val="accent1"/>
          </a:solidFill>
          <a:latin typeface="Arial" charset="0"/>
        </a:defRPr>
      </a:lvl8pPr>
      <a:lvl9pPr marL="1828800" algn="l" rtl="0" eaLnBrk="1" fontAlgn="base" hangingPunct="1">
        <a:lnSpc>
          <a:spcPct val="90000"/>
        </a:lnSpc>
        <a:spcBef>
          <a:spcPct val="0"/>
        </a:spcBef>
        <a:spcAft>
          <a:spcPct val="0"/>
        </a:spcAft>
        <a:defRPr sz="2600" b="1">
          <a:solidFill>
            <a:schemeClr val="accent1"/>
          </a:solidFill>
          <a:latin typeface="Arial" charset="0"/>
        </a:defRPr>
      </a:lvl9pPr>
    </p:titleStyle>
    <p:bodyStyle>
      <a:lvl1pPr algn="l" rtl="0" eaLnBrk="1" fontAlgn="base" hangingPunct="1">
        <a:spcBef>
          <a:spcPct val="0"/>
        </a:spcBef>
        <a:spcAft>
          <a:spcPts val="200"/>
        </a:spcAft>
        <a:buFont typeface="Arial" charset="0"/>
        <a:defRPr sz="1600" b="1" kern="1200">
          <a:solidFill>
            <a:schemeClr val="accent1"/>
          </a:solidFill>
          <a:latin typeface="+mn-lt"/>
          <a:ea typeface="+mn-ea"/>
          <a:cs typeface="+mn-cs"/>
        </a:defRPr>
      </a:lvl1pPr>
      <a:lvl2pPr marL="169863" indent="-169863" algn="l" rtl="0" eaLnBrk="1" fontAlgn="base" hangingPunct="1">
        <a:lnSpc>
          <a:spcPct val="120000"/>
        </a:lnSpc>
        <a:spcBef>
          <a:spcPct val="0"/>
        </a:spcBef>
        <a:spcAft>
          <a:spcPts val="800"/>
        </a:spcAft>
        <a:buClr>
          <a:schemeClr val="bg1"/>
        </a:buClr>
        <a:buFont typeface="Arial" charset="0"/>
        <a:buChar char="•"/>
        <a:defRPr sz="1600" kern="1200">
          <a:solidFill>
            <a:schemeClr val="bg1"/>
          </a:solidFill>
          <a:latin typeface="+mn-lt"/>
          <a:ea typeface="+mn-ea"/>
          <a:cs typeface="+mn-cs"/>
        </a:defRPr>
      </a:lvl2pPr>
      <a:lvl3pPr marL="400050" indent="-168275" algn="l" rtl="0" eaLnBrk="1" fontAlgn="base" hangingPunct="1">
        <a:lnSpc>
          <a:spcPct val="130000"/>
        </a:lnSpc>
        <a:spcBef>
          <a:spcPct val="0"/>
        </a:spcBef>
        <a:spcAft>
          <a:spcPts val="600"/>
        </a:spcAft>
        <a:buFont typeface="Arial" charset="0"/>
        <a:buChar char="–"/>
        <a:defRPr sz="1400" kern="1200">
          <a:solidFill>
            <a:schemeClr val="bg1"/>
          </a:solidFill>
          <a:latin typeface="+mn-lt"/>
          <a:ea typeface="+mn-ea"/>
          <a:cs typeface="+mn-cs"/>
        </a:defRPr>
      </a:lvl3pPr>
      <a:lvl4pPr marL="627063" indent="-169863" algn="l" rtl="0" eaLnBrk="1" fontAlgn="base" hangingPunct="1">
        <a:lnSpc>
          <a:spcPct val="120000"/>
        </a:lnSpc>
        <a:spcBef>
          <a:spcPct val="0"/>
        </a:spcBef>
        <a:spcAft>
          <a:spcPts val="400"/>
        </a:spcAft>
        <a:buFont typeface="Arial" charset="0"/>
        <a:buChar char="•"/>
        <a:defRPr sz="1400" kern="1200">
          <a:solidFill>
            <a:schemeClr val="bg1"/>
          </a:solidFill>
          <a:latin typeface="+mn-lt"/>
          <a:ea typeface="+mn-ea"/>
          <a:cs typeface="+mn-cs"/>
        </a:defRPr>
      </a:lvl4pPr>
      <a:lvl5pPr marL="171450" indent="-171450" algn="l" rtl="0" eaLnBrk="1" fontAlgn="base" hangingPunct="1">
        <a:lnSpc>
          <a:spcPct val="120000"/>
        </a:lnSpc>
        <a:spcBef>
          <a:spcPct val="0"/>
        </a:spcBef>
        <a:spcAft>
          <a:spcPts val="600"/>
        </a:spcAft>
        <a:buFont typeface="Arial" charset="0"/>
        <a:tabLst>
          <a:tab pos="171450" algn="l"/>
        </a:tabLst>
        <a:defRPr sz="1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7"/>
            </p:custDataLst>
          </p:nvPr>
        </p:nvGraphicFramePr>
        <p:xfrm>
          <a:off x="0" y="0"/>
          <a:ext cx="215979" cy="161974"/>
        </p:xfrm>
        <a:graphic>
          <a:graphicData uri="http://schemas.openxmlformats.org/presentationml/2006/ole">
            <mc:AlternateContent xmlns:mc="http://schemas.openxmlformats.org/markup-compatibility/2006">
              <mc:Choice xmlns:v="urn:schemas-microsoft-com:vml" Requires="v">
                <p:oleObj spid="_x0000_s40054" name="think-cell Slide" r:id="rId27" imgW="270" imgH="270" progId="TCLayout.ActiveDocument.1">
                  <p:embed/>
                </p:oleObj>
              </mc:Choice>
              <mc:Fallback>
                <p:oleObj name="think-cell Slide" r:id="rId27" imgW="270" imgH="270" progId="TCLayout.ActiveDocument.1">
                  <p:embed/>
                  <p:pic>
                    <p:nvPicPr>
                      <p:cNvPr id="0" name=""/>
                      <p:cNvPicPr/>
                      <p:nvPr/>
                    </p:nvPicPr>
                    <p:blipFill>
                      <a:blip r:embed="rId28"/>
                      <a:stretch>
                        <a:fillRect/>
                      </a:stretch>
                    </p:blipFill>
                    <p:spPr>
                      <a:xfrm>
                        <a:off x="0" y="0"/>
                        <a:ext cx="215979" cy="161974"/>
                      </a:xfrm>
                      <a:prstGeom prst="rect">
                        <a:avLst/>
                      </a:prstGeom>
                    </p:spPr>
                  </p:pic>
                </p:oleObj>
              </mc:Fallback>
            </mc:AlternateContent>
          </a:graphicData>
        </a:graphic>
      </p:graphicFrame>
      <p:sp>
        <p:nvSpPr>
          <p:cNvPr id="4" name="Rectangle 3" hidden="1"/>
          <p:cNvSpPr/>
          <p:nvPr userDrawn="1">
            <p:custDataLst>
              <p:tags r:id="rId8"/>
            </p:custDataLst>
          </p:nvPr>
        </p:nvSpPr>
        <p:spPr>
          <a:xfrm>
            <a:off x="0" y="0"/>
            <a:ext cx="211667" cy="158750"/>
          </a:xfrm>
          <a:prstGeom prst="rect">
            <a:avLst/>
          </a:prstGeom>
          <a:solidFill>
            <a:schemeClr val="accent1"/>
          </a:solidFill>
          <a:ln w="952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2000" dirty="0">
              <a:solidFill>
                <a:srgbClr val="FFFFFF"/>
              </a:solidFill>
              <a:ea typeface="Arial Unicode MS" panose="020B0604020202020204" pitchFamily="34" charset="-128"/>
              <a:cs typeface="Arial Unicode MS" panose="020B0604020202020204" pitchFamily="34" charset="-128"/>
              <a:sym typeface="Arial" panose="020B0604020202020204" pitchFamily="34" charset="0"/>
            </a:endParaRPr>
          </a:p>
        </p:txBody>
      </p:sp>
      <p:pic>
        <p:nvPicPr>
          <p:cNvPr id="12696" name="Picture 408"/>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TextBox 22"/>
          <p:cNvSpPr txBox="1"/>
          <p:nvPr/>
        </p:nvSpPr>
        <p:spPr bwMode="auto">
          <a:xfrm>
            <a:off x="233259" y="6704111"/>
            <a:ext cx="974626" cy="153888"/>
          </a:xfrm>
          <a:prstGeom prst="rect">
            <a:avLst/>
          </a:prstGeom>
          <a:noFill/>
        </p:spPr>
        <p:txBody>
          <a:bodyPr wrap="none" lIns="0" tIns="0" rIns="0" bIns="0" rtlCol="0" anchor="b" anchorCtr="0">
            <a:spAutoFit/>
          </a:bodyPr>
          <a:lstStyle/>
          <a:p>
            <a:pPr fontAlgn="base">
              <a:spcBef>
                <a:spcPct val="0"/>
              </a:spcBef>
              <a:spcAft>
                <a:spcPct val="0"/>
              </a:spcAft>
            </a:pPr>
            <a:r>
              <a:rPr lang="en-US" sz="1000" dirty="0">
                <a:solidFill>
                  <a:srgbClr val="FFFFFF"/>
                </a:solidFill>
                <a:cs typeface="Arial"/>
              </a:rPr>
              <a:t>CONFIDENTIAL</a:t>
            </a:r>
            <a:r>
              <a:rPr lang="en-US" sz="1000" dirty="0">
                <a:solidFill>
                  <a:srgbClr val="000000"/>
                </a:solidFill>
                <a:cs typeface="Arial"/>
              </a:rPr>
              <a:t>.</a:t>
            </a:r>
          </a:p>
        </p:txBody>
      </p:sp>
      <p:sp>
        <p:nvSpPr>
          <p:cNvPr id="1036" name="Rectangle 286"/>
          <p:cNvSpPr>
            <a:spLocks noGrp="1" noChangeArrowheads="1"/>
          </p:cNvSpPr>
          <p:nvPr>
            <p:ph type="body" idx="1"/>
          </p:nvPr>
        </p:nvSpPr>
        <p:spPr bwMode="auto">
          <a:xfrm>
            <a:off x="3169489" y="2438570"/>
            <a:ext cx="5853024" cy="1256112"/>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9" name="Title Placeholder 2"/>
          <p:cNvSpPr>
            <a:spLocks noGrp="1" noChangeArrowheads="1"/>
          </p:cNvSpPr>
          <p:nvPr>
            <p:ph type="title"/>
          </p:nvPr>
        </p:nvSpPr>
        <p:spPr bwMode="auto">
          <a:xfrm>
            <a:off x="233261" y="234668"/>
            <a:ext cx="117254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noProof="0"/>
              <a:t>Click to edit Master title style</a:t>
            </a:r>
            <a:endParaRPr lang="en-US" noProof="0" dirty="0"/>
          </a:p>
        </p:txBody>
      </p:sp>
      <p:sp>
        <p:nvSpPr>
          <p:cNvPr id="10" name="McK 1. On-page tracker" hidden="1"/>
          <p:cNvSpPr>
            <a:spLocks noChangeArrowheads="1"/>
          </p:cNvSpPr>
          <p:nvPr/>
        </p:nvSpPr>
        <p:spPr bwMode="auto">
          <a:xfrm>
            <a:off x="233260" y="9524"/>
            <a:ext cx="85921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fontAlgn="base">
              <a:spcBef>
                <a:spcPct val="0"/>
              </a:spcBef>
              <a:spcAft>
                <a:spcPct val="0"/>
              </a:spcAft>
            </a:pPr>
            <a:r>
              <a:rPr lang="en-US" sz="1400" dirty="0">
                <a:solidFill>
                  <a:srgbClr val="808080"/>
                </a:solidFill>
              </a:rPr>
              <a:t>TRACKER</a:t>
            </a:r>
          </a:p>
        </p:txBody>
      </p:sp>
      <p:sp>
        <p:nvSpPr>
          <p:cNvPr id="11" name="McK 3. Unit of measure" hidden="1"/>
          <p:cNvSpPr txBox="1">
            <a:spLocks noChangeArrowheads="1"/>
          </p:cNvSpPr>
          <p:nvPr/>
        </p:nvSpPr>
        <p:spPr bwMode="auto">
          <a:xfrm>
            <a:off x="233261" y="552142"/>
            <a:ext cx="11725484" cy="246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defRPr sz="2400">
                <a:solidFill>
                  <a:schemeClr val="tx1"/>
                </a:solidFill>
                <a:latin typeface="Arial" charset="0"/>
              </a:defRPr>
            </a:lvl1pPr>
            <a:lvl2pPr marL="447675" defTabSz="895350">
              <a:defRPr sz="2400">
                <a:solidFill>
                  <a:schemeClr val="tx1"/>
                </a:solidFill>
                <a:latin typeface="Arial" charset="0"/>
              </a:defRPr>
            </a:lvl2pPr>
            <a:lvl3pPr marL="895350" defTabSz="895350">
              <a:defRPr sz="2400">
                <a:solidFill>
                  <a:schemeClr val="tx1"/>
                </a:solidFill>
                <a:latin typeface="Arial" charset="0"/>
              </a:defRPr>
            </a:lvl3pPr>
            <a:lvl4pPr marL="1344613"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fontAlgn="base">
              <a:spcBef>
                <a:spcPct val="0"/>
              </a:spcBef>
              <a:spcAft>
                <a:spcPct val="0"/>
              </a:spcAft>
              <a:defRPr/>
            </a:pPr>
            <a:r>
              <a:rPr lang="en-US" sz="1600" dirty="0">
                <a:solidFill>
                  <a:srgbClr val="808080"/>
                </a:solidFill>
                <a:latin typeface="Arial"/>
              </a:rPr>
              <a:t>Unit of measure</a:t>
            </a:r>
          </a:p>
        </p:txBody>
      </p:sp>
      <p:grpSp>
        <p:nvGrpSpPr>
          <p:cNvPr id="3" name="McK Slide Elements" hidden="1"/>
          <p:cNvGrpSpPr/>
          <p:nvPr/>
        </p:nvGrpSpPr>
        <p:grpSpPr bwMode="auto">
          <a:xfrm>
            <a:off x="233261" y="6069116"/>
            <a:ext cx="11725484" cy="354590"/>
            <a:chOff x="174944" y="6078640"/>
            <a:chExt cx="8794113" cy="354590"/>
          </a:xfrm>
        </p:grpSpPr>
        <p:sp>
          <p:nvSpPr>
            <p:cNvPr id="13" name="McK 4. Footnote"/>
            <p:cNvSpPr txBox="1">
              <a:spLocks noChangeArrowheads="1"/>
            </p:cNvSpPr>
            <p:nvPr/>
          </p:nvSpPr>
          <p:spPr bwMode="auto">
            <a:xfrm>
              <a:off x="174944" y="6078640"/>
              <a:ext cx="8794113"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spAutoFit/>
            </a:bodyPr>
            <a:lstStyle>
              <a:lvl1pPr marL="104775" indent="-104775" defTabSz="895350">
                <a:defRPr sz="2400">
                  <a:solidFill>
                    <a:schemeClr val="tx1"/>
                  </a:solidFill>
                  <a:latin typeface="Arial" charset="0"/>
                </a:defRPr>
              </a:lvl1pPr>
              <a:lvl2pPr marL="1031875" defTabSz="895350">
                <a:defRPr sz="2400">
                  <a:solidFill>
                    <a:schemeClr val="tx1"/>
                  </a:solidFill>
                  <a:latin typeface="Arial" charset="0"/>
                </a:defRPr>
              </a:lvl2pPr>
              <a:lvl3pPr marL="1217613" defTabSz="895350">
                <a:defRPr sz="2400">
                  <a:solidFill>
                    <a:schemeClr val="tx1"/>
                  </a:solidFill>
                  <a:latin typeface="Arial" charset="0"/>
                </a:defRPr>
              </a:lvl3pPr>
              <a:lvl4pPr marL="1404938" defTabSz="895350">
                <a:defRPr sz="2400">
                  <a:solidFill>
                    <a:schemeClr val="tx1"/>
                  </a:solidFill>
                  <a:latin typeface="Arial" charset="0"/>
                </a:defRPr>
              </a:lvl4pPr>
              <a:lvl5pPr marL="1792288" defTabSz="895350">
                <a:defRPr sz="2400">
                  <a:solidFill>
                    <a:schemeClr val="tx1"/>
                  </a:solidFill>
                  <a:latin typeface="Arial" charset="0"/>
                </a:defRPr>
              </a:lvl5pPr>
              <a:lvl6pPr marL="2249488" defTabSz="895350" fontAlgn="base">
                <a:spcBef>
                  <a:spcPct val="0"/>
                </a:spcBef>
                <a:spcAft>
                  <a:spcPct val="0"/>
                </a:spcAft>
                <a:defRPr sz="2400">
                  <a:solidFill>
                    <a:schemeClr val="tx1"/>
                  </a:solidFill>
                  <a:latin typeface="Arial" charset="0"/>
                </a:defRPr>
              </a:lvl6pPr>
              <a:lvl7pPr marL="2706688" defTabSz="895350" fontAlgn="base">
                <a:spcBef>
                  <a:spcPct val="0"/>
                </a:spcBef>
                <a:spcAft>
                  <a:spcPct val="0"/>
                </a:spcAft>
                <a:defRPr sz="2400">
                  <a:solidFill>
                    <a:schemeClr val="tx1"/>
                  </a:solidFill>
                  <a:latin typeface="Arial" charset="0"/>
                </a:defRPr>
              </a:lvl7pPr>
              <a:lvl8pPr marL="3163888" defTabSz="895350" fontAlgn="base">
                <a:spcBef>
                  <a:spcPct val="0"/>
                </a:spcBef>
                <a:spcAft>
                  <a:spcPct val="0"/>
                </a:spcAft>
                <a:defRPr sz="2400">
                  <a:solidFill>
                    <a:schemeClr val="tx1"/>
                  </a:solidFill>
                  <a:latin typeface="Arial" charset="0"/>
                </a:defRPr>
              </a:lvl8pPr>
              <a:lvl9pPr marL="3621088" defTabSz="895350" fontAlgn="base">
                <a:spcBef>
                  <a:spcPct val="0"/>
                </a:spcBef>
                <a:spcAft>
                  <a:spcPct val="0"/>
                </a:spcAft>
                <a:defRPr sz="2400">
                  <a:solidFill>
                    <a:schemeClr val="tx1"/>
                  </a:solidFill>
                  <a:latin typeface="Arial" charset="0"/>
                </a:defRPr>
              </a:lvl9pPr>
            </a:lstStyle>
            <a:p>
              <a:pPr fontAlgn="base">
                <a:spcBef>
                  <a:spcPct val="0"/>
                </a:spcBef>
                <a:spcAft>
                  <a:spcPct val="0"/>
                </a:spcAft>
                <a:defRPr/>
              </a:pPr>
              <a:r>
                <a:rPr lang="en-US" sz="1000" dirty="0">
                  <a:solidFill>
                    <a:srgbClr val="000000"/>
                  </a:solidFill>
                  <a:latin typeface="Arial"/>
                </a:rPr>
                <a:t>1 Footnote</a:t>
              </a:r>
            </a:p>
          </p:txBody>
        </p:sp>
        <p:sp>
          <p:nvSpPr>
            <p:cNvPr id="14" name="McK 5. Source"/>
            <p:cNvSpPr>
              <a:spLocks noChangeArrowheads="1"/>
            </p:cNvSpPr>
            <p:nvPr/>
          </p:nvSpPr>
          <p:spPr bwMode="auto">
            <a:xfrm>
              <a:off x="174944" y="6279342"/>
              <a:ext cx="8794113"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spAutoFit/>
            </a:bodyPr>
            <a:lstStyle/>
            <a:p>
              <a:pPr marL="469850" indent="-469850" defTabSz="913429" fontAlgn="base">
                <a:spcBef>
                  <a:spcPct val="0"/>
                </a:spcBef>
                <a:spcAft>
                  <a:spcPct val="0"/>
                </a:spcAft>
                <a:tabLst>
                  <a:tab pos="479375" algn="l"/>
                </a:tabLst>
              </a:pPr>
              <a:r>
                <a:rPr lang="en-US" sz="1000" dirty="0">
                  <a:solidFill>
                    <a:srgbClr val="000000"/>
                  </a:solidFill>
                </a:rPr>
                <a:t>Source: Source</a:t>
              </a:r>
            </a:p>
          </p:txBody>
        </p:sp>
      </p:grpSp>
      <p:grpSp>
        <p:nvGrpSpPr>
          <p:cNvPr id="15" name="ACET" hidden="1"/>
          <p:cNvGrpSpPr>
            <a:grpSpLocks/>
          </p:cNvGrpSpPr>
          <p:nvPr/>
        </p:nvGrpSpPr>
        <p:grpSpPr bwMode="auto">
          <a:xfrm>
            <a:off x="3169489" y="1845572"/>
            <a:ext cx="5853024" cy="518318"/>
            <a:chOff x="915" y="710"/>
            <a:chExt cx="2686" cy="320"/>
          </a:xfrm>
        </p:grpSpPr>
        <p:cxnSp>
          <p:nvCxnSpPr>
            <p:cNvPr id="16" name="AutoShape 249"/>
            <p:cNvCxnSpPr>
              <a:cxnSpLocks noChangeShapeType="1"/>
              <a:stCxn id="17" idx="4"/>
              <a:endCxn id="17" idx="6"/>
            </p:cNvCxnSpPr>
            <p:nvPr/>
          </p:nvCxnSpPr>
          <p:spPr bwMode="auto">
            <a:xfrm>
              <a:off x="915" y="1030"/>
              <a:ext cx="2686" cy="0"/>
            </a:xfrm>
            <a:prstGeom prst="straightConnector1">
              <a:avLst/>
            </a:prstGeom>
            <a:noFill/>
            <a:ln w="9525">
              <a:solidFill>
                <a:srgbClr val="8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AutoShape 250"/>
            <p:cNvSpPr>
              <a:spLocks noChangeArrowheads="1"/>
            </p:cNvSpPr>
            <p:nvPr/>
          </p:nvSpPr>
          <p:spPr bwMode="auto">
            <a:xfrm>
              <a:off x="915" y="710"/>
              <a:ext cx="2686" cy="320"/>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18288" anchor="b">
              <a:spAutoFit/>
            </a:bodyPr>
            <a:lstStyle/>
            <a:p>
              <a:pPr fontAlgn="base">
                <a:spcBef>
                  <a:spcPct val="0"/>
                </a:spcBef>
                <a:spcAft>
                  <a:spcPct val="0"/>
                </a:spcAft>
              </a:pPr>
              <a:r>
                <a:rPr lang="en-US" sz="1600" b="1" dirty="0">
                  <a:solidFill>
                    <a:srgbClr val="000000"/>
                  </a:solidFill>
                </a:rPr>
                <a:t>Title</a:t>
              </a:r>
            </a:p>
            <a:p>
              <a:pPr fontAlgn="base">
                <a:spcBef>
                  <a:spcPct val="0"/>
                </a:spcBef>
                <a:spcAft>
                  <a:spcPct val="0"/>
                </a:spcAft>
              </a:pPr>
              <a:r>
                <a:rPr lang="en-US" sz="1600" dirty="0">
                  <a:solidFill>
                    <a:srgbClr val="808080"/>
                  </a:solidFill>
                </a:rPr>
                <a:t>Unit of measure</a:t>
              </a:r>
            </a:p>
          </p:txBody>
        </p:sp>
      </p:grpSp>
      <p:grpSp>
        <p:nvGrpSpPr>
          <p:cNvPr id="26" name="LegendBoxes" hidden="1"/>
          <p:cNvGrpSpPr>
            <a:grpSpLocks/>
          </p:cNvGrpSpPr>
          <p:nvPr/>
        </p:nvGrpSpPr>
        <p:grpSpPr bwMode="auto">
          <a:xfrm>
            <a:off x="10940632" y="295261"/>
            <a:ext cx="848784" cy="996951"/>
            <a:chOff x="4936" y="176"/>
            <a:chExt cx="401" cy="628"/>
          </a:xfrm>
        </p:grpSpPr>
        <p:sp>
          <p:nvSpPr>
            <p:cNvPr id="27" name="Legend1"/>
            <p:cNvSpPr>
              <a:spLocks noChangeArrowheads="1"/>
            </p:cNvSpPr>
            <p:nvPr/>
          </p:nvSpPr>
          <p:spPr bwMode="auto">
            <a:xfrm>
              <a:off x="5096" y="176"/>
              <a:ext cx="24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255" fontAlgn="base">
                <a:spcBef>
                  <a:spcPct val="0"/>
                </a:spcBef>
                <a:spcAft>
                  <a:spcPct val="0"/>
                </a:spcAft>
                <a:buClr>
                  <a:srgbClr val="000000"/>
                </a:buClr>
              </a:pPr>
              <a:r>
                <a:rPr lang="en-US" sz="1200" dirty="0">
                  <a:solidFill>
                    <a:srgbClr val="000000"/>
                  </a:solidFill>
                </a:rPr>
                <a:t>Legend</a:t>
              </a:r>
            </a:p>
          </p:txBody>
        </p:sp>
        <p:sp>
          <p:nvSpPr>
            <p:cNvPr id="28" name="LegendRectangle1"/>
            <p:cNvSpPr>
              <a:spLocks noChangeArrowheads="1"/>
            </p:cNvSpPr>
            <p:nvPr/>
          </p:nvSpPr>
          <p:spPr bwMode="auto">
            <a:xfrm>
              <a:off x="4936" y="183"/>
              <a:ext cx="104" cy="101"/>
            </a:xfrm>
            <a:prstGeom prst="rect">
              <a:avLst/>
            </a:prstGeom>
            <a:solidFill>
              <a:schemeClr val="accent1"/>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200" dirty="0">
                <a:solidFill>
                  <a:srgbClr val="000000"/>
                </a:solidFill>
              </a:endParaRPr>
            </a:p>
          </p:txBody>
        </p:sp>
        <p:sp>
          <p:nvSpPr>
            <p:cNvPr id="29" name="Legend2"/>
            <p:cNvSpPr>
              <a:spLocks noChangeArrowheads="1"/>
            </p:cNvSpPr>
            <p:nvPr/>
          </p:nvSpPr>
          <p:spPr bwMode="auto">
            <a:xfrm>
              <a:off x="5096" y="346"/>
              <a:ext cx="24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255" fontAlgn="base">
                <a:spcBef>
                  <a:spcPct val="0"/>
                </a:spcBef>
                <a:spcAft>
                  <a:spcPct val="0"/>
                </a:spcAft>
                <a:buClr>
                  <a:srgbClr val="000000"/>
                </a:buClr>
              </a:pPr>
              <a:r>
                <a:rPr lang="en-US" sz="1200" dirty="0">
                  <a:solidFill>
                    <a:srgbClr val="000000"/>
                  </a:solidFill>
                </a:rPr>
                <a:t>Legend</a:t>
              </a:r>
            </a:p>
          </p:txBody>
        </p:sp>
        <p:sp>
          <p:nvSpPr>
            <p:cNvPr id="30" name="LegendRectangle2"/>
            <p:cNvSpPr>
              <a:spLocks noChangeArrowheads="1"/>
            </p:cNvSpPr>
            <p:nvPr/>
          </p:nvSpPr>
          <p:spPr bwMode="auto">
            <a:xfrm>
              <a:off x="4936" y="353"/>
              <a:ext cx="104" cy="101"/>
            </a:xfrm>
            <a:prstGeom prst="rect">
              <a:avLst/>
            </a:prstGeom>
            <a:solidFill>
              <a:schemeClr val="accent2"/>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200" dirty="0">
                <a:solidFill>
                  <a:srgbClr val="000000"/>
                </a:solidFill>
              </a:endParaRPr>
            </a:p>
          </p:txBody>
        </p:sp>
        <p:sp>
          <p:nvSpPr>
            <p:cNvPr id="31" name="Legend3"/>
            <p:cNvSpPr>
              <a:spLocks noChangeArrowheads="1"/>
            </p:cNvSpPr>
            <p:nvPr/>
          </p:nvSpPr>
          <p:spPr bwMode="auto">
            <a:xfrm>
              <a:off x="5096" y="517"/>
              <a:ext cx="24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255" fontAlgn="base">
                <a:spcBef>
                  <a:spcPct val="0"/>
                </a:spcBef>
                <a:spcAft>
                  <a:spcPct val="0"/>
                </a:spcAft>
                <a:buClr>
                  <a:srgbClr val="000000"/>
                </a:buClr>
              </a:pPr>
              <a:r>
                <a:rPr lang="en-US" sz="1200" dirty="0">
                  <a:solidFill>
                    <a:srgbClr val="000000"/>
                  </a:solidFill>
                </a:rPr>
                <a:t>Legend</a:t>
              </a:r>
            </a:p>
          </p:txBody>
        </p:sp>
        <p:sp>
          <p:nvSpPr>
            <p:cNvPr id="32" name="LegendRectangle3"/>
            <p:cNvSpPr>
              <a:spLocks noChangeArrowheads="1"/>
            </p:cNvSpPr>
            <p:nvPr/>
          </p:nvSpPr>
          <p:spPr bwMode="auto">
            <a:xfrm>
              <a:off x="4936" y="524"/>
              <a:ext cx="104" cy="101"/>
            </a:xfrm>
            <a:prstGeom prst="rect">
              <a:avLst/>
            </a:prstGeom>
            <a:solidFill>
              <a:schemeClr val="hlink"/>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200" dirty="0">
                <a:solidFill>
                  <a:srgbClr val="000000"/>
                </a:solidFill>
              </a:endParaRPr>
            </a:p>
          </p:txBody>
        </p:sp>
        <p:sp>
          <p:nvSpPr>
            <p:cNvPr id="33" name="Legend4"/>
            <p:cNvSpPr>
              <a:spLocks noChangeArrowheads="1"/>
            </p:cNvSpPr>
            <p:nvPr/>
          </p:nvSpPr>
          <p:spPr bwMode="auto">
            <a:xfrm>
              <a:off x="5096" y="688"/>
              <a:ext cx="24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255" fontAlgn="base">
                <a:spcBef>
                  <a:spcPct val="0"/>
                </a:spcBef>
                <a:spcAft>
                  <a:spcPct val="0"/>
                </a:spcAft>
                <a:buClr>
                  <a:srgbClr val="000000"/>
                </a:buClr>
              </a:pPr>
              <a:r>
                <a:rPr lang="en-US" sz="1200" dirty="0">
                  <a:solidFill>
                    <a:srgbClr val="000000"/>
                  </a:solidFill>
                </a:rPr>
                <a:t>Legend</a:t>
              </a:r>
            </a:p>
          </p:txBody>
        </p:sp>
        <p:sp>
          <p:nvSpPr>
            <p:cNvPr id="34" name="LegendRectangle4"/>
            <p:cNvSpPr>
              <a:spLocks noChangeArrowheads="1"/>
            </p:cNvSpPr>
            <p:nvPr/>
          </p:nvSpPr>
          <p:spPr bwMode="auto">
            <a:xfrm>
              <a:off x="4936" y="695"/>
              <a:ext cx="104" cy="101"/>
            </a:xfrm>
            <a:prstGeom prst="rect">
              <a:avLst/>
            </a:prstGeom>
            <a:solidFill>
              <a:schemeClr val="folHlink"/>
            </a:solidFill>
            <a:ln w="9525">
              <a:solidFill>
                <a:srgbClr val="8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200" dirty="0">
                <a:solidFill>
                  <a:srgbClr val="000000"/>
                </a:solidFill>
              </a:endParaRPr>
            </a:p>
          </p:txBody>
        </p:sp>
      </p:grpSp>
      <p:grpSp>
        <p:nvGrpSpPr>
          <p:cNvPr id="35" name="LegendLines" hidden="1"/>
          <p:cNvGrpSpPr>
            <a:grpSpLocks/>
          </p:cNvGrpSpPr>
          <p:nvPr/>
        </p:nvGrpSpPr>
        <p:grpSpPr bwMode="auto">
          <a:xfrm>
            <a:off x="10529998" y="295260"/>
            <a:ext cx="1259418" cy="730251"/>
            <a:chOff x="4750" y="176"/>
            <a:chExt cx="595" cy="460"/>
          </a:xfrm>
        </p:grpSpPr>
        <p:sp>
          <p:nvSpPr>
            <p:cNvPr id="36" name="LineLegend1"/>
            <p:cNvSpPr>
              <a:spLocks noChangeShapeType="1"/>
            </p:cNvSpPr>
            <p:nvPr/>
          </p:nvSpPr>
          <p:spPr bwMode="auto">
            <a:xfrm>
              <a:off x="4750" y="233"/>
              <a:ext cx="288" cy="0"/>
            </a:xfrm>
            <a:prstGeom prst="line">
              <a:avLst/>
            </a:prstGeom>
            <a:noFill/>
            <a:ln w="28575">
              <a:solidFill>
                <a:schemeClr val="accent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1200" dirty="0">
                <a:solidFill>
                  <a:srgbClr val="000000"/>
                </a:solidFill>
              </a:endParaRPr>
            </a:p>
          </p:txBody>
        </p:sp>
        <p:sp>
          <p:nvSpPr>
            <p:cNvPr id="37" name="LineLegend2"/>
            <p:cNvSpPr>
              <a:spLocks noChangeShapeType="1"/>
            </p:cNvSpPr>
            <p:nvPr/>
          </p:nvSpPr>
          <p:spPr bwMode="auto">
            <a:xfrm>
              <a:off x="4750" y="402"/>
              <a:ext cx="288" cy="0"/>
            </a:xfrm>
            <a:prstGeom prst="line">
              <a:avLst/>
            </a:prstGeom>
            <a:noFill/>
            <a:ln w="28575">
              <a:solidFill>
                <a:schemeClr val="accent3"/>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1200" dirty="0">
                <a:solidFill>
                  <a:srgbClr val="000000"/>
                </a:solidFill>
              </a:endParaRPr>
            </a:p>
          </p:txBody>
        </p:sp>
        <p:sp>
          <p:nvSpPr>
            <p:cNvPr id="38" name="LineLegend3"/>
            <p:cNvSpPr>
              <a:spLocks noChangeShapeType="1"/>
            </p:cNvSpPr>
            <p:nvPr/>
          </p:nvSpPr>
          <p:spPr bwMode="auto">
            <a:xfrm>
              <a:off x="4750" y="577"/>
              <a:ext cx="288" cy="0"/>
            </a:xfrm>
            <a:prstGeom prst="line">
              <a:avLst/>
            </a:prstGeom>
            <a:noFill/>
            <a:ln w="28575">
              <a:solidFill>
                <a:schemeClr val="accent3"/>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0"/>
                </a:spcBef>
                <a:spcAft>
                  <a:spcPct val="0"/>
                </a:spcAft>
              </a:pPr>
              <a:endParaRPr lang="en-US" sz="1200" dirty="0">
                <a:solidFill>
                  <a:srgbClr val="000000"/>
                </a:solidFill>
              </a:endParaRPr>
            </a:p>
          </p:txBody>
        </p:sp>
        <p:sp>
          <p:nvSpPr>
            <p:cNvPr id="39" name="Legend1"/>
            <p:cNvSpPr>
              <a:spLocks noChangeArrowheads="1"/>
            </p:cNvSpPr>
            <p:nvPr/>
          </p:nvSpPr>
          <p:spPr bwMode="auto">
            <a:xfrm>
              <a:off x="5104" y="176"/>
              <a:ext cx="24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255" fontAlgn="base">
                <a:spcBef>
                  <a:spcPct val="0"/>
                </a:spcBef>
                <a:spcAft>
                  <a:spcPct val="0"/>
                </a:spcAft>
                <a:buClr>
                  <a:srgbClr val="000000"/>
                </a:buClr>
              </a:pPr>
              <a:r>
                <a:rPr lang="en-US" sz="1200" dirty="0">
                  <a:solidFill>
                    <a:srgbClr val="000000"/>
                  </a:solidFill>
                </a:rPr>
                <a:t>Legend</a:t>
              </a:r>
            </a:p>
          </p:txBody>
        </p:sp>
        <p:sp>
          <p:nvSpPr>
            <p:cNvPr id="40" name="Legend2"/>
            <p:cNvSpPr>
              <a:spLocks noChangeArrowheads="1"/>
            </p:cNvSpPr>
            <p:nvPr/>
          </p:nvSpPr>
          <p:spPr bwMode="auto">
            <a:xfrm>
              <a:off x="5104" y="344"/>
              <a:ext cx="24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255" fontAlgn="base">
                <a:spcBef>
                  <a:spcPct val="0"/>
                </a:spcBef>
                <a:spcAft>
                  <a:spcPct val="0"/>
                </a:spcAft>
                <a:buClr>
                  <a:srgbClr val="000000"/>
                </a:buClr>
              </a:pPr>
              <a:r>
                <a:rPr lang="en-US" sz="1200" dirty="0">
                  <a:solidFill>
                    <a:srgbClr val="000000"/>
                  </a:solidFill>
                </a:rPr>
                <a:t>Legend</a:t>
              </a:r>
            </a:p>
          </p:txBody>
        </p:sp>
        <p:sp>
          <p:nvSpPr>
            <p:cNvPr id="41" name="Legend3"/>
            <p:cNvSpPr>
              <a:spLocks noChangeArrowheads="1"/>
            </p:cNvSpPr>
            <p:nvPr/>
          </p:nvSpPr>
          <p:spPr bwMode="auto">
            <a:xfrm>
              <a:off x="5104" y="520"/>
              <a:ext cx="241" cy="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255" fontAlgn="base">
                <a:spcBef>
                  <a:spcPct val="0"/>
                </a:spcBef>
                <a:spcAft>
                  <a:spcPct val="0"/>
                </a:spcAft>
                <a:buClr>
                  <a:srgbClr val="000000"/>
                </a:buClr>
              </a:pPr>
              <a:r>
                <a:rPr lang="en-US" sz="1200" dirty="0">
                  <a:solidFill>
                    <a:srgbClr val="000000"/>
                  </a:solidFill>
                </a:rPr>
                <a:t>Legend</a:t>
              </a:r>
            </a:p>
          </p:txBody>
        </p:sp>
      </p:grpSp>
      <p:grpSp>
        <p:nvGrpSpPr>
          <p:cNvPr id="42" name="McKSticker" hidden="1"/>
          <p:cNvGrpSpPr/>
          <p:nvPr/>
        </p:nvGrpSpPr>
        <p:grpSpPr bwMode="auto">
          <a:xfrm>
            <a:off x="10891855" y="295259"/>
            <a:ext cx="1066894" cy="212366"/>
            <a:chOff x="7940605" y="285750"/>
            <a:chExt cx="800170" cy="212366"/>
          </a:xfrm>
        </p:grpSpPr>
        <p:sp>
          <p:nvSpPr>
            <p:cNvPr id="43" name="StickerRectangle"/>
            <p:cNvSpPr>
              <a:spLocks noChangeArrowheads="1"/>
            </p:cNvSpPr>
            <p:nvPr/>
          </p:nvSpPr>
          <p:spPr bwMode="auto">
            <a:xfrm>
              <a:off x="7940605" y="285750"/>
              <a:ext cx="800170" cy="2123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7432" tIns="0" rIns="0" bIns="27432">
              <a:spAutoFit/>
            </a:bodyPr>
            <a:lstStyle/>
            <a:p>
              <a:pPr algn="r" defTabSz="895255" fontAlgn="base">
                <a:spcBef>
                  <a:spcPct val="0"/>
                </a:spcBef>
                <a:spcAft>
                  <a:spcPct val="0"/>
                </a:spcAft>
                <a:buClr>
                  <a:srgbClr val="000000"/>
                </a:buClr>
              </a:pPr>
              <a:r>
                <a:rPr lang="en-US" sz="1200" dirty="0">
                  <a:solidFill>
                    <a:srgbClr val="808080"/>
                  </a:solidFill>
                </a:rPr>
                <a:t>PRELIMINARY</a:t>
              </a:r>
            </a:p>
          </p:txBody>
        </p:sp>
        <p:cxnSp>
          <p:nvCxnSpPr>
            <p:cNvPr id="44" name="AutoShape 31"/>
            <p:cNvCxnSpPr>
              <a:cxnSpLocks noChangeShapeType="1"/>
              <a:stCxn id="43" idx="2"/>
              <a:endCxn id="43" idx="4"/>
            </p:cNvCxnSpPr>
            <p:nvPr/>
          </p:nvCxnSpPr>
          <p:spPr bwMode="auto">
            <a:xfrm>
              <a:off x="7940605" y="285750"/>
              <a:ext cx="0" cy="212366"/>
            </a:xfrm>
            <a:prstGeom prst="straightConnector1">
              <a:avLst/>
            </a:prstGeom>
            <a:noFill/>
            <a:ln w="9525">
              <a:solidFill>
                <a:srgbClr val="808080"/>
              </a:solidFill>
              <a:round/>
              <a:headEnd/>
              <a:tailEnd/>
            </a:ln>
            <a:extLst>
              <a:ext uri="{909E8E84-426E-40DD-AFC4-6F175D3DCCD1}">
                <a14:hiddenFill xmlns:a14="http://schemas.microsoft.com/office/drawing/2010/main">
                  <a:noFill/>
                </a14:hiddenFill>
              </a:ext>
            </a:extLst>
          </p:spPr>
        </p:cxnSp>
        <p:cxnSp>
          <p:nvCxnSpPr>
            <p:cNvPr id="45" name="AutoShape 32"/>
            <p:cNvCxnSpPr>
              <a:cxnSpLocks noChangeShapeType="1"/>
              <a:stCxn id="43" idx="4"/>
              <a:endCxn id="43" idx="6"/>
            </p:cNvCxnSpPr>
            <p:nvPr/>
          </p:nvCxnSpPr>
          <p:spPr bwMode="auto">
            <a:xfrm>
              <a:off x="7940605" y="498116"/>
              <a:ext cx="800170" cy="0"/>
            </a:xfrm>
            <a:prstGeom prst="straightConnector1">
              <a:avLst/>
            </a:prstGeom>
            <a:noFill/>
            <a:ln w="25400">
              <a:solidFill>
                <a:srgbClr val="808080"/>
              </a:solidFill>
              <a:round/>
              <a:headEnd/>
              <a:tailEnd/>
            </a:ln>
            <a:extLst>
              <a:ext uri="{909E8E84-426E-40DD-AFC4-6F175D3DCCD1}">
                <a14:hiddenFill xmlns:a14="http://schemas.microsoft.com/office/drawing/2010/main">
                  <a:noFill/>
                </a14:hiddenFill>
              </a:ext>
            </a:extLst>
          </p:spPr>
        </p:cxnSp>
      </p:grpSp>
      <p:grpSp>
        <p:nvGrpSpPr>
          <p:cNvPr id="46" name="LegendMoons" hidden="1"/>
          <p:cNvGrpSpPr/>
          <p:nvPr/>
        </p:nvGrpSpPr>
        <p:grpSpPr bwMode="auto">
          <a:xfrm>
            <a:off x="10851500" y="295260"/>
            <a:ext cx="937321" cy="1306516"/>
            <a:chOff x="6655594" y="273840"/>
            <a:chExt cx="702991" cy="1306516"/>
          </a:xfrm>
        </p:grpSpPr>
        <p:grpSp>
          <p:nvGrpSpPr>
            <p:cNvPr id="47" name="MoonLegend1"/>
            <p:cNvGrpSpPr>
              <a:grpSpLocks noChangeAspect="1"/>
            </p:cNvGrpSpPr>
            <p:nvPr>
              <p:custDataLst>
                <p:tags r:id="rId12"/>
              </p:custDataLst>
            </p:nvPr>
          </p:nvGrpSpPr>
          <p:grpSpPr bwMode="auto">
            <a:xfrm>
              <a:off x="6655594" y="273840"/>
              <a:ext cx="209550" cy="209551"/>
              <a:chOff x="4533" y="183"/>
              <a:chExt cx="144" cy="144"/>
            </a:xfrm>
          </p:grpSpPr>
          <p:sp>
            <p:nvSpPr>
              <p:cNvPr id="65" name="Oval 38"/>
              <p:cNvSpPr>
                <a:spLocks noChangeAspect="1" noChangeArrowheads="1"/>
              </p:cNvSpPr>
              <p:nvPr>
                <p:custDataLst>
                  <p:tags r:id="rId25"/>
                </p:custDataLst>
              </p:nvPr>
            </p:nvSpPr>
            <p:spPr bwMode="auto">
              <a:xfrm>
                <a:off x="4533" y="183"/>
                <a:ext cx="144" cy="144"/>
              </a:xfrm>
              <a:prstGeom prst="ellipse">
                <a:avLst/>
              </a:prstGeom>
              <a:solidFill>
                <a:schemeClr val="bg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200" dirty="0">
                  <a:solidFill>
                    <a:srgbClr val="000000"/>
                  </a:solidFill>
                </a:endParaRPr>
              </a:p>
            </p:txBody>
          </p:sp>
          <p:sp>
            <p:nvSpPr>
              <p:cNvPr id="66" name="Arc 39"/>
              <p:cNvSpPr>
                <a:spLocks noChangeAspect="1"/>
              </p:cNvSpPr>
              <p:nvPr>
                <p:custDataLst>
                  <p:tags r:id="rId26"/>
                </p:custDataLst>
              </p:nvPr>
            </p:nvSpPr>
            <p:spPr bwMode="auto">
              <a:xfrm>
                <a:off x="4533" y="183"/>
                <a:ext cx="144" cy="144"/>
              </a:xfrm>
              <a:prstGeom prst="arc">
                <a:avLst>
                  <a:gd name="adj1" fmla="val 16200000"/>
                  <a:gd name="adj2" fmla="val 5400000"/>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200" dirty="0">
                  <a:solidFill>
                    <a:srgbClr val="000000"/>
                  </a:solidFill>
                </a:endParaRPr>
              </a:p>
            </p:txBody>
          </p:sp>
        </p:grpSp>
        <p:grpSp>
          <p:nvGrpSpPr>
            <p:cNvPr id="48" name="MoonLegend2"/>
            <p:cNvGrpSpPr>
              <a:grpSpLocks noChangeAspect="1"/>
            </p:cNvGrpSpPr>
            <p:nvPr>
              <p:custDataLst>
                <p:tags r:id="rId13"/>
              </p:custDataLst>
            </p:nvPr>
          </p:nvGrpSpPr>
          <p:grpSpPr bwMode="auto">
            <a:xfrm>
              <a:off x="6655594" y="548081"/>
              <a:ext cx="209550" cy="209551"/>
              <a:chOff x="1694" y="2044"/>
              <a:chExt cx="160" cy="160"/>
            </a:xfrm>
          </p:grpSpPr>
          <p:sp>
            <p:nvSpPr>
              <p:cNvPr id="63" name="Oval 41"/>
              <p:cNvSpPr>
                <a:spLocks noChangeAspect="1" noChangeArrowheads="1"/>
              </p:cNvSpPr>
              <p:nvPr>
                <p:custDataLst>
                  <p:tags r:id="rId23"/>
                </p:custDataLst>
              </p:nvPr>
            </p:nvSpPr>
            <p:spPr bwMode="auto">
              <a:xfrm>
                <a:off x="1694" y="2044"/>
                <a:ext cx="160" cy="160"/>
              </a:xfrm>
              <a:prstGeom prst="ellipse">
                <a:avLst/>
              </a:prstGeom>
              <a:solidFill>
                <a:schemeClr val="bg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200" dirty="0">
                  <a:solidFill>
                    <a:srgbClr val="000000"/>
                  </a:solidFill>
                </a:endParaRPr>
              </a:p>
            </p:txBody>
          </p:sp>
          <p:sp>
            <p:nvSpPr>
              <p:cNvPr id="64" name="Arc 42"/>
              <p:cNvSpPr>
                <a:spLocks noChangeAspect="1"/>
              </p:cNvSpPr>
              <p:nvPr>
                <p:custDataLst>
                  <p:tags r:id="rId24"/>
                </p:custDataLst>
              </p:nvPr>
            </p:nvSpPr>
            <p:spPr bwMode="auto">
              <a:xfrm>
                <a:off x="1694" y="2044"/>
                <a:ext cx="160" cy="160"/>
              </a:xfrm>
              <a:prstGeom prst="arc">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200" dirty="0">
                  <a:solidFill>
                    <a:srgbClr val="000000"/>
                  </a:solidFill>
                </a:endParaRPr>
              </a:p>
            </p:txBody>
          </p:sp>
        </p:grpSp>
        <p:grpSp>
          <p:nvGrpSpPr>
            <p:cNvPr id="49" name="MoonLegend4"/>
            <p:cNvGrpSpPr>
              <a:grpSpLocks noChangeAspect="1"/>
            </p:cNvGrpSpPr>
            <p:nvPr>
              <p:custDataLst>
                <p:tags r:id="rId14"/>
              </p:custDataLst>
            </p:nvPr>
          </p:nvGrpSpPr>
          <p:grpSpPr bwMode="auto">
            <a:xfrm>
              <a:off x="6655594" y="1096563"/>
              <a:ext cx="209550" cy="209551"/>
              <a:chOff x="4495" y="1198"/>
              <a:chExt cx="160" cy="160"/>
            </a:xfrm>
          </p:grpSpPr>
          <p:sp>
            <p:nvSpPr>
              <p:cNvPr id="61" name="Oval 47"/>
              <p:cNvSpPr>
                <a:spLocks noChangeAspect="1" noChangeArrowheads="1"/>
              </p:cNvSpPr>
              <p:nvPr>
                <p:custDataLst>
                  <p:tags r:id="rId21"/>
                </p:custDataLst>
              </p:nvPr>
            </p:nvSpPr>
            <p:spPr bwMode="auto">
              <a:xfrm>
                <a:off x="4495" y="1198"/>
                <a:ext cx="160" cy="160"/>
              </a:xfrm>
              <a:prstGeom prst="ellipse">
                <a:avLst/>
              </a:prstGeom>
              <a:solidFill>
                <a:schemeClr val="bg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200" dirty="0">
                  <a:solidFill>
                    <a:srgbClr val="000000"/>
                  </a:solidFill>
                </a:endParaRPr>
              </a:p>
            </p:txBody>
          </p:sp>
          <p:sp>
            <p:nvSpPr>
              <p:cNvPr id="62" name="Arc 48"/>
              <p:cNvSpPr>
                <a:spLocks noChangeAspect="1"/>
              </p:cNvSpPr>
              <p:nvPr>
                <p:custDataLst>
                  <p:tags r:id="rId22"/>
                </p:custDataLst>
              </p:nvPr>
            </p:nvSpPr>
            <p:spPr bwMode="auto">
              <a:xfrm>
                <a:off x="4495" y="1198"/>
                <a:ext cx="160" cy="160"/>
              </a:xfrm>
              <a:prstGeom prst="arc">
                <a:avLst>
                  <a:gd name="adj1" fmla="val 16200000"/>
                  <a:gd name="adj2" fmla="val 10800000"/>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200" dirty="0">
                  <a:solidFill>
                    <a:srgbClr val="000000"/>
                  </a:solidFill>
                </a:endParaRPr>
              </a:p>
            </p:txBody>
          </p:sp>
        </p:grpSp>
        <p:grpSp>
          <p:nvGrpSpPr>
            <p:cNvPr id="50" name="MoonLegend5"/>
            <p:cNvGrpSpPr>
              <a:grpSpLocks noChangeAspect="1"/>
            </p:cNvGrpSpPr>
            <p:nvPr>
              <p:custDataLst>
                <p:tags r:id="rId15"/>
              </p:custDataLst>
            </p:nvPr>
          </p:nvGrpSpPr>
          <p:grpSpPr bwMode="auto">
            <a:xfrm>
              <a:off x="6655594" y="1370805"/>
              <a:ext cx="209550" cy="209551"/>
              <a:chOff x="4495" y="1440"/>
              <a:chExt cx="160" cy="160"/>
            </a:xfrm>
          </p:grpSpPr>
          <p:sp>
            <p:nvSpPr>
              <p:cNvPr id="59" name="Oval 50"/>
              <p:cNvSpPr>
                <a:spLocks noChangeAspect="1" noChangeArrowheads="1"/>
              </p:cNvSpPr>
              <p:nvPr>
                <p:custDataLst>
                  <p:tags r:id="rId19"/>
                </p:custDataLst>
              </p:nvPr>
            </p:nvSpPr>
            <p:spPr bwMode="auto">
              <a:xfrm>
                <a:off x="4495" y="1440"/>
                <a:ext cx="160" cy="160"/>
              </a:xfrm>
              <a:prstGeom prst="ellipse">
                <a:avLst/>
              </a:prstGeom>
              <a:solidFill>
                <a:schemeClr val="bg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200" dirty="0">
                  <a:solidFill>
                    <a:srgbClr val="000000"/>
                  </a:solidFill>
                </a:endParaRPr>
              </a:p>
            </p:txBody>
          </p:sp>
          <p:sp>
            <p:nvSpPr>
              <p:cNvPr id="60" name="Oval 51"/>
              <p:cNvSpPr>
                <a:spLocks noChangeAspect="1" noChangeArrowheads="1"/>
              </p:cNvSpPr>
              <p:nvPr>
                <p:custDataLst>
                  <p:tags r:id="rId20"/>
                </p:custDataLst>
              </p:nvPr>
            </p:nvSpPr>
            <p:spPr bwMode="auto">
              <a:xfrm>
                <a:off x="4495" y="1440"/>
                <a:ext cx="160" cy="160"/>
              </a:xfrm>
              <a:prstGeom prst="arc">
                <a:avLst>
                  <a:gd name="adj1" fmla="val 16200000"/>
                  <a:gd name="adj2" fmla="val 16200000"/>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200" dirty="0">
                  <a:solidFill>
                    <a:srgbClr val="000000"/>
                  </a:solidFill>
                </a:endParaRPr>
              </a:p>
            </p:txBody>
          </p:sp>
        </p:grpSp>
        <p:sp>
          <p:nvSpPr>
            <p:cNvPr id="51" name="Legend1"/>
            <p:cNvSpPr>
              <a:spLocks noChangeArrowheads="1"/>
            </p:cNvSpPr>
            <p:nvPr/>
          </p:nvSpPr>
          <p:spPr bwMode="auto">
            <a:xfrm>
              <a:off x="6976269" y="286540"/>
              <a:ext cx="382316"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255" fontAlgn="base">
                <a:spcBef>
                  <a:spcPct val="0"/>
                </a:spcBef>
                <a:spcAft>
                  <a:spcPct val="0"/>
                </a:spcAft>
                <a:buClr>
                  <a:srgbClr val="000000"/>
                </a:buClr>
              </a:pPr>
              <a:r>
                <a:rPr lang="en-US" sz="1200" dirty="0">
                  <a:solidFill>
                    <a:srgbClr val="000000"/>
                  </a:solidFill>
                </a:rPr>
                <a:t>Legend</a:t>
              </a:r>
            </a:p>
          </p:txBody>
        </p:sp>
        <p:sp>
          <p:nvSpPr>
            <p:cNvPr id="52" name="Legend2"/>
            <p:cNvSpPr>
              <a:spLocks noChangeArrowheads="1"/>
            </p:cNvSpPr>
            <p:nvPr/>
          </p:nvSpPr>
          <p:spPr bwMode="auto">
            <a:xfrm>
              <a:off x="6976269" y="561178"/>
              <a:ext cx="382316"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255" fontAlgn="base">
                <a:spcBef>
                  <a:spcPct val="0"/>
                </a:spcBef>
                <a:spcAft>
                  <a:spcPct val="0"/>
                </a:spcAft>
                <a:buClr>
                  <a:srgbClr val="000000"/>
                </a:buClr>
              </a:pPr>
              <a:r>
                <a:rPr lang="en-US" sz="1200" dirty="0">
                  <a:solidFill>
                    <a:srgbClr val="000000"/>
                  </a:solidFill>
                </a:rPr>
                <a:t>Legend</a:t>
              </a:r>
            </a:p>
          </p:txBody>
        </p:sp>
        <p:sp>
          <p:nvSpPr>
            <p:cNvPr id="53" name="Legend3"/>
            <p:cNvSpPr>
              <a:spLocks noChangeArrowheads="1"/>
            </p:cNvSpPr>
            <p:nvPr/>
          </p:nvSpPr>
          <p:spPr bwMode="auto">
            <a:xfrm>
              <a:off x="6976269" y="835817"/>
              <a:ext cx="382316"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255" fontAlgn="base">
                <a:spcBef>
                  <a:spcPct val="0"/>
                </a:spcBef>
                <a:spcAft>
                  <a:spcPct val="0"/>
                </a:spcAft>
                <a:buClr>
                  <a:srgbClr val="000000"/>
                </a:buClr>
              </a:pPr>
              <a:r>
                <a:rPr lang="en-US" sz="1200" dirty="0">
                  <a:solidFill>
                    <a:srgbClr val="000000"/>
                  </a:solidFill>
                </a:rPr>
                <a:t>Legend</a:t>
              </a:r>
            </a:p>
          </p:txBody>
        </p:sp>
        <p:sp>
          <p:nvSpPr>
            <p:cNvPr id="54" name="Legend4"/>
            <p:cNvSpPr>
              <a:spLocks noChangeArrowheads="1"/>
            </p:cNvSpPr>
            <p:nvPr/>
          </p:nvSpPr>
          <p:spPr bwMode="auto">
            <a:xfrm>
              <a:off x="6976269" y="1107280"/>
              <a:ext cx="382316"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255" fontAlgn="base">
                <a:spcBef>
                  <a:spcPct val="0"/>
                </a:spcBef>
                <a:spcAft>
                  <a:spcPct val="0"/>
                </a:spcAft>
                <a:buClr>
                  <a:srgbClr val="000000"/>
                </a:buClr>
              </a:pPr>
              <a:r>
                <a:rPr lang="en-US" sz="1200" dirty="0">
                  <a:solidFill>
                    <a:srgbClr val="000000"/>
                  </a:solidFill>
                </a:rPr>
                <a:t>Legend</a:t>
              </a:r>
            </a:p>
          </p:txBody>
        </p:sp>
        <p:sp>
          <p:nvSpPr>
            <p:cNvPr id="55" name="Legend5"/>
            <p:cNvSpPr>
              <a:spLocks noChangeArrowheads="1"/>
            </p:cNvSpPr>
            <p:nvPr/>
          </p:nvSpPr>
          <p:spPr bwMode="auto">
            <a:xfrm>
              <a:off x="6976269" y="1383505"/>
              <a:ext cx="382316"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95255" fontAlgn="base">
                <a:spcBef>
                  <a:spcPct val="0"/>
                </a:spcBef>
                <a:spcAft>
                  <a:spcPct val="0"/>
                </a:spcAft>
                <a:buClr>
                  <a:srgbClr val="000000"/>
                </a:buClr>
              </a:pPr>
              <a:r>
                <a:rPr lang="en-US" sz="1200" dirty="0">
                  <a:solidFill>
                    <a:srgbClr val="000000"/>
                  </a:solidFill>
                </a:rPr>
                <a:t>Legend</a:t>
              </a:r>
            </a:p>
          </p:txBody>
        </p:sp>
        <p:grpSp>
          <p:nvGrpSpPr>
            <p:cNvPr id="56" name="MoonLegend3"/>
            <p:cNvGrpSpPr>
              <a:grpSpLocks noChangeAspect="1"/>
            </p:cNvGrpSpPr>
            <p:nvPr>
              <p:custDataLst>
                <p:tags r:id="rId16"/>
              </p:custDataLst>
            </p:nvPr>
          </p:nvGrpSpPr>
          <p:grpSpPr bwMode="auto">
            <a:xfrm>
              <a:off x="6655594" y="822322"/>
              <a:ext cx="209550" cy="209551"/>
              <a:chOff x="4495" y="1198"/>
              <a:chExt cx="160" cy="160"/>
            </a:xfrm>
          </p:grpSpPr>
          <p:sp>
            <p:nvSpPr>
              <p:cNvPr id="57" name="Oval 47"/>
              <p:cNvSpPr>
                <a:spLocks noChangeAspect="1" noChangeArrowheads="1"/>
              </p:cNvSpPr>
              <p:nvPr>
                <p:custDataLst>
                  <p:tags r:id="rId17"/>
                </p:custDataLst>
              </p:nvPr>
            </p:nvSpPr>
            <p:spPr bwMode="auto">
              <a:xfrm>
                <a:off x="4495" y="1198"/>
                <a:ext cx="160" cy="160"/>
              </a:xfrm>
              <a:prstGeom prst="ellipse">
                <a:avLst/>
              </a:prstGeom>
              <a:solidFill>
                <a:schemeClr val="bg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200" dirty="0">
                  <a:solidFill>
                    <a:srgbClr val="000000"/>
                  </a:solidFill>
                </a:endParaRPr>
              </a:p>
            </p:txBody>
          </p:sp>
          <p:sp>
            <p:nvSpPr>
              <p:cNvPr id="58" name="Arc 48"/>
              <p:cNvSpPr>
                <a:spLocks noChangeAspect="1"/>
              </p:cNvSpPr>
              <p:nvPr>
                <p:custDataLst>
                  <p:tags r:id="rId18"/>
                </p:custDataLst>
              </p:nvPr>
            </p:nvSpPr>
            <p:spPr bwMode="auto">
              <a:xfrm>
                <a:off x="4495" y="1198"/>
                <a:ext cx="160" cy="160"/>
              </a:xfrm>
              <a:prstGeom prst="arc">
                <a:avLst>
                  <a:gd name="adj1" fmla="val 16200000"/>
                  <a:gd name="adj2" fmla="val 5400000"/>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200" dirty="0">
                  <a:solidFill>
                    <a:srgbClr val="000000"/>
                  </a:solidFill>
                </a:endParaRPr>
              </a:p>
            </p:txBody>
          </p:sp>
        </p:grpSp>
      </p:grpSp>
      <p:grpSp>
        <p:nvGrpSpPr>
          <p:cNvPr id="67" name="McK Moon" hidden="1"/>
          <p:cNvGrpSpPr>
            <a:grpSpLocks noChangeAspect="1"/>
          </p:cNvGrpSpPr>
          <p:nvPr>
            <p:custDataLst>
              <p:tags r:id="rId9"/>
            </p:custDataLst>
          </p:nvPr>
        </p:nvGrpSpPr>
        <p:grpSpPr bwMode="auto">
          <a:xfrm>
            <a:off x="10851503" y="1971370"/>
            <a:ext cx="338667" cy="254000"/>
            <a:chOff x="1600" y="1600"/>
            <a:chExt cx="160" cy="160"/>
          </a:xfrm>
        </p:grpSpPr>
        <p:sp>
          <p:nvSpPr>
            <p:cNvPr id="68" name="Oval 90"/>
            <p:cNvSpPr>
              <a:spLocks noChangeAspect="1" noChangeArrowheads="1"/>
            </p:cNvSpPr>
            <p:nvPr>
              <p:custDataLst>
                <p:tags r:id="rId10"/>
              </p:custDataLst>
            </p:nvPr>
          </p:nvSpPr>
          <p:spPr bwMode="auto">
            <a:xfrm>
              <a:off x="1600" y="1600"/>
              <a:ext cx="160" cy="160"/>
            </a:xfrm>
            <a:prstGeom prst="ellipse">
              <a:avLst/>
            </a:prstGeom>
            <a:solidFill>
              <a:schemeClr val="bg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endParaRPr>
            </a:p>
          </p:txBody>
        </p:sp>
        <p:sp>
          <p:nvSpPr>
            <p:cNvPr id="69" name="Arc 91"/>
            <p:cNvSpPr>
              <a:spLocks noChangeAspect="1"/>
            </p:cNvSpPr>
            <p:nvPr>
              <p:custDataLst>
                <p:tags r:id="rId11"/>
              </p:custDataLst>
            </p:nvPr>
          </p:nvSpPr>
          <p:spPr bwMode="auto">
            <a:xfrm>
              <a:off x="1600" y="1600"/>
              <a:ext cx="160" cy="160"/>
            </a:xfrm>
            <a:prstGeom prst="arc">
              <a:avLst/>
            </a:prstGeom>
            <a:solidFill>
              <a:schemeClr val="accent1"/>
            </a:solidFill>
            <a:ln w="9525">
              <a:solidFill>
                <a:schemeClr val="accent6"/>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lang="en-US" sz="1600" dirty="0">
                <a:solidFill>
                  <a:srgbClr val="000000"/>
                </a:solidFill>
              </a:endParaRPr>
            </a:p>
          </p:txBody>
        </p:sp>
      </p:grpSp>
      <p:sp>
        <p:nvSpPr>
          <p:cNvPr id="70" name="Slide Number"/>
          <p:cNvSpPr txBox="1">
            <a:spLocks/>
          </p:cNvSpPr>
          <p:nvPr/>
        </p:nvSpPr>
        <p:spPr bwMode="auto">
          <a:xfrm>
            <a:off x="11801650" y="6704112"/>
            <a:ext cx="157094" cy="153888"/>
          </a:xfrm>
          <a:prstGeom prst="rect">
            <a:avLst/>
          </a:prstGeom>
        </p:spPr>
        <p:txBody>
          <a:bodyPr vert="horz" wrap="none" lIns="0" tIns="0" rIns="0" bIns="0" rtlCol="0" anchor="b">
            <a:spAutoFit/>
          </a:bodyPr>
          <a:lstStyle>
            <a:defPPr>
              <a:defRPr lang="en-US"/>
            </a:defPPr>
            <a:lvl1pPr>
              <a:defRPr sz="1000" baseline="0">
                <a:latin typeface="+mn-lt"/>
              </a:defRPr>
            </a:lvl1pPr>
          </a:lstStyle>
          <a:p>
            <a:pPr algn="r" fontAlgn="base">
              <a:spcBef>
                <a:spcPct val="0"/>
              </a:spcBef>
              <a:spcAft>
                <a:spcPct val="0"/>
              </a:spcAft>
            </a:pPr>
            <a:fld id="{42C328C1-A84F-4A39-A664-DBA00541A8C6}" type="slidenum">
              <a:rPr lang="en-US" smtClean="0">
                <a:solidFill>
                  <a:srgbClr val="000000"/>
                </a:solidFill>
              </a:rPr>
              <a:pPr algn="r" fontAlgn="base">
                <a:spcBef>
                  <a:spcPct val="0"/>
                </a:spcBef>
                <a:spcAft>
                  <a:spcPct val="0"/>
                </a:spcAft>
              </a:pPr>
              <a:t>‹#›</a:t>
            </a:fld>
            <a:endParaRPr lang="en-US" dirty="0">
              <a:solidFill>
                <a:srgbClr val="000000"/>
              </a:solidFill>
            </a:endParaRPr>
          </a:p>
        </p:txBody>
      </p:sp>
    </p:spTree>
    <p:extLst>
      <p:ext uri="{BB962C8B-B14F-4D97-AF65-F5344CB8AC3E}">
        <p14:creationId xmlns:p14="http://schemas.microsoft.com/office/powerpoint/2010/main" val="2056654588"/>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Lst>
  <p:txStyles>
    <p:titleStyle>
      <a:lvl1pPr algn="l" defTabSz="913429" rtl="0" eaLnBrk="1" fontAlgn="base" hangingPunct="1">
        <a:spcBef>
          <a:spcPct val="0"/>
        </a:spcBef>
        <a:spcAft>
          <a:spcPct val="0"/>
        </a:spcAft>
        <a:tabLst>
          <a:tab pos="275324" algn="l"/>
        </a:tabLst>
        <a:defRPr sz="2000" b="0" baseline="0">
          <a:solidFill>
            <a:srgbClr val="253E51"/>
          </a:solidFill>
          <a:latin typeface="+mj-lt"/>
          <a:ea typeface="Arial Unicode MS" pitchFamily="34" charset="-128"/>
          <a:cs typeface="Arial Unicode MS" pitchFamily="34" charset="-128"/>
        </a:defRPr>
      </a:lvl1pPr>
      <a:lvl2pPr algn="l" defTabSz="913429" rtl="0" eaLnBrk="1" fontAlgn="base" hangingPunct="1">
        <a:spcBef>
          <a:spcPct val="0"/>
        </a:spcBef>
        <a:spcAft>
          <a:spcPct val="0"/>
        </a:spcAft>
        <a:defRPr sz="1900" b="1">
          <a:solidFill>
            <a:schemeClr val="tx2"/>
          </a:solidFill>
          <a:latin typeface="Arial" charset="0"/>
        </a:defRPr>
      </a:lvl2pPr>
      <a:lvl3pPr algn="l" defTabSz="913429" rtl="0" eaLnBrk="1" fontAlgn="base" hangingPunct="1">
        <a:spcBef>
          <a:spcPct val="0"/>
        </a:spcBef>
        <a:spcAft>
          <a:spcPct val="0"/>
        </a:spcAft>
        <a:defRPr sz="1900" b="1">
          <a:solidFill>
            <a:schemeClr val="tx2"/>
          </a:solidFill>
          <a:latin typeface="Arial" charset="0"/>
        </a:defRPr>
      </a:lvl3pPr>
      <a:lvl4pPr algn="l" defTabSz="913429" rtl="0" eaLnBrk="1" fontAlgn="base" hangingPunct="1">
        <a:spcBef>
          <a:spcPct val="0"/>
        </a:spcBef>
        <a:spcAft>
          <a:spcPct val="0"/>
        </a:spcAft>
        <a:defRPr sz="1900" b="1">
          <a:solidFill>
            <a:schemeClr val="tx2"/>
          </a:solidFill>
          <a:latin typeface="Arial" charset="0"/>
        </a:defRPr>
      </a:lvl4pPr>
      <a:lvl5pPr algn="l" defTabSz="913429" rtl="0" eaLnBrk="1" fontAlgn="base" hangingPunct="1">
        <a:spcBef>
          <a:spcPct val="0"/>
        </a:spcBef>
        <a:spcAft>
          <a:spcPct val="0"/>
        </a:spcAft>
        <a:defRPr sz="1900" b="1">
          <a:solidFill>
            <a:schemeClr val="tx2"/>
          </a:solidFill>
          <a:latin typeface="Arial" charset="0"/>
        </a:defRPr>
      </a:lvl5pPr>
      <a:lvl6pPr marL="466431" algn="l" defTabSz="913429" rtl="0" eaLnBrk="1" fontAlgn="base" hangingPunct="1">
        <a:spcBef>
          <a:spcPct val="0"/>
        </a:spcBef>
        <a:spcAft>
          <a:spcPct val="0"/>
        </a:spcAft>
        <a:defRPr sz="1900" b="1">
          <a:solidFill>
            <a:schemeClr val="tx2"/>
          </a:solidFill>
          <a:latin typeface="Arial" charset="0"/>
        </a:defRPr>
      </a:lvl6pPr>
      <a:lvl7pPr marL="932863" algn="l" defTabSz="913429" rtl="0" eaLnBrk="1" fontAlgn="base" hangingPunct="1">
        <a:spcBef>
          <a:spcPct val="0"/>
        </a:spcBef>
        <a:spcAft>
          <a:spcPct val="0"/>
        </a:spcAft>
        <a:defRPr sz="1900" b="1">
          <a:solidFill>
            <a:schemeClr val="tx2"/>
          </a:solidFill>
          <a:latin typeface="Arial" charset="0"/>
        </a:defRPr>
      </a:lvl7pPr>
      <a:lvl8pPr marL="1399295" algn="l" defTabSz="913429" rtl="0" eaLnBrk="1" fontAlgn="base" hangingPunct="1">
        <a:spcBef>
          <a:spcPct val="0"/>
        </a:spcBef>
        <a:spcAft>
          <a:spcPct val="0"/>
        </a:spcAft>
        <a:defRPr sz="1900" b="1">
          <a:solidFill>
            <a:schemeClr val="tx2"/>
          </a:solidFill>
          <a:latin typeface="Arial" charset="0"/>
        </a:defRPr>
      </a:lvl8pPr>
      <a:lvl9pPr marL="1865728" algn="l" defTabSz="913429" rtl="0" eaLnBrk="1" fontAlgn="base" hangingPunct="1">
        <a:spcBef>
          <a:spcPct val="0"/>
        </a:spcBef>
        <a:spcAft>
          <a:spcPct val="0"/>
        </a:spcAft>
        <a:defRPr sz="1900" b="1">
          <a:solidFill>
            <a:schemeClr val="tx2"/>
          </a:solidFill>
          <a:latin typeface="Arial" charset="0"/>
        </a:defRPr>
      </a:lvl9pPr>
    </p:titleStyle>
    <p:bodyStyle>
      <a:lvl1pPr marL="0" indent="0" algn="l" defTabSz="913429" rtl="0" eaLnBrk="1" fontAlgn="base" hangingPunct="1">
        <a:spcBef>
          <a:spcPct val="0"/>
        </a:spcBef>
        <a:spcAft>
          <a:spcPct val="0"/>
        </a:spcAft>
        <a:buClr>
          <a:schemeClr val="tx2"/>
        </a:buClr>
        <a:defRPr sz="1600" baseline="0">
          <a:solidFill>
            <a:schemeClr val="tx1"/>
          </a:solidFill>
          <a:latin typeface="+mn-lt"/>
          <a:ea typeface="Arial Unicode MS" pitchFamily="34" charset="-128"/>
          <a:cs typeface="Arial Unicode MS" pitchFamily="34" charset="-128"/>
        </a:defRPr>
      </a:lvl1pPr>
      <a:lvl2pPr marL="215877" indent="-215877" algn="l" defTabSz="913429" rtl="0" eaLnBrk="1" fontAlgn="base" hangingPunct="1">
        <a:spcBef>
          <a:spcPct val="0"/>
        </a:spcBef>
        <a:spcAft>
          <a:spcPct val="0"/>
        </a:spcAft>
        <a:buClr>
          <a:schemeClr val="tx2"/>
        </a:buClr>
        <a:buSzPct val="125000"/>
        <a:buFont typeface="Calibri" pitchFamily="34" charset="0"/>
        <a:buChar char="▪"/>
        <a:defRPr sz="1600" baseline="0">
          <a:solidFill>
            <a:schemeClr val="tx1"/>
          </a:solidFill>
          <a:latin typeface="+mn-lt"/>
          <a:ea typeface="Arial Unicode MS" pitchFamily="34" charset="-128"/>
          <a:cs typeface="Arial Unicode MS" pitchFamily="34" charset="-128"/>
        </a:defRPr>
      </a:lvl2pPr>
      <a:lvl3pPr marL="471438" indent="-255561" algn="l" defTabSz="913429" rtl="0" eaLnBrk="1" fontAlgn="base" hangingPunct="1">
        <a:spcBef>
          <a:spcPct val="0"/>
        </a:spcBef>
        <a:spcAft>
          <a:spcPct val="0"/>
        </a:spcAft>
        <a:buClr>
          <a:schemeClr val="tx2"/>
        </a:buClr>
        <a:buSzPct val="120000"/>
        <a:buFont typeface="Arial" pitchFamily="34" charset="0"/>
        <a:buChar char="–"/>
        <a:defRPr sz="1600" baseline="0">
          <a:solidFill>
            <a:schemeClr val="tx1"/>
          </a:solidFill>
          <a:latin typeface="+mn-lt"/>
          <a:ea typeface="Arial Unicode MS" pitchFamily="34" charset="-128"/>
          <a:cs typeface="Arial Unicode MS" pitchFamily="34" charset="-128"/>
        </a:defRPr>
      </a:lvl3pPr>
      <a:lvl4pPr marL="623822" indent="-153971" algn="l" defTabSz="913429" rtl="0" eaLnBrk="1" fontAlgn="base" hangingPunct="1">
        <a:spcBef>
          <a:spcPct val="0"/>
        </a:spcBef>
        <a:spcAft>
          <a:spcPct val="0"/>
        </a:spcAft>
        <a:buClr>
          <a:schemeClr val="tx2"/>
        </a:buClr>
        <a:buSzPct val="100000"/>
        <a:buFont typeface="Calibri" pitchFamily="34" charset="0"/>
        <a:buChar char="▫"/>
        <a:defRPr sz="1600" baseline="0">
          <a:solidFill>
            <a:schemeClr val="tx1"/>
          </a:solidFill>
          <a:latin typeface="+mn-lt"/>
          <a:ea typeface="Arial Unicode MS" pitchFamily="34" charset="-128"/>
          <a:cs typeface="Arial Unicode MS" pitchFamily="34" charset="-128"/>
        </a:defRPr>
      </a:lvl4pPr>
      <a:lvl5pPr marL="760333" indent="-131749" algn="l" defTabSz="913429"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ea typeface="Arial Unicode MS" pitchFamily="34" charset="-128"/>
          <a:cs typeface="Arial Unicode MS" pitchFamily="34" charset="-128"/>
        </a:defRPr>
      </a:lvl5pPr>
      <a:lvl6pPr marL="764947" indent="-132804" algn="l" defTabSz="913429"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6pPr>
      <a:lvl7pPr marL="764947" indent="-132804" algn="l" defTabSz="913429"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7pPr>
      <a:lvl8pPr marL="764947" indent="-132804" algn="l" defTabSz="913429"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8pPr>
      <a:lvl9pPr marL="764947" indent="-132804" algn="l" defTabSz="913429" rtl="0" eaLnBrk="1" fontAlgn="base" hangingPunct="1">
        <a:spcBef>
          <a:spcPct val="0"/>
        </a:spcBef>
        <a:spcAft>
          <a:spcPct val="0"/>
        </a:spcAft>
        <a:buClr>
          <a:schemeClr val="tx2"/>
        </a:buClr>
        <a:buSzPct val="89000"/>
        <a:buFont typeface="Arial" charset="0"/>
        <a:buChar char="-"/>
        <a:defRPr sz="1600" baseline="0">
          <a:solidFill>
            <a:schemeClr val="tx1"/>
          </a:solidFill>
          <a:latin typeface="+mn-lt"/>
        </a:defRPr>
      </a:lvl9pPr>
    </p:bodyStyle>
    <p:otherStyle>
      <a:defPPr>
        <a:defRPr lang="en-US"/>
      </a:defPPr>
      <a:lvl1pPr marL="0" algn="l" defTabSz="932863" rtl="0" eaLnBrk="1" latinLnBrk="0" hangingPunct="1">
        <a:defRPr sz="1800" kern="1200">
          <a:solidFill>
            <a:schemeClr val="tx1"/>
          </a:solidFill>
          <a:latin typeface="+mn-lt"/>
          <a:ea typeface="+mn-ea"/>
          <a:cs typeface="+mn-cs"/>
        </a:defRPr>
      </a:lvl1pPr>
      <a:lvl2pPr marL="466431" algn="l" defTabSz="932863" rtl="0" eaLnBrk="1" latinLnBrk="0" hangingPunct="1">
        <a:defRPr sz="1800" kern="1200">
          <a:solidFill>
            <a:schemeClr val="tx1"/>
          </a:solidFill>
          <a:latin typeface="+mn-lt"/>
          <a:ea typeface="+mn-ea"/>
          <a:cs typeface="+mn-cs"/>
        </a:defRPr>
      </a:lvl2pPr>
      <a:lvl3pPr marL="932863" algn="l" defTabSz="932863" rtl="0" eaLnBrk="1" latinLnBrk="0" hangingPunct="1">
        <a:defRPr sz="1800" kern="1200">
          <a:solidFill>
            <a:schemeClr val="tx1"/>
          </a:solidFill>
          <a:latin typeface="+mn-lt"/>
          <a:ea typeface="+mn-ea"/>
          <a:cs typeface="+mn-cs"/>
        </a:defRPr>
      </a:lvl3pPr>
      <a:lvl4pPr marL="1399295" algn="l" defTabSz="932863" rtl="0" eaLnBrk="1" latinLnBrk="0" hangingPunct="1">
        <a:defRPr sz="1800" kern="1200">
          <a:solidFill>
            <a:schemeClr val="tx1"/>
          </a:solidFill>
          <a:latin typeface="+mn-lt"/>
          <a:ea typeface="+mn-ea"/>
          <a:cs typeface="+mn-cs"/>
        </a:defRPr>
      </a:lvl4pPr>
      <a:lvl5pPr marL="1865728" algn="l" defTabSz="932863" rtl="0" eaLnBrk="1" latinLnBrk="0" hangingPunct="1">
        <a:defRPr sz="1800" kern="1200">
          <a:solidFill>
            <a:schemeClr val="tx1"/>
          </a:solidFill>
          <a:latin typeface="+mn-lt"/>
          <a:ea typeface="+mn-ea"/>
          <a:cs typeface="+mn-cs"/>
        </a:defRPr>
      </a:lvl5pPr>
      <a:lvl6pPr marL="2332159" algn="l" defTabSz="932863" rtl="0" eaLnBrk="1" latinLnBrk="0" hangingPunct="1">
        <a:defRPr sz="1800" kern="1200">
          <a:solidFill>
            <a:schemeClr val="tx1"/>
          </a:solidFill>
          <a:latin typeface="+mn-lt"/>
          <a:ea typeface="+mn-ea"/>
          <a:cs typeface="+mn-cs"/>
        </a:defRPr>
      </a:lvl6pPr>
      <a:lvl7pPr marL="2798590" algn="l" defTabSz="932863" rtl="0" eaLnBrk="1" latinLnBrk="0" hangingPunct="1">
        <a:defRPr sz="1800" kern="1200">
          <a:solidFill>
            <a:schemeClr val="tx1"/>
          </a:solidFill>
          <a:latin typeface="+mn-lt"/>
          <a:ea typeface="+mn-ea"/>
          <a:cs typeface="+mn-cs"/>
        </a:defRPr>
      </a:lvl7pPr>
      <a:lvl8pPr marL="3265022" algn="l" defTabSz="932863" rtl="0" eaLnBrk="1" latinLnBrk="0" hangingPunct="1">
        <a:defRPr sz="1800" kern="1200">
          <a:solidFill>
            <a:schemeClr val="tx1"/>
          </a:solidFill>
          <a:latin typeface="+mn-lt"/>
          <a:ea typeface="+mn-ea"/>
          <a:cs typeface="+mn-cs"/>
        </a:defRPr>
      </a:lvl8pPr>
      <a:lvl9pPr marL="3731453" algn="l" defTabSz="932863"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87339"/>
            <a:ext cx="11279717"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855788"/>
            <a:ext cx="11279717" cy="414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 name="Footer Placeholder 4"/>
          <p:cNvSpPr>
            <a:spLocks noGrp="1"/>
          </p:cNvSpPr>
          <p:nvPr>
            <p:ph type="ftr" sz="quarter" idx="3"/>
          </p:nvPr>
        </p:nvSpPr>
        <p:spPr>
          <a:xfrm>
            <a:off x="6159525" y="6173789"/>
            <a:ext cx="4739217" cy="365125"/>
          </a:xfrm>
          <a:prstGeom prst="rect">
            <a:avLst/>
          </a:prstGeom>
        </p:spPr>
        <p:txBody>
          <a:bodyPr vert="horz" wrap="square" lIns="0" tIns="0" rIns="0" bIns="0" numCol="1" anchor="b" anchorCtr="0" compatLnSpc="1">
            <a:prstTxWarp prst="textNoShape">
              <a:avLst/>
            </a:prstTxWarp>
          </a:bodyPr>
          <a:lstStyle>
            <a:lvl1pPr>
              <a:defRPr sz="1000">
                <a:solidFill>
                  <a:schemeClr val="bg1"/>
                </a:solidFill>
                <a:latin typeface="Arial Narrow" pitchFamily="34" charset="0"/>
              </a:defRPr>
            </a:lvl1pPr>
          </a:lstStyle>
          <a:p>
            <a:pPr fontAlgn="base">
              <a:spcBef>
                <a:spcPct val="0"/>
              </a:spcBef>
              <a:spcAft>
                <a:spcPct val="0"/>
              </a:spcAft>
              <a:defRPr/>
            </a:pPr>
            <a:r>
              <a:rPr lang="en-US" dirty="0">
                <a:solidFill>
                  <a:srgbClr val="333333"/>
                </a:solidFill>
              </a:rPr>
              <a:t>Confidential and Proprietary</a:t>
            </a:r>
          </a:p>
        </p:txBody>
      </p:sp>
      <p:sp>
        <p:nvSpPr>
          <p:cNvPr id="6" name="Slide Number Placeholder 5"/>
          <p:cNvSpPr>
            <a:spLocks noGrp="1"/>
          </p:cNvSpPr>
          <p:nvPr>
            <p:ph type="sldNum" sz="quarter" idx="4"/>
          </p:nvPr>
        </p:nvSpPr>
        <p:spPr>
          <a:xfrm>
            <a:off x="11298767" y="6186489"/>
            <a:ext cx="448733" cy="365125"/>
          </a:xfrm>
          <a:prstGeom prst="rect">
            <a:avLst/>
          </a:prstGeom>
        </p:spPr>
        <p:txBody>
          <a:bodyPr vert="horz" wrap="square" lIns="0" tIns="0" rIns="0" bIns="0" numCol="1" anchor="b" anchorCtr="0" compatLnSpc="1">
            <a:prstTxWarp prst="textNoShape">
              <a:avLst/>
            </a:prstTxWarp>
          </a:bodyPr>
          <a:lstStyle>
            <a:lvl1pPr algn="r">
              <a:defRPr sz="1400">
                <a:solidFill>
                  <a:schemeClr val="bg1"/>
                </a:solidFill>
                <a:latin typeface="Arial" pitchFamily="34" charset="0"/>
                <a:ea typeface="ＭＳ Ｐゴシック" charset="-128"/>
              </a:defRPr>
            </a:lvl1pPr>
          </a:lstStyle>
          <a:p>
            <a:pPr fontAlgn="base">
              <a:spcBef>
                <a:spcPct val="0"/>
              </a:spcBef>
              <a:spcAft>
                <a:spcPct val="0"/>
              </a:spcAft>
              <a:defRPr/>
            </a:pPr>
            <a:fld id="{3F589E71-47ED-4C2D-AAAE-579D2F78DA07}" type="slidenum">
              <a:rPr lang="en-US">
                <a:solidFill>
                  <a:srgbClr val="333333"/>
                </a:solidFill>
              </a:rPr>
              <a:pPr fontAlgn="base">
                <a:spcBef>
                  <a:spcPct val="0"/>
                </a:spcBef>
                <a:spcAft>
                  <a:spcPct val="0"/>
                </a:spcAft>
                <a:defRPr/>
              </a:pPr>
              <a:t>‹#›</a:t>
            </a:fld>
            <a:endParaRPr lang="en-US" dirty="0">
              <a:solidFill>
                <a:srgbClr val="333333"/>
              </a:solidFill>
            </a:endParaRPr>
          </a:p>
        </p:txBody>
      </p:sp>
    </p:spTree>
    <p:extLst>
      <p:ext uri="{BB962C8B-B14F-4D97-AF65-F5344CB8AC3E}">
        <p14:creationId xmlns:p14="http://schemas.microsoft.com/office/powerpoint/2010/main" val="4174762209"/>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 id="2147483822" r:id="rId17"/>
    <p:sldLayoutId id="2147483823" r:id="rId18"/>
    <p:sldLayoutId id="2147483824" r:id="rId19"/>
    <p:sldLayoutId id="2147483825" r:id="rId20"/>
    <p:sldLayoutId id="2147483826" r:id="rId21"/>
    <p:sldLayoutId id="2147483827" r:id="rId22"/>
    <p:sldLayoutId id="2147483828" r:id="rId23"/>
    <p:sldLayoutId id="2147483829" r:id="rId24"/>
    <p:sldLayoutId id="2147483830" r:id="rId25"/>
    <p:sldLayoutId id="2147483831" r:id="rId26"/>
    <p:sldLayoutId id="2147483832" r:id="rId27"/>
    <p:sldLayoutId id="2147483833" r:id="rId28"/>
    <p:sldLayoutId id="2147483834" r:id="rId29"/>
    <p:sldLayoutId id="2147483835" r:id="rId30"/>
    <p:sldLayoutId id="2147483836" r:id="rId31"/>
    <p:sldLayoutId id="2147483837" r:id="rId32"/>
    <p:sldLayoutId id="2147483838" r:id="rId33"/>
    <p:sldLayoutId id="2147483839" r:id="rId34"/>
    <p:sldLayoutId id="2147483840" r:id="rId35"/>
  </p:sldLayoutIdLst>
  <p:transition spd="slow"/>
  <p:hf sldNum="0" hdr="0" dt="0"/>
  <p:txStyles>
    <p:titleStyle>
      <a:lvl1pPr algn="l" rtl="0" eaLnBrk="0" fontAlgn="base" hangingPunct="0">
        <a:lnSpc>
          <a:spcPct val="90000"/>
        </a:lnSpc>
        <a:spcBef>
          <a:spcPct val="0"/>
        </a:spcBef>
        <a:spcAft>
          <a:spcPct val="0"/>
        </a:spcAft>
        <a:defRPr sz="2600" b="1" kern="1200">
          <a:solidFill>
            <a:schemeClr val="accent1"/>
          </a:solidFill>
          <a:latin typeface="+mj-lt"/>
          <a:ea typeface="ＭＳ Ｐゴシック" pitchFamily="34" charset="-128"/>
          <a:cs typeface="ＭＳ Ｐゴシック"/>
        </a:defRPr>
      </a:lvl1pPr>
      <a:lvl2pPr algn="l" rtl="0" eaLnBrk="0" fontAlgn="base" hangingPunct="0">
        <a:lnSpc>
          <a:spcPct val="90000"/>
        </a:lnSpc>
        <a:spcBef>
          <a:spcPct val="0"/>
        </a:spcBef>
        <a:spcAft>
          <a:spcPct val="0"/>
        </a:spcAft>
        <a:defRPr sz="2600" b="1">
          <a:solidFill>
            <a:schemeClr val="accent1"/>
          </a:solidFill>
          <a:latin typeface="Arial" charset="0"/>
          <a:ea typeface="ＭＳ Ｐゴシック" pitchFamily="34" charset="-128"/>
          <a:cs typeface="ＭＳ Ｐゴシック"/>
        </a:defRPr>
      </a:lvl2pPr>
      <a:lvl3pPr algn="l" rtl="0" eaLnBrk="0" fontAlgn="base" hangingPunct="0">
        <a:lnSpc>
          <a:spcPct val="90000"/>
        </a:lnSpc>
        <a:spcBef>
          <a:spcPct val="0"/>
        </a:spcBef>
        <a:spcAft>
          <a:spcPct val="0"/>
        </a:spcAft>
        <a:defRPr sz="2600" b="1">
          <a:solidFill>
            <a:schemeClr val="accent1"/>
          </a:solidFill>
          <a:latin typeface="Arial" charset="0"/>
          <a:ea typeface="ＭＳ Ｐゴシック" pitchFamily="34" charset="-128"/>
          <a:cs typeface="ＭＳ Ｐゴシック"/>
        </a:defRPr>
      </a:lvl3pPr>
      <a:lvl4pPr algn="l" rtl="0" eaLnBrk="0" fontAlgn="base" hangingPunct="0">
        <a:lnSpc>
          <a:spcPct val="90000"/>
        </a:lnSpc>
        <a:spcBef>
          <a:spcPct val="0"/>
        </a:spcBef>
        <a:spcAft>
          <a:spcPct val="0"/>
        </a:spcAft>
        <a:defRPr sz="2600" b="1">
          <a:solidFill>
            <a:schemeClr val="accent1"/>
          </a:solidFill>
          <a:latin typeface="Arial" charset="0"/>
          <a:ea typeface="ＭＳ Ｐゴシック" pitchFamily="34" charset="-128"/>
          <a:cs typeface="ＭＳ Ｐゴシック"/>
        </a:defRPr>
      </a:lvl4pPr>
      <a:lvl5pPr algn="l" rtl="0" eaLnBrk="0" fontAlgn="base" hangingPunct="0">
        <a:lnSpc>
          <a:spcPct val="90000"/>
        </a:lnSpc>
        <a:spcBef>
          <a:spcPct val="0"/>
        </a:spcBef>
        <a:spcAft>
          <a:spcPct val="0"/>
        </a:spcAft>
        <a:defRPr sz="2600" b="1">
          <a:solidFill>
            <a:schemeClr val="accent1"/>
          </a:solidFill>
          <a:latin typeface="Arial" charset="0"/>
          <a:ea typeface="ＭＳ Ｐゴシック" pitchFamily="34" charset="-128"/>
          <a:cs typeface="ＭＳ Ｐゴシック"/>
        </a:defRPr>
      </a:lvl5pPr>
      <a:lvl6pPr marL="457200" algn="l" rtl="0" fontAlgn="base">
        <a:lnSpc>
          <a:spcPct val="90000"/>
        </a:lnSpc>
        <a:spcBef>
          <a:spcPct val="0"/>
        </a:spcBef>
        <a:spcAft>
          <a:spcPct val="0"/>
        </a:spcAft>
        <a:defRPr sz="2600" b="1">
          <a:solidFill>
            <a:schemeClr val="accent1"/>
          </a:solidFill>
          <a:latin typeface="Arial" charset="0"/>
          <a:ea typeface="ＭＳ Ｐゴシック" charset="0"/>
          <a:cs typeface="ＭＳ Ｐゴシック" charset="0"/>
        </a:defRPr>
      </a:lvl6pPr>
      <a:lvl7pPr marL="914400" algn="l" rtl="0" fontAlgn="base">
        <a:lnSpc>
          <a:spcPct val="90000"/>
        </a:lnSpc>
        <a:spcBef>
          <a:spcPct val="0"/>
        </a:spcBef>
        <a:spcAft>
          <a:spcPct val="0"/>
        </a:spcAft>
        <a:defRPr sz="2600" b="1">
          <a:solidFill>
            <a:schemeClr val="accent1"/>
          </a:solidFill>
          <a:latin typeface="Arial" charset="0"/>
          <a:ea typeface="ＭＳ Ｐゴシック" charset="0"/>
          <a:cs typeface="ＭＳ Ｐゴシック" charset="0"/>
        </a:defRPr>
      </a:lvl7pPr>
      <a:lvl8pPr marL="1371600" algn="l" rtl="0" fontAlgn="base">
        <a:lnSpc>
          <a:spcPct val="90000"/>
        </a:lnSpc>
        <a:spcBef>
          <a:spcPct val="0"/>
        </a:spcBef>
        <a:spcAft>
          <a:spcPct val="0"/>
        </a:spcAft>
        <a:defRPr sz="2600" b="1">
          <a:solidFill>
            <a:schemeClr val="accent1"/>
          </a:solidFill>
          <a:latin typeface="Arial" charset="0"/>
          <a:ea typeface="ＭＳ Ｐゴシック" charset="0"/>
          <a:cs typeface="ＭＳ Ｐゴシック" charset="0"/>
        </a:defRPr>
      </a:lvl8pPr>
      <a:lvl9pPr marL="1828800" algn="l" rtl="0" fontAlgn="base">
        <a:lnSpc>
          <a:spcPct val="90000"/>
        </a:lnSpc>
        <a:spcBef>
          <a:spcPct val="0"/>
        </a:spcBef>
        <a:spcAft>
          <a:spcPct val="0"/>
        </a:spcAft>
        <a:defRPr sz="2600" b="1">
          <a:solidFill>
            <a:schemeClr val="accent1"/>
          </a:solidFill>
          <a:latin typeface="Arial" charset="0"/>
          <a:ea typeface="ＭＳ Ｐゴシック" charset="0"/>
          <a:cs typeface="ＭＳ Ｐゴシック" charset="0"/>
        </a:defRPr>
      </a:lvl9pPr>
    </p:titleStyle>
    <p:bodyStyle>
      <a:lvl1pPr marL="342900" indent="-342900" algn="l" rtl="0" eaLnBrk="0" fontAlgn="base" hangingPunct="0">
        <a:spcBef>
          <a:spcPct val="0"/>
        </a:spcBef>
        <a:spcAft>
          <a:spcPts val="200"/>
        </a:spcAft>
        <a:buFont typeface="Arial" charset="0"/>
        <a:defRPr sz="1600" b="1" kern="1200">
          <a:solidFill>
            <a:schemeClr val="accent1"/>
          </a:solidFill>
          <a:latin typeface="+mn-lt"/>
          <a:ea typeface="ＭＳ Ｐゴシック" pitchFamily="34" charset="-128"/>
          <a:cs typeface="ＭＳ Ｐゴシック"/>
        </a:defRPr>
      </a:lvl1pPr>
      <a:lvl2pPr marL="169863" indent="-169863" algn="l" rtl="0" eaLnBrk="0" fontAlgn="base" hangingPunct="0">
        <a:lnSpc>
          <a:spcPct val="120000"/>
        </a:lnSpc>
        <a:spcBef>
          <a:spcPct val="0"/>
        </a:spcBef>
        <a:spcAft>
          <a:spcPts val="800"/>
        </a:spcAft>
        <a:buClr>
          <a:schemeClr val="bg1"/>
        </a:buClr>
        <a:buFont typeface="Arial" charset="0"/>
        <a:buChar char="•"/>
        <a:defRPr sz="1600" kern="1200">
          <a:solidFill>
            <a:schemeClr val="bg1"/>
          </a:solidFill>
          <a:latin typeface="+mn-lt"/>
          <a:ea typeface="ＭＳ Ｐゴシック" pitchFamily="34" charset="-128"/>
          <a:cs typeface="ＭＳ Ｐゴシック"/>
        </a:defRPr>
      </a:lvl2pPr>
      <a:lvl3pPr marL="400050" indent="-168275" algn="l" rtl="0" eaLnBrk="0" fontAlgn="base" hangingPunct="0">
        <a:lnSpc>
          <a:spcPct val="130000"/>
        </a:lnSpc>
        <a:spcBef>
          <a:spcPct val="0"/>
        </a:spcBef>
        <a:spcAft>
          <a:spcPts val="600"/>
        </a:spcAft>
        <a:buFont typeface="Arial" charset="0"/>
        <a:buChar char="–"/>
        <a:defRPr sz="1400" kern="1200">
          <a:solidFill>
            <a:schemeClr val="bg1"/>
          </a:solidFill>
          <a:latin typeface="+mn-lt"/>
          <a:ea typeface="ＭＳ Ｐゴシック" pitchFamily="34" charset="-128"/>
          <a:cs typeface="ＭＳ Ｐゴシック"/>
        </a:defRPr>
      </a:lvl3pPr>
      <a:lvl4pPr marL="627063" indent="-169863" algn="l" rtl="0" eaLnBrk="0" fontAlgn="base" hangingPunct="0">
        <a:lnSpc>
          <a:spcPct val="120000"/>
        </a:lnSpc>
        <a:spcBef>
          <a:spcPct val="0"/>
        </a:spcBef>
        <a:spcAft>
          <a:spcPts val="400"/>
        </a:spcAft>
        <a:buFont typeface="Arial" charset="0"/>
        <a:buChar char="•"/>
        <a:defRPr sz="1400" kern="1200">
          <a:solidFill>
            <a:schemeClr val="bg1"/>
          </a:solidFill>
          <a:latin typeface="+mn-lt"/>
          <a:ea typeface="ＭＳ Ｐゴシック" pitchFamily="34" charset="-128"/>
          <a:cs typeface="ＭＳ Ｐゴシック"/>
        </a:defRPr>
      </a:lvl4pPr>
      <a:lvl5pPr marL="171450" indent="-171450" algn="l" rtl="0" eaLnBrk="0" fontAlgn="base" hangingPunct="0">
        <a:lnSpc>
          <a:spcPct val="120000"/>
        </a:lnSpc>
        <a:spcBef>
          <a:spcPct val="0"/>
        </a:spcBef>
        <a:spcAft>
          <a:spcPts val="600"/>
        </a:spcAft>
        <a:buFont typeface="Arial" charset="0"/>
        <a:tabLst>
          <a:tab pos="171450" algn="l"/>
        </a:tabLst>
        <a:defRPr sz="1000" kern="1200">
          <a:solidFill>
            <a:schemeClr val="bg1"/>
          </a:solidFill>
          <a:latin typeface="+mn-lt"/>
          <a:ea typeface="ＭＳ Ｐゴシック" pitchFamily="34" charset="-128"/>
          <a:cs typeface="ＭＳ Ｐゴシック"/>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5.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3.xml"/></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hyperlink" Target="https://www.cigna.com/takecontrol/go/body-mind-connection" TargetMode="Externa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48.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48.xml"/><Relationship Id="rId5" Type="http://schemas.openxmlformats.org/officeDocument/2006/relationships/image" Target="../media/image41.png"/><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Behavioral Health Market Assessment</a:t>
            </a:r>
          </a:p>
        </p:txBody>
      </p:sp>
      <p:sp>
        <p:nvSpPr>
          <p:cNvPr id="3" name="Subtitle 2"/>
          <p:cNvSpPr>
            <a:spLocks noGrp="1"/>
          </p:cNvSpPr>
          <p:nvPr>
            <p:ph type="subTitle" idx="1"/>
          </p:nvPr>
        </p:nvSpPr>
        <p:spPr>
          <a:xfrm>
            <a:off x="341453" y="3020827"/>
            <a:ext cx="11279717" cy="1752600"/>
          </a:xfrm>
        </p:spPr>
        <p:txBody>
          <a:bodyPr>
            <a:normAutofit/>
          </a:bodyPr>
          <a:lstStyle/>
          <a:p>
            <a:r>
              <a:rPr lang="en-US" sz="1600" dirty="0"/>
              <a:t>Highmark Inc. </a:t>
            </a:r>
          </a:p>
          <a:p>
            <a:r>
              <a:rPr lang="en-US" dirty="0"/>
              <a:t>4/2/19</a:t>
            </a:r>
            <a:endParaRPr lang="en-US" sz="1600" dirty="0"/>
          </a:p>
          <a:p>
            <a:endParaRPr lang="en-US" sz="1600" dirty="0"/>
          </a:p>
        </p:txBody>
      </p:sp>
    </p:spTree>
    <p:extLst>
      <p:ext uri="{BB962C8B-B14F-4D97-AF65-F5344CB8AC3E}">
        <p14:creationId xmlns:p14="http://schemas.microsoft.com/office/powerpoint/2010/main" val="2861961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Rectangle 55"/>
          <p:cNvSpPr/>
          <p:nvPr/>
        </p:nvSpPr>
        <p:spPr>
          <a:xfrm>
            <a:off x="463890" y="1389581"/>
            <a:ext cx="11565111" cy="5134709"/>
          </a:xfrm>
          <a:prstGeom prst="rect">
            <a:avLst/>
          </a:prstGeom>
          <a:solidFill>
            <a:schemeClr val="tx1">
              <a:lumMod val="95000"/>
            </a:schemeClr>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p>
            <a:r>
              <a:rPr lang="en-US" dirty="0"/>
              <a:t>Behavioral Health By the Numbers</a:t>
            </a:r>
          </a:p>
        </p:txBody>
      </p:sp>
      <p:sp>
        <p:nvSpPr>
          <p:cNvPr id="10" name="TextBox 9"/>
          <p:cNvSpPr txBox="1"/>
          <p:nvPr/>
        </p:nvSpPr>
        <p:spPr>
          <a:xfrm>
            <a:off x="7290879" y="6552329"/>
            <a:ext cx="4581362" cy="246221"/>
          </a:xfrm>
          <a:prstGeom prst="rect">
            <a:avLst/>
          </a:prstGeom>
          <a:noFill/>
        </p:spPr>
        <p:txBody>
          <a:bodyPr wrap="square" rtlCol="0">
            <a:spAutoFit/>
          </a:bodyPr>
          <a:lstStyle/>
          <a:p>
            <a:pPr algn="r"/>
            <a:r>
              <a:rPr lang="en-US" sz="1000" dirty="0">
                <a:solidFill>
                  <a:srgbClr val="333333"/>
                </a:solidFill>
                <a:latin typeface="Arial Narrow" pitchFamily="34" charset="0"/>
              </a:rPr>
              <a:t>Source: https://www.nami.org/learn-more/mental-health-by-the-numbers</a:t>
            </a:r>
          </a:p>
        </p:txBody>
      </p:sp>
      <p:sp>
        <p:nvSpPr>
          <p:cNvPr id="16" name="TextBox 15"/>
          <p:cNvSpPr txBox="1"/>
          <p:nvPr/>
        </p:nvSpPr>
        <p:spPr>
          <a:xfrm>
            <a:off x="441697" y="4825183"/>
            <a:ext cx="5916541" cy="1415772"/>
          </a:xfrm>
          <a:prstGeom prst="rect">
            <a:avLst/>
          </a:prstGeom>
          <a:noFill/>
        </p:spPr>
        <p:txBody>
          <a:bodyPr wrap="square" rtlCol="0">
            <a:spAutoFit/>
          </a:bodyPr>
          <a:lstStyle/>
          <a:p>
            <a:pPr algn="ctr">
              <a:spcBef>
                <a:spcPts val="600"/>
              </a:spcBef>
              <a:spcAft>
                <a:spcPts val="600"/>
              </a:spcAft>
            </a:pPr>
            <a:r>
              <a:rPr lang="en-US" sz="1400" b="1" dirty="0">
                <a:solidFill>
                  <a:schemeClr val="bg1"/>
                </a:solidFill>
                <a:latin typeface="Arial Narrow" panose="020B0606020202030204" pitchFamily="34" charset="0"/>
              </a:rPr>
              <a:t>1.1%</a:t>
            </a:r>
            <a:r>
              <a:rPr lang="en-US" sz="1400" dirty="0">
                <a:solidFill>
                  <a:schemeClr val="bg1"/>
                </a:solidFill>
                <a:latin typeface="Arial Narrow" panose="020B0606020202030204" pitchFamily="34" charset="0"/>
              </a:rPr>
              <a:t> (2.4 million) living with schizophrenia </a:t>
            </a:r>
          </a:p>
          <a:p>
            <a:pPr algn="ctr">
              <a:spcBef>
                <a:spcPts val="600"/>
              </a:spcBef>
              <a:spcAft>
                <a:spcPts val="600"/>
              </a:spcAft>
            </a:pPr>
            <a:r>
              <a:rPr lang="en-US" sz="1400" b="1" dirty="0">
                <a:solidFill>
                  <a:schemeClr val="bg1"/>
                </a:solidFill>
                <a:latin typeface="Arial Narrow" panose="020B0606020202030204" pitchFamily="34" charset="0"/>
              </a:rPr>
              <a:t>2.6% </a:t>
            </a:r>
            <a:r>
              <a:rPr lang="en-US" sz="1400" dirty="0">
                <a:solidFill>
                  <a:schemeClr val="bg1"/>
                </a:solidFill>
                <a:latin typeface="Arial Narrow" panose="020B0606020202030204" pitchFamily="34" charset="0"/>
              </a:rPr>
              <a:t>(6.1 million) living with bipolar disorder</a:t>
            </a:r>
          </a:p>
          <a:p>
            <a:pPr algn="ctr">
              <a:spcBef>
                <a:spcPts val="600"/>
              </a:spcBef>
              <a:spcAft>
                <a:spcPts val="600"/>
              </a:spcAft>
            </a:pPr>
            <a:r>
              <a:rPr lang="en-US" sz="1400" b="1" dirty="0">
                <a:solidFill>
                  <a:schemeClr val="bg1"/>
                </a:solidFill>
                <a:latin typeface="Arial Narrow" panose="020B0606020202030204" pitchFamily="34" charset="0"/>
              </a:rPr>
              <a:t>6.9% </a:t>
            </a:r>
            <a:r>
              <a:rPr lang="en-US" sz="1400" dirty="0">
                <a:solidFill>
                  <a:schemeClr val="bg1"/>
                </a:solidFill>
                <a:latin typeface="Arial Narrow" panose="020B0606020202030204" pitchFamily="34" charset="0"/>
              </a:rPr>
              <a:t>(16 million) living with major depression </a:t>
            </a:r>
          </a:p>
          <a:p>
            <a:pPr algn="ctr">
              <a:spcBef>
                <a:spcPts val="600"/>
              </a:spcBef>
              <a:spcAft>
                <a:spcPts val="600"/>
              </a:spcAft>
            </a:pPr>
            <a:r>
              <a:rPr lang="en-US" sz="1400" b="1" dirty="0">
                <a:solidFill>
                  <a:schemeClr val="bg1"/>
                </a:solidFill>
                <a:latin typeface="Arial Narrow" panose="020B0606020202030204" pitchFamily="34" charset="0"/>
              </a:rPr>
              <a:t>18.1% </a:t>
            </a:r>
            <a:r>
              <a:rPr lang="en-US" sz="1400" dirty="0">
                <a:solidFill>
                  <a:schemeClr val="bg1"/>
                </a:solidFill>
                <a:latin typeface="Arial Narrow" panose="020B0606020202030204" pitchFamily="34" charset="0"/>
              </a:rPr>
              <a:t>(42 million) living with anxiety disorders </a:t>
            </a:r>
          </a:p>
        </p:txBody>
      </p:sp>
      <p:grpSp>
        <p:nvGrpSpPr>
          <p:cNvPr id="26" name="Group 25"/>
          <p:cNvGrpSpPr/>
          <p:nvPr/>
        </p:nvGrpSpPr>
        <p:grpSpPr>
          <a:xfrm>
            <a:off x="2330671" y="2046792"/>
            <a:ext cx="2424276" cy="684080"/>
            <a:chOff x="806490" y="1122715"/>
            <a:chExt cx="2424276" cy="684080"/>
          </a:xfrm>
        </p:grpSpPr>
        <p:pic>
          <p:nvPicPr>
            <p:cNvPr id="21" name="Picture 20"/>
            <p:cNvPicPr>
              <a:picLocks noChangeAspect="1"/>
            </p:cNvPicPr>
            <p:nvPr/>
          </p:nvPicPr>
          <p:blipFill rotWithShape="1">
            <a:blip r:embed="rId2"/>
            <a:srcRect r="48947"/>
            <a:stretch/>
          </p:blipFill>
          <p:spPr>
            <a:xfrm>
              <a:off x="806490" y="1130080"/>
              <a:ext cx="342372" cy="676715"/>
            </a:xfrm>
            <a:prstGeom prst="rect">
              <a:avLst/>
            </a:prstGeom>
          </p:spPr>
        </p:pic>
        <p:pic>
          <p:nvPicPr>
            <p:cNvPr id="22" name="Picture 21"/>
            <p:cNvPicPr>
              <a:picLocks noChangeAspect="1"/>
            </p:cNvPicPr>
            <p:nvPr/>
          </p:nvPicPr>
          <p:blipFill rotWithShape="1">
            <a:blip r:embed="rId3"/>
            <a:srcRect r="49471"/>
            <a:stretch/>
          </p:blipFill>
          <p:spPr>
            <a:xfrm>
              <a:off x="1328723" y="1130079"/>
              <a:ext cx="338858" cy="676715"/>
            </a:xfrm>
            <a:prstGeom prst="rect">
              <a:avLst/>
            </a:prstGeom>
          </p:spPr>
        </p:pic>
        <p:pic>
          <p:nvPicPr>
            <p:cNvPr id="23" name="Picture 22"/>
            <p:cNvPicPr>
              <a:picLocks noChangeAspect="1"/>
            </p:cNvPicPr>
            <p:nvPr/>
          </p:nvPicPr>
          <p:blipFill>
            <a:blip r:embed="rId4"/>
            <a:stretch>
              <a:fillRect/>
            </a:stretch>
          </p:blipFill>
          <p:spPr>
            <a:xfrm>
              <a:off x="2368401" y="1130079"/>
              <a:ext cx="341406" cy="676715"/>
            </a:xfrm>
            <a:prstGeom prst="rect">
              <a:avLst/>
            </a:prstGeom>
          </p:spPr>
        </p:pic>
        <p:pic>
          <p:nvPicPr>
            <p:cNvPr id="24" name="Picture 23"/>
            <p:cNvPicPr>
              <a:picLocks noChangeAspect="1"/>
            </p:cNvPicPr>
            <p:nvPr/>
          </p:nvPicPr>
          <p:blipFill>
            <a:blip r:embed="rId4"/>
            <a:stretch>
              <a:fillRect/>
            </a:stretch>
          </p:blipFill>
          <p:spPr>
            <a:xfrm>
              <a:off x="1847442" y="1130079"/>
              <a:ext cx="341406" cy="676715"/>
            </a:xfrm>
            <a:prstGeom prst="rect">
              <a:avLst/>
            </a:prstGeom>
          </p:spPr>
        </p:pic>
        <p:pic>
          <p:nvPicPr>
            <p:cNvPr id="25" name="Picture 24"/>
            <p:cNvPicPr>
              <a:picLocks noChangeAspect="1"/>
            </p:cNvPicPr>
            <p:nvPr/>
          </p:nvPicPr>
          <p:blipFill>
            <a:blip r:embed="rId4"/>
            <a:stretch>
              <a:fillRect/>
            </a:stretch>
          </p:blipFill>
          <p:spPr>
            <a:xfrm>
              <a:off x="2889360" y="1122715"/>
              <a:ext cx="341406" cy="676715"/>
            </a:xfrm>
            <a:prstGeom prst="rect">
              <a:avLst/>
            </a:prstGeom>
          </p:spPr>
        </p:pic>
      </p:grpSp>
      <p:sp>
        <p:nvSpPr>
          <p:cNvPr id="27" name="TextBox 26"/>
          <p:cNvSpPr txBox="1"/>
          <p:nvPr/>
        </p:nvSpPr>
        <p:spPr>
          <a:xfrm>
            <a:off x="1113699" y="2884136"/>
            <a:ext cx="4638076" cy="307777"/>
          </a:xfrm>
          <a:prstGeom prst="rect">
            <a:avLst/>
          </a:prstGeom>
          <a:noFill/>
        </p:spPr>
        <p:txBody>
          <a:bodyPr wrap="square" rtlCol="0">
            <a:spAutoFit/>
          </a:bodyPr>
          <a:lstStyle/>
          <a:p>
            <a:pPr algn="ctr"/>
            <a:r>
              <a:rPr lang="en-US" sz="1400" dirty="0">
                <a:solidFill>
                  <a:schemeClr val="bg1"/>
                </a:solidFill>
                <a:latin typeface="Arial Narrow" panose="020B0606020202030204" pitchFamily="34" charset="0"/>
              </a:rPr>
              <a:t>1 in 5 American adults experience a mental illness</a:t>
            </a:r>
          </a:p>
        </p:txBody>
      </p:sp>
      <p:grpSp>
        <p:nvGrpSpPr>
          <p:cNvPr id="54" name="Group 53"/>
          <p:cNvGrpSpPr/>
          <p:nvPr/>
        </p:nvGrpSpPr>
        <p:grpSpPr>
          <a:xfrm>
            <a:off x="837469" y="3339734"/>
            <a:ext cx="5068308" cy="678540"/>
            <a:chOff x="276540" y="2754309"/>
            <a:chExt cx="5675029" cy="687350"/>
          </a:xfrm>
        </p:grpSpPr>
        <p:grpSp>
          <p:nvGrpSpPr>
            <p:cNvPr id="38" name="Group 37"/>
            <p:cNvGrpSpPr/>
            <p:nvPr/>
          </p:nvGrpSpPr>
          <p:grpSpPr>
            <a:xfrm>
              <a:off x="2550869" y="2754309"/>
              <a:ext cx="1757388" cy="687350"/>
              <a:chOff x="301090" y="2867739"/>
              <a:chExt cx="1757388" cy="687350"/>
            </a:xfrm>
          </p:grpSpPr>
          <p:pic>
            <p:nvPicPr>
              <p:cNvPr id="28" name="Picture 27"/>
              <p:cNvPicPr>
                <a:picLocks noChangeAspect="1"/>
              </p:cNvPicPr>
              <p:nvPr/>
            </p:nvPicPr>
            <p:blipFill rotWithShape="1">
              <a:blip r:embed="rId2"/>
              <a:srcRect r="48947"/>
              <a:stretch/>
            </p:blipFill>
            <p:spPr>
              <a:xfrm>
                <a:off x="301090" y="2871127"/>
                <a:ext cx="342372" cy="676715"/>
              </a:xfrm>
              <a:prstGeom prst="rect">
                <a:avLst/>
              </a:prstGeom>
            </p:spPr>
          </p:pic>
          <p:pic>
            <p:nvPicPr>
              <p:cNvPr id="29" name="Picture 28"/>
              <p:cNvPicPr>
                <a:picLocks noChangeAspect="1"/>
              </p:cNvPicPr>
              <p:nvPr/>
            </p:nvPicPr>
            <p:blipFill rotWithShape="1">
              <a:blip r:embed="rId2"/>
              <a:srcRect r="48947"/>
              <a:stretch/>
            </p:blipFill>
            <p:spPr>
              <a:xfrm>
                <a:off x="681443" y="2876988"/>
                <a:ext cx="342372" cy="676715"/>
              </a:xfrm>
              <a:prstGeom prst="rect">
                <a:avLst/>
              </a:prstGeom>
            </p:spPr>
          </p:pic>
          <p:pic>
            <p:nvPicPr>
              <p:cNvPr id="30" name="Picture 29"/>
              <p:cNvPicPr>
                <a:picLocks noChangeAspect="1"/>
              </p:cNvPicPr>
              <p:nvPr/>
            </p:nvPicPr>
            <p:blipFill>
              <a:blip r:embed="rId5"/>
              <a:stretch>
                <a:fillRect/>
              </a:stretch>
            </p:blipFill>
            <p:spPr>
              <a:xfrm>
                <a:off x="1030512" y="2878374"/>
                <a:ext cx="341406" cy="676715"/>
              </a:xfrm>
              <a:prstGeom prst="rect">
                <a:avLst/>
              </a:prstGeom>
            </p:spPr>
          </p:pic>
          <p:pic>
            <p:nvPicPr>
              <p:cNvPr id="31" name="Picture 30"/>
              <p:cNvPicPr>
                <a:picLocks noChangeAspect="1"/>
              </p:cNvPicPr>
              <p:nvPr/>
            </p:nvPicPr>
            <p:blipFill>
              <a:blip r:embed="rId5"/>
              <a:stretch>
                <a:fillRect/>
              </a:stretch>
            </p:blipFill>
            <p:spPr>
              <a:xfrm>
                <a:off x="1378615" y="2878374"/>
                <a:ext cx="341406" cy="676715"/>
              </a:xfrm>
              <a:prstGeom prst="rect">
                <a:avLst/>
              </a:prstGeom>
            </p:spPr>
          </p:pic>
          <p:pic>
            <p:nvPicPr>
              <p:cNvPr id="32" name="Picture 31"/>
              <p:cNvPicPr>
                <a:picLocks noChangeAspect="1"/>
              </p:cNvPicPr>
              <p:nvPr/>
            </p:nvPicPr>
            <p:blipFill>
              <a:blip r:embed="rId5"/>
              <a:stretch>
                <a:fillRect/>
              </a:stretch>
            </p:blipFill>
            <p:spPr>
              <a:xfrm>
                <a:off x="1717072" y="2867739"/>
                <a:ext cx="341406" cy="676715"/>
              </a:xfrm>
              <a:prstGeom prst="rect">
                <a:avLst/>
              </a:prstGeom>
            </p:spPr>
          </p:pic>
        </p:grpSp>
        <p:pic>
          <p:nvPicPr>
            <p:cNvPr id="39" name="Picture 38"/>
            <p:cNvPicPr>
              <a:picLocks noChangeAspect="1"/>
            </p:cNvPicPr>
            <p:nvPr/>
          </p:nvPicPr>
          <p:blipFill>
            <a:blip r:embed="rId5"/>
            <a:stretch>
              <a:fillRect/>
            </a:stretch>
          </p:blipFill>
          <p:spPr>
            <a:xfrm>
              <a:off x="276540" y="2984459"/>
              <a:ext cx="230660" cy="457200"/>
            </a:xfrm>
            <a:prstGeom prst="rect">
              <a:avLst/>
            </a:prstGeom>
          </p:spPr>
        </p:pic>
        <p:pic>
          <p:nvPicPr>
            <p:cNvPr id="40" name="Picture 39"/>
            <p:cNvPicPr>
              <a:picLocks noChangeAspect="1"/>
            </p:cNvPicPr>
            <p:nvPr/>
          </p:nvPicPr>
          <p:blipFill>
            <a:blip r:embed="rId6"/>
            <a:stretch>
              <a:fillRect/>
            </a:stretch>
          </p:blipFill>
          <p:spPr>
            <a:xfrm>
              <a:off x="2276389" y="2984419"/>
              <a:ext cx="231668" cy="457240"/>
            </a:xfrm>
            <a:prstGeom prst="rect">
              <a:avLst/>
            </a:prstGeom>
          </p:spPr>
        </p:pic>
        <p:pic>
          <p:nvPicPr>
            <p:cNvPr id="41" name="Picture 40"/>
            <p:cNvPicPr>
              <a:picLocks noChangeAspect="1"/>
            </p:cNvPicPr>
            <p:nvPr/>
          </p:nvPicPr>
          <p:blipFill>
            <a:blip r:embed="rId6"/>
            <a:stretch>
              <a:fillRect/>
            </a:stretch>
          </p:blipFill>
          <p:spPr>
            <a:xfrm>
              <a:off x="2041463" y="2984419"/>
              <a:ext cx="231668" cy="457240"/>
            </a:xfrm>
            <a:prstGeom prst="rect">
              <a:avLst/>
            </a:prstGeom>
          </p:spPr>
        </p:pic>
        <p:pic>
          <p:nvPicPr>
            <p:cNvPr id="42" name="Picture 41"/>
            <p:cNvPicPr>
              <a:picLocks noChangeAspect="1"/>
            </p:cNvPicPr>
            <p:nvPr/>
          </p:nvPicPr>
          <p:blipFill>
            <a:blip r:embed="rId6"/>
            <a:stretch>
              <a:fillRect/>
            </a:stretch>
          </p:blipFill>
          <p:spPr>
            <a:xfrm>
              <a:off x="1806537" y="2984419"/>
              <a:ext cx="231668" cy="457240"/>
            </a:xfrm>
            <a:prstGeom prst="rect">
              <a:avLst/>
            </a:prstGeom>
          </p:spPr>
        </p:pic>
        <p:pic>
          <p:nvPicPr>
            <p:cNvPr id="43" name="Picture 42"/>
            <p:cNvPicPr>
              <a:picLocks noChangeAspect="1"/>
            </p:cNvPicPr>
            <p:nvPr/>
          </p:nvPicPr>
          <p:blipFill>
            <a:blip r:embed="rId6"/>
            <a:stretch>
              <a:fillRect/>
            </a:stretch>
          </p:blipFill>
          <p:spPr>
            <a:xfrm>
              <a:off x="1584052" y="2984419"/>
              <a:ext cx="231668" cy="457240"/>
            </a:xfrm>
            <a:prstGeom prst="rect">
              <a:avLst/>
            </a:prstGeom>
          </p:spPr>
        </p:pic>
        <p:pic>
          <p:nvPicPr>
            <p:cNvPr id="44" name="Picture 43"/>
            <p:cNvPicPr>
              <a:picLocks noChangeAspect="1"/>
            </p:cNvPicPr>
            <p:nvPr/>
          </p:nvPicPr>
          <p:blipFill>
            <a:blip r:embed="rId6"/>
            <a:stretch>
              <a:fillRect/>
            </a:stretch>
          </p:blipFill>
          <p:spPr>
            <a:xfrm>
              <a:off x="1362111" y="2984419"/>
              <a:ext cx="231668" cy="457240"/>
            </a:xfrm>
            <a:prstGeom prst="rect">
              <a:avLst/>
            </a:prstGeom>
          </p:spPr>
        </p:pic>
        <p:pic>
          <p:nvPicPr>
            <p:cNvPr id="45" name="Picture 44"/>
            <p:cNvPicPr>
              <a:picLocks noChangeAspect="1"/>
            </p:cNvPicPr>
            <p:nvPr/>
          </p:nvPicPr>
          <p:blipFill>
            <a:blip r:embed="rId6"/>
            <a:stretch>
              <a:fillRect/>
            </a:stretch>
          </p:blipFill>
          <p:spPr>
            <a:xfrm>
              <a:off x="1138773" y="2984419"/>
              <a:ext cx="231668" cy="457240"/>
            </a:xfrm>
            <a:prstGeom prst="rect">
              <a:avLst/>
            </a:prstGeom>
          </p:spPr>
        </p:pic>
        <p:pic>
          <p:nvPicPr>
            <p:cNvPr id="46" name="Picture 45"/>
            <p:cNvPicPr>
              <a:picLocks noChangeAspect="1"/>
            </p:cNvPicPr>
            <p:nvPr/>
          </p:nvPicPr>
          <p:blipFill>
            <a:blip r:embed="rId6"/>
            <a:stretch>
              <a:fillRect/>
            </a:stretch>
          </p:blipFill>
          <p:spPr>
            <a:xfrm>
              <a:off x="927242" y="2984419"/>
              <a:ext cx="231668" cy="457240"/>
            </a:xfrm>
            <a:prstGeom prst="rect">
              <a:avLst/>
            </a:prstGeom>
          </p:spPr>
        </p:pic>
        <p:pic>
          <p:nvPicPr>
            <p:cNvPr id="47" name="Picture 46"/>
            <p:cNvPicPr>
              <a:picLocks noChangeAspect="1"/>
            </p:cNvPicPr>
            <p:nvPr/>
          </p:nvPicPr>
          <p:blipFill>
            <a:blip r:embed="rId6"/>
            <a:stretch>
              <a:fillRect/>
            </a:stretch>
          </p:blipFill>
          <p:spPr>
            <a:xfrm>
              <a:off x="714486" y="2984419"/>
              <a:ext cx="231668" cy="457240"/>
            </a:xfrm>
            <a:prstGeom prst="rect">
              <a:avLst/>
            </a:prstGeom>
          </p:spPr>
        </p:pic>
        <p:pic>
          <p:nvPicPr>
            <p:cNvPr id="48" name="Picture 47"/>
            <p:cNvPicPr>
              <a:picLocks noChangeAspect="1"/>
            </p:cNvPicPr>
            <p:nvPr/>
          </p:nvPicPr>
          <p:blipFill>
            <a:blip r:embed="rId6"/>
            <a:stretch>
              <a:fillRect/>
            </a:stretch>
          </p:blipFill>
          <p:spPr>
            <a:xfrm>
              <a:off x="494344" y="2984419"/>
              <a:ext cx="231668" cy="457240"/>
            </a:xfrm>
            <a:prstGeom prst="rect">
              <a:avLst/>
            </a:prstGeom>
          </p:spPr>
        </p:pic>
        <p:pic>
          <p:nvPicPr>
            <p:cNvPr id="49" name="Picture 48"/>
            <p:cNvPicPr>
              <a:picLocks noChangeAspect="1"/>
            </p:cNvPicPr>
            <p:nvPr/>
          </p:nvPicPr>
          <p:blipFill>
            <a:blip r:embed="rId4"/>
            <a:stretch>
              <a:fillRect/>
            </a:stretch>
          </p:blipFill>
          <p:spPr>
            <a:xfrm>
              <a:off x="4295172" y="2764944"/>
              <a:ext cx="341406" cy="676715"/>
            </a:xfrm>
            <a:prstGeom prst="rect">
              <a:avLst/>
            </a:prstGeom>
          </p:spPr>
        </p:pic>
        <p:pic>
          <p:nvPicPr>
            <p:cNvPr id="50" name="Picture 49"/>
            <p:cNvPicPr>
              <a:picLocks noChangeAspect="1"/>
            </p:cNvPicPr>
            <p:nvPr/>
          </p:nvPicPr>
          <p:blipFill>
            <a:blip r:embed="rId7"/>
            <a:stretch>
              <a:fillRect/>
            </a:stretch>
          </p:blipFill>
          <p:spPr>
            <a:xfrm>
              <a:off x="5610163" y="2764944"/>
              <a:ext cx="341406" cy="676715"/>
            </a:xfrm>
            <a:prstGeom prst="rect">
              <a:avLst/>
            </a:prstGeom>
          </p:spPr>
        </p:pic>
        <p:pic>
          <p:nvPicPr>
            <p:cNvPr id="51" name="Picture 50"/>
            <p:cNvPicPr>
              <a:picLocks noChangeAspect="1"/>
            </p:cNvPicPr>
            <p:nvPr/>
          </p:nvPicPr>
          <p:blipFill>
            <a:blip r:embed="rId7"/>
            <a:stretch>
              <a:fillRect/>
            </a:stretch>
          </p:blipFill>
          <p:spPr>
            <a:xfrm>
              <a:off x="5280644" y="2764944"/>
              <a:ext cx="341406" cy="676715"/>
            </a:xfrm>
            <a:prstGeom prst="rect">
              <a:avLst/>
            </a:prstGeom>
          </p:spPr>
        </p:pic>
        <p:pic>
          <p:nvPicPr>
            <p:cNvPr id="52" name="Picture 51"/>
            <p:cNvPicPr>
              <a:picLocks noChangeAspect="1"/>
            </p:cNvPicPr>
            <p:nvPr/>
          </p:nvPicPr>
          <p:blipFill>
            <a:blip r:embed="rId7"/>
            <a:stretch>
              <a:fillRect/>
            </a:stretch>
          </p:blipFill>
          <p:spPr>
            <a:xfrm>
              <a:off x="4950887" y="2764944"/>
              <a:ext cx="341406" cy="676715"/>
            </a:xfrm>
            <a:prstGeom prst="rect">
              <a:avLst/>
            </a:prstGeom>
          </p:spPr>
        </p:pic>
        <p:pic>
          <p:nvPicPr>
            <p:cNvPr id="53" name="Picture 52"/>
            <p:cNvPicPr>
              <a:picLocks noChangeAspect="1"/>
            </p:cNvPicPr>
            <p:nvPr/>
          </p:nvPicPr>
          <p:blipFill>
            <a:blip r:embed="rId7"/>
            <a:stretch>
              <a:fillRect/>
            </a:stretch>
          </p:blipFill>
          <p:spPr>
            <a:xfrm>
              <a:off x="4613866" y="2764944"/>
              <a:ext cx="341406" cy="676715"/>
            </a:xfrm>
            <a:prstGeom prst="rect">
              <a:avLst/>
            </a:prstGeom>
          </p:spPr>
        </p:pic>
      </p:grpSp>
      <p:sp>
        <p:nvSpPr>
          <p:cNvPr id="55" name="TextBox 54"/>
          <p:cNvSpPr txBox="1"/>
          <p:nvPr/>
        </p:nvSpPr>
        <p:spPr>
          <a:xfrm>
            <a:off x="984863" y="4151744"/>
            <a:ext cx="4567087" cy="523220"/>
          </a:xfrm>
          <a:prstGeom prst="rect">
            <a:avLst/>
          </a:prstGeom>
          <a:noFill/>
        </p:spPr>
        <p:txBody>
          <a:bodyPr wrap="square" rtlCol="0">
            <a:spAutoFit/>
          </a:bodyPr>
          <a:lstStyle/>
          <a:p>
            <a:pPr algn="ctr"/>
            <a:r>
              <a:rPr lang="en-US" sz="1400" dirty="0">
                <a:solidFill>
                  <a:schemeClr val="bg1"/>
                </a:solidFill>
                <a:latin typeface="Arial Narrow" panose="020B0606020202030204" pitchFamily="34" charset="0"/>
              </a:rPr>
              <a:t>One-half of chronic mental illness begins by age 14</a:t>
            </a:r>
          </a:p>
          <a:p>
            <a:pPr algn="ctr"/>
            <a:r>
              <a:rPr lang="en-US" sz="1400" dirty="0">
                <a:solidFill>
                  <a:schemeClr val="bg1"/>
                </a:solidFill>
                <a:latin typeface="Arial Narrow" panose="020B0606020202030204" pitchFamily="34" charset="0"/>
              </a:rPr>
              <a:t>Three-quarters by age 24</a:t>
            </a:r>
          </a:p>
        </p:txBody>
      </p:sp>
      <p:sp>
        <p:nvSpPr>
          <p:cNvPr id="57" name="TextBox 56"/>
          <p:cNvSpPr txBox="1"/>
          <p:nvPr/>
        </p:nvSpPr>
        <p:spPr>
          <a:xfrm>
            <a:off x="892379" y="1499899"/>
            <a:ext cx="5149874" cy="338554"/>
          </a:xfrm>
          <a:prstGeom prst="rect">
            <a:avLst/>
          </a:prstGeom>
          <a:noFill/>
        </p:spPr>
        <p:txBody>
          <a:bodyPr wrap="square" rtlCol="0">
            <a:spAutoFit/>
          </a:bodyPr>
          <a:lstStyle/>
          <a:p>
            <a:pPr algn="ctr"/>
            <a:r>
              <a:rPr lang="en-US" sz="1600" b="1" dirty="0">
                <a:solidFill>
                  <a:schemeClr val="accent1"/>
                </a:solidFill>
                <a:latin typeface="+mj-lt"/>
              </a:rPr>
              <a:t>High Prevalence of Mental Illness in America </a:t>
            </a:r>
          </a:p>
        </p:txBody>
      </p:sp>
      <p:graphicFrame>
        <p:nvGraphicFramePr>
          <p:cNvPr id="63" name="Chart 62"/>
          <p:cNvGraphicFramePr/>
          <p:nvPr>
            <p:extLst>
              <p:ext uri="{D42A27DB-BD31-4B8C-83A1-F6EECF244321}">
                <p14:modId xmlns:p14="http://schemas.microsoft.com/office/powerpoint/2010/main" val="1007931990"/>
              </p:ext>
            </p:extLst>
          </p:nvPr>
        </p:nvGraphicFramePr>
        <p:xfrm>
          <a:off x="6549724" y="1871438"/>
          <a:ext cx="2542784" cy="1307438"/>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64" name="Chart 63"/>
          <p:cNvGraphicFramePr/>
          <p:nvPr>
            <p:extLst>
              <p:ext uri="{D42A27DB-BD31-4B8C-83A1-F6EECF244321}">
                <p14:modId xmlns:p14="http://schemas.microsoft.com/office/powerpoint/2010/main" val="1411949773"/>
              </p:ext>
            </p:extLst>
          </p:nvPr>
        </p:nvGraphicFramePr>
        <p:xfrm>
          <a:off x="8703394" y="1839540"/>
          <a:ext cx="3415383" cy="1307592"/>
        </p:xfrm>
        <a:graphic>
          <a:graphicData uri="http://schemas.openxmlformats.org/drawingml/2006/chart">
            <c:chart xmlns:c="http://schemas.openxmlformats.org/drawingml/2006/chart" xmlns:r="http://schemas.openxmlformats.org/officeDocument/2006/relationships" r:id="rId9"/>
          </a:graphicData>
        </a:graphic>
      </p:graphicFrame>
      <p:sp>
        <p:nvSpPr>
          <p:cNvPr id="65" name="TextBox 64"/>
          <p:cNvSpPr txBox="1"/>
          <p:nvPr/>
        </p:nvSpPr>
        <p:spPr>
          <a:xfrm>
            <a:off x="6784198" y="3168938"/>
            <a:ext cx="2260567" cy="738664"/>
          </a:xfrm>
          <a:prstGeom prst="rect">
            <a:avLst/>
          </a:prstGeom>
          <a:noFill/>
        </p:spPr>
        <p:txBody>
          <a:bodyPr wrap="square" rtlCol="0">
            <a:spAutoFit/>
          </a:bodyPr>
          <a:lstStyle/>
          <a:p>
            <a:pPr algn="ctr"/>
            <a:r>
              <a:rPr lang="en-US" sz="1400" b="1" dirty="0">
                <a:solidFill>
                  <a:schemeClr val="bg1"/>
                </a:solidFill>
                <a:latin typeface="Arial Narrow" panose="020B0606020202030204" pitchFamily="34" charset="0"/>
              </a:rPr>
              <a:t>60% </a:t>
            </a:r>
            <a:r>
              <a:rPr lang="en-US" sz="1400" dirty="0">
                <a:solidFill>
                  <a:schemeClr val="bg1"/>
                </a:solidFill>
                <a:latin typeface="Arial Narrow" panose="020B0606020202030204" pitchFamily="34" charset="0"/>
              </a:rPr>
              <a:t>of adults didn’t receive mental health services in the previous year</a:t>
            </a:r>
          </a:p>
        </p:txBody>
      </p:sp>
      <p:sp>
        <p:nvSpPr>
          <p:cNvPr id="66" name="TextBox 65"/>
          <p:cNvSpPr txBox="1"/>
          <p:nvPr/>
        </p:nvSpPr>
        <p:spPr>
          <a:xfrm>
            <a:off x="9361556" y="3161134"/>
            <a:ext cx="2134009" cy="738664"/>
          </a:xfrm>
          <a:prstGeom prst="rect">
            <a:avLst/>
          </a:prstGeom>
          <a:noFill/>
        </p:spPr>
        <p:txBody>
          <a:bodyPr wrap="square" rtlCol="0">
            <a:spAutoFit/>
          </a:bodyPr>
          <a:lstStyle/>
          <a:p>
            <a:pPr algn="ctr"/>
            <a:r>
              <a:rPr lang="en-US" sz="1400" b="1" dirty="0">
                <a:solidFill>
                  <a:schemeClr val="bg1"/>
                </a:solidFill>
                <a:latin typeface="Arial Narrow" panose="020B0606020202030204" pitchFamily="34" charset="0"/>
              </a:rPr>
              <a:t>50% </a:t>
            </a:r>
            <a:r>
              <a:rPr lang="en-US" sz="1400" dirty="0">
                <a:solidFill>
                  <a:schemeClr val="bg1"/>
                </a:solidFill>
                <a:latin typeface="Arial Narrow" panose="020B0606020202030204" pitchFamily="34" charset="0"/>
              </a:rPr>
              <a:t>of youth didn’t receive mental health services in the previous year </a:t>
            </a:r>
          </a:p>
        </p:txBody>
      </p:sp>
      <p:sp>
        <p:nvSpPr>
          <p:cNvPr id="68" name="TextBox 67"/>
          <p:cNvSpPr txBox="1"/>
          <p:nvPr/>
        </p:nvSpPr>
        <p:spPr>
          <a:xfrm>
            <a:off x="6582129" y="1540928"/>
            <a:ext cx="5149874" cy="338554"/>
          </a:xfrm>
          <a:prstGeom prst="rect">
            <a:avLst/>
          </a:prstGeom>
          <a:noFill/>
        </p:spPr>
        <p:txBody>
          <a:bodyPr wrap="square" rtlCol="0">
            <a:spAutoFit/>
          </a:bodyPr>
          <a:lstStyle/>
          <a:p>
            <a:pPr algn="ctr"/>
            <a:r>
              <a:rPr lang="en-US" sz="1600" b="1" dirty="0">
                <a:solidFill>
                  <a:schemeClr val="accent1"/>
                </a:solidFill>
                <a:latin typeface="+mj-lt"/>
              </a:rPr>
              <a:t>Lack of Treatment</a:t>
            </a:r>
          </a:p>
        </p:txBody>
      </p:sp>
      <p:sp>
        <p:nvSpPr>
          <p:cNvPr id="69" name="TextBox 68"/>
          <p:cNvSpPr txBox="1"/>
          <p:nvPr/>
        </p:nvSpPr>
        <p:spPr>
          <a:xfrm>
            <a:off x="6621944" y="4151744"/>
            <a:ext cx="5149874" cy="338554"/>
          </a:xfrm>
          <a:prstGeom prst="rect">
            <a:avLst/>
          </a:prstGeom>
          <a:noFill/>
        </p:spPr>
        <p:txBody>
          <a:bodyPr wrap="square" rtlCol="0">
            <a:spAutoFit/>
          </a:bodyPr>
          <a:lstStyle/>
          <a:p>
            <a:pPr algn="ctr"/>
            <a:r>
              <a:rPr lang="en-US" sz="1600" b="1" dirty="0">
                <a:solidFill>
                  <a:schemeClr val="accent1"/>
                </a:solidFill>
                <a:latin typeface="+mj-lt"/>
              </a:rPr>
              <a:t>Creating a Strong Impact</a:t>
            </a:r>
          </a:p>
        </p:txBody>
      </p:sp>
      <p:sp>
        <p:nvSpPr>
          <p:cNvPr id="70" name="TextBox 69"/>
          <p:cNvSpPr txBox="1"/>
          <p:nvPr/>
        </p:nvSpPr>
        <p:spPr>
          <a:xfrm>
            <a:off x="7335258" y="4705696"/>
            <a:ext cx="3978236" cy="1600438"/>
          </a:xfrm>
          <a:prstGeom prst="rect">
            <a:avLst/>
          </a:prstGeom>
          <a:noFill/>
        </p:spPr>
        <p:txBody>
          <a:bodyPr wrap="square" rtlCol="0">
            <a:spAutoFit/>
          </a:bodyPr>
          <a:lstStyle/>
          <a:p>
            <a:r>
              <a:rPr lang="en-US" sz="1400" dirty="0">
                <a:solidFill>
                  <a:schemeClr val="bg1"/>
                </a:solidFill>
                <a:latin typeface="Arial Narrow" pitchFamily="34" charset="0"/>
              </a:rPr>
              <a:t>Depression is the leading cause of disability worldwide</a:t>
            </a:r>
          </a:p>
          <a:p>
            <a:endParaRPr lang="en-US" sz="1400" dirty="0">
              <a:solidFill>
                <a:schemeClr val="bg1"/>
              </a:solidFill>
              <a:latin typeface="Arial Narrow" pitchFamily="34" charset="0"/>
            </a:endParaRPr>
          </a:p>
          <a:p>
            <a:r>
              <a:rPr lang="en-US" sz="1400" dirty="0">
                <a:solidFill>
                  <a:schemeClr val="bg1"/>
                </a:solidFill>
                <a:latin typeface="Arial Narrow" pitchFamily="34" charset="0"/>
              </a:rPr>
              <a:t>Serious mental illness costs the U.S. $193.2 billion in lost earning each year </a:t>
            </a:r>
          </a:p>
          <a:p>
            <a:endParaRPr lang="en-US" sz="1400" dirty="0">
              <a:solidFill>
                <a:schemeClr val="bg1"/>
              </a:solidFill>
              <a:latin typeface="Arial Narrow" pitchFamily="34" charset="0"/>
            </a:endParaRPr>
          </a:p>
          <a:p>
            <a:r>
              <a:rPr lang="en-US" sz="1400" dirty="0">
                <a:solidFill>
                  <a:schemeClr val="bg1"/>
                </a:solidFill>
                <a:latin typeface="Arial Narrow" pitchFamily="34" charset="0"/>
              </a:rPr>
              <a:t>90% of those who die of suicide have an underlying mental illness. Suicide is the 10</a:t>
            </a:r>
            <a:r>
              <a:rPr lang="en-US" sz="1400" baseline="30000" dirty="0">
                <a:solidFill>
                  <a:schemeClr val="bg1"/>
                </a:solidFill>
                <a:latin typeface="Arial Narrow" pitchFamily="34" charset="0"/>
              </a:rPr>
              <a:t>th</a:t>
            </a:r>
            <a:r>
              <a:rPr lang="en-US" sz="1400" dirty="0">
                <a:solidFill>
                  <a:schemeClr val="bg1"/>
                </a:solidFill>
                <a:latin typeface="Arial Narrow" pitchFamily="34" charset="0"/>
              </a:rPr>
              <a:t> leading cause of death.</a:t>
            </a:r>
          </a:p>
        </p:txBody>
      </p:sp>
      <p:sp>
        <p:nvSpPr>
          <p:cNvPr id="71" name="Freeform 77"/>
          <p:cNvSpPr>
            <a:spLocks noChangeAspect="1" noEditPoints="1"/>
          </p:cNvSpPr>
          <p:nvPr/>
        </p:nvSpPr>
        <p:spPr bwMode="auto">
          <a:xfrm>
            <a:off x="6900245" y="4641141"/>
            <a:ext cx="369782" cy="368084"/>
          </a:xfrm>
          <a:custGeom>
            <a:avLst/>
            <a:gdLst>
              <a:gd name="T0" fmla="*/ 0 w 92"/>
              <a:gd name="T1" fmla="*/ 46 h 92"/>
              <a:gd name="T2" fmla="*/ 92 w 92"/>
              <a:gd name="T3" fmla="*/ 46 h 92"/>
              <a:gd name="T4" fmla="*/ 71 w 92"/>
              <a:gd name="T5" fmla="*/ 77 h 92"/>
              <a:gd name="T6" fmla="*/ 67 w 92"/>
              <a:gd name="T7" fmla="*/ 81 h 92"/>
              <a:gd name="T8" fmla="*/ 54 w 92"/>
              <a:gd name="T9" fmla="*/ 86 h 92"/>
              <a:gd name="T10" fmla="*/ 53 w 92"/>
              <a:gd name="T11" fmla="*/ 83 h 92"/>
              <a:gd name="T12" fmla="*/ 47 w 92"/>
              <a:gd name="T13" fmla="*/ 77 h 92"/>
              <a:gd name="T14" fmla="*/ 48 w 92"/>
              <a:gd name="T15" fmla="*/ 71 h 92"/>
              <a:gd name="T16" fmla="*/ 48 w 92"/>
              <a:gd name="T17" fmla="*/ 67 h 92"/>
              <a:gd name="T18" fmla="*/ 36 w 92"/>
              <a:gd name="T19" fmla="*/ 61 h 92"/>
              <a:gd name="T20" fmla="*/ 25 w 92"/>
              <a:gd name="T21" fmla="*/ 54 h 92"/>
              <a:gd name="T22" fmla="*/ 22 w 92"/>
              <a:gd name="T23" fmla="*/ 48 h 92"/>
              <a:gd name="T24" fmla="*/ 20 w 92"/>
              <a:gd name="T25" fmla="*/ 45 h 92"/>
              <a:gd name="T26" fmla="*/ 18 w 92"/>
              <a:gd name="T27" fmla="*/ 39 h 92"/>
              <a:gd name="T28" fmla="*/ 20 w 92"/>
              <a:gd name="T29" fmla="*/ 26 h 92"/>
              <a:gd name="T30" fmla="*/ 22 w 92"/>
              <a:gd name="T31" fmla="*/ 17 h 92"/>
              <a:gd name="T32" fmla="*/ 22 w 92"/>
              <a:gd name="T33" fmla="*/ 15 h 92"/>
              <a:gd name="T34" fmla="*/ 31 w 92"/>
              <a:gd name="T35" fmla="*/ 9 h 92"/>
              <a:gd name="T36" fmla="*/ 38 w 92"/>
              <a:gd name="T37" fmla="*/ 9 h 92"/>
              <a:gd name="T38" fmla="*/ 48 w 92"/>
              <a:gd name="T39" fmla="*/ 6 h 92"/>
              <a:gd name="T40" fmla="*/ 51 w 92"/>
              <a:gd name="T41" fmla="*/ 6 h 92"/>
              <a:gd name="T42" fmla="*/ 62 w 92"/>
              <a:gd name="T43" fmla="*/ 14 h 92"/>
              <a:gd name="T44" fmla="*/ 61 w 92"/>
              <a:gd name="T45" fmla="*/ 15 h 92"/>
              <a:gd name="T46" fmla="*/ 53 w 92"/>
              <a:gd name="T47" fmla="*/ 14 h 92"/>
              <a:gd name="T48" fmla="*/ 53 w 92"/>
              <a:gd name="T49" fmla="*/ 15 h 92"/>
              <a:gd name="T50" fmla="*/ 56 w 92"/>
              <a:gd name="T51" fmla="*/ 19 h 92"/>
              <a:gd name="T52" fmla="*/ 66 w 92"/>
              <a:gd name="T53" fmla="*/ 27 h 92"/>
              <a:gd name="T54" fmla="*/ 63 w 92"/>
              <a:gd name="T55" fmla="*/ 29 h 92"/>
              <a:gd name="T56" fmla="*/ 59 w 92"/>
              <a:gd name="T57" fmla="*/ 28 h 92"/>
              <a:gd name="T58" fmla="*/ 58 w 92"/>
              <a:gd name="T59" fmla="*/ 31 h 92"/>
              <a:gd name="T60" fmla="*/ 53 w 92"/>
              <a:gd name="T61" fmla="*/ 40 h 92"/>
              <a:gd name="T62" fmla="*/ 53 w 92"/>
              <a:gd name="T63" fmla="*/ 40 h 92"/>
              <a:gd name="T64" fmla="*/ 50 w 92"/>
              <a:gd name="T65" fmla="*/ 44 h 92"/>
              <a:gd name="T66" fmla="*/ 49 w 92"/>
              <a:gd name="T67" fmla="*/ 50 h 92"/>
              <a:gd name="T68" fmla="*/ 48 w 92"/>
              <a:gd name="T69" fmla="*/ 50 h 92"/>
              <a:gd name="T70" fmla="*/ 41 w 92"/>
              <a:gd name="T71" fmla="*/ 47 h 92"/>
              <a:gd name="T72" fmla="*/ 36 w 92"/>
              <a:gd name="T73" fmla="*/ 46 h 92"/>
              <a:gd name="T74" fmla="*/ 36 w 92"/>
              <a:gd name="T75" fmla="*/ 54 h 92"/>
              <a:gd name="T76" fmla="*/ 38 w 92"/>
              <a:gd name="T77" fmla="*/ 53 h 92"/>
              <a:gd name="T78" fmla="*/ 42 w 92"/>
              <a:gd name="T79" fmla="*/ 52 h 92"/>
              <a:gd name="T80" fmla="*/ 42 w 92"/>
              <a:gd name="T81" fmla="*/ 53 h 92"/>
              <a:gd name="T82" fmla="*/ 43 w 92"/>
              <a:gd name="T83" fmla="*/ 57 h 92"/>
              <a:gd name="T84" fmla="*/ 47 w 92"/>
              <a:gd name="T85" fmla="*/ 59 h 92"/>
              <a:gd name="T86" fmla="*/ 47 w 92"/>
              <a:gd name="T87" fmla="*/ 63 h 92"/>
              <a:gd name="T88" fmla="*/ 51 w 92"/>
              <a:gd name="T89" fmla="*/ 64 h 92"/>
              <a:gd name="T90" fmla="*/ 62 w 92"/>
              <a:gd name="T91" fmla="*/ 61 h 92"/>
              <a:gd name="T92" fmla="*/ 66 w 92"/>
              <a:gd name="T93" fmla="*/ 60 h 92"/>
              <a:gd name="T94" fmla="*/ 70 w 92"/>
              <a:gd name="T95" fmla="*/ 62 h 92"/>
              <a:gd name="T96" fmla="*/ 76 w 92"/>
              <a:gd name="T97" fmla="*/ 64 h 92"/>
              <a:gd name="T98" fmla="*/ 79 w 92"/>
              <a:gd name="T99" fmla="*/ 64 h 92"/>
              <a:gd name="T100" fmla="*/ 79 w 92"/>
              <a:gd name="T101" fmla="*/ 65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2" h="92">
                <a:moveTo>
                  <a:pt x="46" y="0"/>
                </a:moveTo>
                <a:cubicBezTo>
                  <a:pt x="20" y="0"/>
                  <a:pt x="0" y="20"/>
                  <a:pt x="0" y="46"/>
                </a:cubicBezTo>
                <a:cubicBezTo>
                  <a:pt x="0" y="72"/>
                  <a:pt x="20" y="92"/>
                  <a:pt x="46" y="92"/>
                </a:cubicBezTo>
                <a:cubicBezTo>
                  <a:pt x="72" y="92"/>
                  <a:pt x="92" y="72"/>
                  <a:pt x="92" y="46"/>
                </a:cubicBezTo>
                <a:cubicBezTo>
                  <a:pt x="92" y="20"/>
                  <a:pt x="72" y="0"/>
                  <a:pt x="46" y="0"/>
                </a:cubicBezTo>
                <a:close/>
                <a:moveTo>
                  <a:pt x="71" y="77"/>
                </a:moveTo>
                <a:cubicBezTo>
                  <a:pt x="70" y="78"/>
                  <a:pt x="70" y="78"/>
                  <a:pt x="70" y="78"/>
                </a:cubicBezTo>
                <a:cubicBezTo>
                  <a:pt x="69" y="79"/>
                  <a:pt x="68" y="80"/>
                  <a:pt x="67" y="81"/>
                </a:cubicBezTo>
                <a:cubicBezTo>
                  <a:pt x="64" y="83"/>
                  <a:pt x="59" y="86"/>
                  <a:pt x="54" y="86"/>
                </a:cubicBezTo>
                <a:cubicBezTo>
                  <a:pt x="54" y="86"/>
                  <a:pt x="54" y="86"/>
                  <a:pt x="54" y="86"/>
                </a:cubicBezTo>
                <a:cubicBezTo>
                  <a:pt x="53" y="86"/>
                  <a:pt x="53" y="86"/>
                  <a:pt x="53" y="86"/>
                </a:cubicBezTo>
                <a:cubicBezTo>
                  <a:pt x="52" y="85"/>
                  <a:pt x="53" y="84"/>
                  <a:pt x="53" y="83"/>
                </a:cubicBezTo>
                <a:cubicBezTo>
                  <a:pt x="54" y="82"/>
                  <a:pt x="54" y="82"/>
                  <a:pt x="54" y="82"/>
                </a:cubicBezTo>
                <a:cubicBezTo>
                  <a:pt x="50" y="82"/>
                  <a:pt x="49" y="79"/>
                  <a:pt x="47" y="77"/>
                </a:cubicBezTo>
                <a:cubicBezTo>
                  <a:pt x="47" y="76"/>
                  <a:pt x="47" y="76"/>
                  <a:pt x="47" y="76"/>
                </a:cubicBezTo>
                <a:cubicBezTo>
                  <a:pt x="46" y="73"/>
                  <a:pt x="48" y="72"/>
                  <a:pt x="48" y="71"/>
                </a:cubicBezTo>
                <a:cubicBezTo>
                  <a:pt x="50" y="69"/>
                  <a:pt x="50" y="68"/>
                  <a:pt x="50" y="67"/>
                </a:cubicBezTo>
                <a:cubicBezTo>
                  <a:pt x="49" y="67"/>
                  <a:pt x="49" y="67"/>
                  <a:pt x="48" y="67"/>
                </a:cubicBezTo>
                <a:cubicBezTo>
                  <a:pt x="45" y="67"/>
                  <a:pt x="43" y="66"/>
                  <a:pt x="41" y="63"/>
                </a:cubicBezTo>
                <a:cubicBezTo>
                  <a:pt x="40" y="62"/>
                  <a:pt x="38" y="61"/>
                  <a:pt x="36" y="61"/>
                </a:cubicBezTo>
                <a:cubicBezTo>
                  <a:pt x="32" y="59"/>
                  <a:pt x="28" y="57"/>
                  <a:pt x="25" y="55"/>
                </a:cubicBezTo>
                <a:cubicBezTo>
                  <a:pt x="25" y="54"/>
                  <a:pt x="25" y="54"/>
                  <a:pt x="25" y="54"/>
                </a:cubicBezTo>
                <a:cubicBezTo>
                  <a:pt x="25" y="54"/>
                  <a:pt x="25" y="54"/>
                  <a:pt x="25" y="54"/>
                </a:cubicBezTo>
                <a:cubicBezTo>
                  <a:pt x="25" y="51"/>
                  <a:pt x="24" y="50"/>
                  <a:pt x="22" y="48"/>
                </a:cubicBezTo>
                <a:cubicBezTo>
                  <a:pt x="21" y="47"/>
                  <a:pt x="21" y="47"/>
                  <a:pt x="20" y="46"/>
                </a:cubicBezTo>
                <a:cubicBezTo>
                  <a:pt x="20" y="45"/>
                  <a:pt x="20" y="45"/>
                  <a:pt x="20" y="45"/>
                </a:cubicBezTo>
                <a:cubicBezTo>
                  <a:pt x="20" y="45"/>
                  <a:pt x="20" y="45"/>
                  <a:pt x="20" y="45"/>
                </a:cubicBezTo>
                <a:cubicBezTo>
                  <a:pt x="20" y="42"/>
                  <a:pt x="19" y="41"/>
                  <a:pt x="18" y="39"/>
                </a:cubicBezTo>
                <a:cubicBezTo>
                  <a:pt x="18" y="38"/>
                  <a:pt x="18" y="37"/>
                  <a:pt x="18" y="36"/>
                </a:cubicBezTo>
                <a:cubicBezTo>
                  <a:pt x="18" y="32"/>
                  <a:pt x="19" y="29"/>
                  <a:pt x="20" y="26"/>
                </a:cubicBezTo>
                <a:cubicBezTo>
                  <a:pt x="21" y="23"/>
                  <a:pt x="23" y="21"/>
                  <a:pt x="23" y="18"/>
                </a:cubicBezTo>
                <a:cubicBezTo>
                  <a:pt x="23" y="17"/>
                  <a:pt x="23" y="17"/>
                  <a:pt x="22" y="17"/>
                </a:cubicBezTo>
                <a:cubicBezTo>
                  <a:pt x="22" y="17"/>
                  <a:pt x="21" y="16"/>
                  <a:pt x="21" y="15"/>
                </a:cubicBezTo>
                <a:cubicBezTo>
                  <a:pt x="22" y="15"/>
                  <a:pt x="22" y="15"/>
                  <a:pt x="22" y="15"/>
                </a:cubicBezTo>
                <a:cubicBezTo>
                  <a:pt x="22" y="14"/>
                  <a:pt x="22" y="14"/>
                  <a:pt x="22" y="14"/>
                </a:cubicBezTo>
                <a:cubicBezTo>
                  <a:pt x="24" y="12"/>
                  <a:pt x="27" y="9"/>
                  <a:pt x="31" y="9"/>
                </a:cubicBezTo>
                <a:cubicBezTo>
                  <a:pt x="32" y="9"/>
                  <a:pt x="33" y="10"/>
                  <a:pt x="33" y="10"/>
                </a:cubicBezTo>
                <a:cubicBezTo>
                  <a:pt x="35" y="10"/>
                  <a:pt x="37" y="9"/>
                  <a:pt x="38" y="9"/>
                </a:cubicBezTo>
                <a:cubicBezTo>
                  <a:pt x="41" y="9"/>
                  <a:pt x="45" y="8"/>
                  <a:pt x="48" y="6"/>
                </a:cubicBezTo>
                <a:cubicBezTo>
                  <a:pt x="48" y="6"/>
                  <a:pt x="48" y="6"/>
                  <a:pt x="48" y="6"/>
                </a:cubicBezTo>
                <a:cubicBezTo>
                  <a:pt x="51" y="6"/>
                  <a:pt x="51" y="6"/>
                  <a:pt x="51" y="6"/>
                </a:cubicBezTo>
                <a:cubicBezTo>
                  <a:pt x="51" y="6"/>
                  <a:pt x="51" y="6"/>
                  <a:pt x="51" y="6"/>
                </a:cubicBezTo>
                <a:cubicBezTo>
                  <a:pt x="53" y="7"/>
                  <a:pt x="55" y="8"/>
                  <a:pt x="57" y="8"/>
                </a:cubicBezTo>
                <a:cubicBezTo>
                  <a:pt x="60" y="9"/>
                  <a:pt x="63" y="10"/>
                  <a:pt x="62" y="14"/>
                </a:cubicBezTo>
                <a:cubicBezTo>
                  <a:pt x="62" y="15"/>
                  <a:pt x="62" y="15"/>
                  <a:pt x="62" y="15"/>
                </a:cubicBezTo>
                <a:cubicBezTo>
                  <a:pt x="61" y="15"/>
                  <a:pt x="61" y="15"/>
                  <a:pt x="61" y="15"/>
                </a:cubicBezTo>
                <a:cubicBezTo>
                  <a:pt x="61" y="15"/>
                  <a:pt x="60" y="15"/>
                  <a:pt x="60" y="15"/>
                </a:cubicBezTo>
                <a:cubicBezTo>
                  <a:pt x="58" y="15"/>
                  <a:pt x="55" y="14"/>
                  <a:pt x="53" y="14"/>
                </a:cubicBezTo>
                <a:cubicBezTo>
                  <a:pt x="53" y="14"/>
                  <a:pt x="53" y="14"/>
                  <a:pt x="53" y="14"/>
                </a:cubicBezTo>
                <a:cubicBezTo>
                  <a:pt x="53" y="14"/>
                  <a:pt x="53" y="15"/>
                  <a:pt x="53" y="15"/>
                </a:cubicBezTo>
                <a:cubicBezTo>
                  <a:pt x="53" y="16"/>
                  <a:pt x="53" y="16"/>
                  <a:pt x="53" y="17"/>
                </a:cubicBezTo>
                <a:cubicBezTo>
                  <a:pt x="54" y="18"/>
                  <a:pt x="55" y="18"/>
                  <a:pt x="56" y="19"/>
                </a:cubicBezTo>
                <a:cubicBezTo>
                  <a:pt x="60" y="21"/>
                  <a:pt x="64" y="23"/>
                  <a:pt x="66" y="26"/>
                </a:cubicBezTo>
                <a:cubicBezTo>
                  <a:pt x="66" y="27"/>
                  <a:pt x="66" y="27"/>
                  <a:pt x="66" y="27"/>
                </a:cubicBezTo>
                <a:cubicBezTo>
                  <a:pt x="66" y="27"/>
                  <a:pt x="66" y="27"/>
                  <a:pt x="66" y="27"/>
                </a:cubicBezTo>
                <a:cubicBezTo>
                  <a:pt x="65" y="28"/>
                  <a:pt x="64" y="29"/>
                  <a:pt x="63" y="29"/>
                </a:cubicBezTo>
                <a:cubicBezTo>
                  <a:pt x="62" y="29"/>
                  <a:pt x="61" y="29"/>
                  <a:pt x="60" y="28"/>
                </a:cubicBezTo>
                <a:cubicBezTo>
                  <a:pt x="60" y="28"/>
                  <a:pt x="59" y="28"/>
                  <a:pt x="59" y="28"/>
                </a:cubicBezTo>
                <a:cubicBezTo>
                  <a:pt x="58" y="29"/>
                  <a:pt x="58" y="29"/>
                  <a:pt x="58" y="30"/>
                </a:cubicBezTo>
                <a:cubicBezTo>
                  <a:pt x="58" y="31"/>
                  <a:pt x="58" y="31"/>
                  <a:pt x="58" y="31"/>
                </a:cubicBezTo>
                <a:cubicBezTo>
                  <a:pt x="58" y="31"/>
                  <a:pt x="58" y="31"/>
                  <a:pt x="58" y="31"/>
                </a:cubicBezTo>
                <a:cubicBezTo>
                  <a:pt x="54" y="33"/>
                  <a:pt x="53" y="34"/>
                  <a:pt x="53" y="40"/>
                </a:cubicBezTo>
                <a:cubicBezTo>
                  <a:pt x="53" y="40"/>
                  <a:pt x="53" y="40"/>
                  <a:pt x="53" y="40"/>
                </a:cubicBezTo>
                <a:cubicBezTo>
                  <a:pt x="53" y="40"/>
                  <a:pt x="53" y="40"/>
                  <a:pt x="53" y="40"/>
                </a:cubicBezTo>
                <a:cubicBezTo>
                  <a:pt x="52" y="41"/>
                  <a:pt x="52" y="41"/>
                  <a:pt x="51" y="42"/>
                </a:cubicBezTo>
                <a:cubicBezTo>
                  <a:pt x="51" y="43"/>
                  <a:pt x="50" y="43"/>
                  <a:pt x="50" y="44"/>
                </a:cubicBezTo>
                <a:cubicBezTo>
                  <a:pt x="50" y="45"/>
                  <a:pt x="50" y="46"/>
                  <a:pt x="50" y="46"/>
                </a:cubicBezTo>
                <a:cubicBezTo>
                  <a:pt x="50" y="47"/>
                  <a:pt x="50" y="49"/>
                  <a:pt x="49" y="50"/>
                </a:cubicBezTo>
                <a:cubicBezTo>
                  <a:pt x="49" y="50"/>
                  <a:pt x="49" y="50"/>
                  <a:pt x="49" y="50"/>
                </a:cubicBezTo>
                <a:cubicBezTo>
                  <a:pt x="48" y="50"/>
                  <a:pt x="48" y="50"/>
                  <a:pt x="48" y="50"/>
                </a:cubicBezTo>
                <a:cubicBezTo>
                  <a:pt x="46" y="50"/>
                  <a:pt x="45" y="49"/>
                  <a:pt x="44" y="47"/>
                </a:cubicBezTo>
                <a:cubicBezTo>
                  <a:pt x="43" y="47"/>
                  <a:pt x="42" y="47"/>
                  <a:pt x="41" y="47"/>
                </a:cubicBezTo>
                <a:cubicBezTo>
                  <a:pt x="39" y="47"/>
                  <a:pt x="39" y="47"/>
                  <a:pt x="39" y="47"/>
                </a:cubicBezTo>
                <a:cubicBezTo>
                  <a:pt x="38" y="47"/>
                  <a:pt x="37" y="47"/>
                  <a:pt x="36" y="46"/>
                </a:cubicBezTo>
                <a:cubicBezTo>
                  <a:pt x="35" y="47"/>
                  <a:pt x="34" y="49"/>
                  <a:pt x="34" y="52"/>
                </a:cubicBezTo>
                <a:cubicBezTo>
                  <a:pt x="34" y="53"/>
                  <a:pt x="35" y="54"/>
                  <a:pt x="36" y="54"/>
                </a:cubicBezTo>
                <a:cubicBezTo>
                  <a:pt x="36" y="54"/>
                  <a:pt x="36" y="54"/>
                  <a:pt x="36" y="54"/>
                </a:cubicBezTo>
                <a:cubicBezTo>
                  <a:pt x="37" y="54"/>
                  <a:pt x="38" y="54"/>
                  <a:pt x="38" y="53"/>
                </a:cubicBezTo>
                <a:cubicBezTo>
                  <a:pt x="39" y="53"/>
                  <a:pt x="39" y="52"/>
                  <a:pt x="41" y="52"/>
                </a:cubicBezTo>
                <a:cubicBezTo>
                  <a:pt x="41" y="52"/>
                  <a:pt x="42" y="52"/>
                  <a:pt x="42" y="52"/>
                </a:cubicBezTo>
                <a:cubicBezTo>
                  <a:pt x="42" y="52"/>
                  <a:pt x="42" y="52"/>
                  <a:pt x="42" y="52"/>
                </a:cubicBezTo>
                <a:cubicBezTo>
                  <a:pt x="42" y="53"/>
                  <a:pt x="42" y="53"/>
                  <a:pt x="42" y="53"/>
                </a:cubicBezTo>
                <a:cubicBezTo>
                  <a:pt x="44" y="54"/>
                  <a:pt x="43" y="55"/>
                  <a:pt x="43" y="56"/>
                </a:cubicBezTo>
                <a:cubicBezTo>
                  <a:pt x="43" y="56"/>
                  <a:pt x="43" y="57"/>
                  <a:pt x="43" y="57"/>
                </a:cubicBezTo>
                <a:cubicBezTo>
                  <a:pt x="43" y="57"/>
                  <a:pt x="44" y="58"/>
                  <a:pt x="44" y="58"/>
                </a:cubicBezTo>
                <a:cubicBezTo>
                  <a:pt x="45" y="58"/>
                  <a:pt x="46" y="58"/>
                  <a:pt x="47" y="59"/>
                </a:cubicBezTo>
                <a:cubicBezTo>
                  <a:pt x="47" y="60"/>
                  <a:pt x="47" y="61"/>
                  <a:pt x="47" y="61"/>
                </a:cubicBezTo>
                <a:cubicBezTo>
                  <a:pt x="47" y="62"/>
                  <a:pt x="47" y="63"/>
                  <a:pt x="47" y="63"/>
                </a:cubicBezTo>
                <a:cubicBezTo>
                  <a:pt x="47" y="64"/>
                  <a:pt x="47" y="64"/>
                  <a:pt x="48" y="64"/>
                </a:cubicBezTo>
                <a:cubicBezTo>
                  <a:pt x="51" y="64"/>
                  <a:pt x="51" y="64"/>
                  <a:pt x="51" y="64"/>
                </a:cubicBezTo>
                <a:cubicBezTo>
                  <a:pt x="51" y="64"/>
                  <a:pt x="51" y="64"/>
                  <a:pt x="51" y="64"/>
                </a:cubicBezTo>
                <a:cubicBezTo>
                  <a:pt x="54" y="61"/>
                  <a:pt x="58" y="61"/>
                  <a:pt x="62" y="61"/>
                </a:cubicBezTo>
                <a:cubicBezTo>
                  <a:pt x="63" y="60"/>
                  <a:pt x="64" y="60"/>
                  <a:pt x="65" y="60"/>
                </a:cubicBezTo>
                <a:cubicBezTo>
                  <a:pt x="66" y="60"/>
                  <a:pt x="66" y="60"/>
                  <a:pt x="66" y="60"/>
                </a:cubicBezTo>
                <a:cubicBezTo>
                  <a:pt x="66" y="61"/>
                  <a:pt x="66" y="61"/>
                  <a:pt x="66" y="61"/>
                </a:cubicBezTo>
                <a:cubicBezTo>
                  <a:pt x="67" y="61"/>
                  <a:pt x="68" y="62"/>
                  <a:pt x="70" y="62"/>
                </a:cubicBezTo>
                <a:cubicBezTo>
                  <a:pt x="72" y="62"/>
                  <a:pt x="74" y="63"/>
                  <a:pt x="75" y="64"/>
                </a:cubicBezTo>
                <a:cubicBezTo>
                  <a:pt x="76" y="64"/>
                  <a:pt x="76" y="64"/>
                  <a:pt x="76" y="64"/>
                </a:cubicBezTo>
                <a:cubicBezTo>
                  <a:pt x="77" y="64"/>
                  <a:pt x="77" y="64"/>
                  <a:pt x="78" y="64"/>
                </a:cubicBezTo>
                <a:cubicBezTo>
                  <a:pt x="78" y="64"/>
                  <a:pt x="79" y="64"/>
                  <a:pt x="79" y="64"/>
                </a:cubicBezTo>
                <a:cubicBezTo>
                  <a:pt x="80" y="64"/>
                  <a:pt x="80" y="64"/>
                  <a:pt x="80" y="64"/>
                </a:cubicBezTo>
                <a:cubicBezTo>
                  <a:pt x="79" y="65"/>
                  <a:pt x="79" y="65"/>
                  <a:pt x="79" y="65"/>
                </a:cubicBezTo>
                <a:cubicBezTo>
                  <a:pt x="79" y="70"/>
                  <a:pt x="75" y="74"/>
                  <a:pt x="71" y="77"/>
                </a:cubicBezTo>
                <a:close/>
              </a:path>
            </a:pathLst>
          </a:custGeom>
          <a:solidFill>
            <a:srgbClr val="92D050"/>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72" name="Freeform 45"/>
          <p:cNvSpPr>
            <a:spLocks/>
          </p:cNvSpPr>
          <p:nvPr/>
        </p:nvSpPr>
        <p:spPr bwMode="auto">
          <a:xfrm>
            <a:off x="6865951" y="5205369"/>
            <a:ext cx="404076" cy="328603"/>
          </a:xfrm>
          <a:custGeom>
            <a:avLst/>
            <a:gdLst>
              <a:gd name="T0" fmla="*/ 1198 w 1203"/>
              <a:gd name="T1" fmla="*/ 251 h 1143"/>
              <a:gd name="T2" fmla="*/ 1198 w 1203"/>
              <a:gd name="T3" fmla="*/ 251 h 1143"/>
              <a:gd name="T4" fmla="*/ 1171 w 1203"/>
              <a:gd name="T5" fmla="*/ 44 h 1143"/>
              <a:gd name="T6" fmla="*/ 1113 w 1203"/>
              <a:gd name="T7" fmla="*/ 20 h 1143"/>
              <a:gd name="T8" fmla="*/ 948 w 1203"/>
              <a:gd name="T9" fmla="*/ 147 h 1143"/>
              <a:gd name="T10" fmla="*/ 945 w 1203"/>
              <a:gd name="T11" fmla="*/ 205 h 1143"/>
              <a:gd name="T12" fmla="*/ 1013 w 1203"/>
              <a:gd name="T13" fmla="*/ 233 h 1143"/>
              <a:gd name="T14" fmla="*/ 992 w 1203"/>
              <a:gd name="T15" fmla="*/ 224 h 1143"/>
              <a:gd name="T16" fmla="*/ 798 w 1203"/>
              <a:gd name="T17" fmla="*/ 693 h 1143"/>
              <a:gd name="T18" fmla="*/ 602 w 1203"/>
              <a:gd name="T19" fmla="*/ 498 h 1143"/>
              <a:gd name="T20" fmla="*/ 439 w 1203"/>
              <a:gd name="T21" fmla="*/ 868 h 1143"/>
              <a:gd name="T22" fmla="*/ 265 w 1203"/>
              <a:gd name="T23" fmla="*/ 683 h 1143"/>
              <a:gd name="T24" fmla="*/ 0 w 1203"/>
              <a:gd name="T25" fmla="*/ 1068 h 1143"/>
              <a:gd name="T26" fmla="*/ 108 w 1203"/>
              <a:gd name="T27" fmla="*/ 1143 h 1143"/>
              <a:gd name="T28" fmla="*/ 281 w 1203"/>
              <a:gd name="T29" fmla="*/ 892 h 1143"/>
              <a:gd name="T30" fmla="*/ 479 w 1203"/>
              <a:gd name="T31" fmla="*/ 1102 h 1143"/>
              <a:gd name="T32" fmla="*/ 645 w 1203"/>
              <a:gd name="T33" fmla="*/ 726 h 1143"/>
              <a:gd name="T34" fmla="*/ 844 w 1203"/>
              <a:gd name="T35" fmla="*/ 925 h 1143"/>
              <a:gd name="T36" fmla="*/ 1114 w 1203"/>
              <a:gd name="T37" fmla="*/ 275 h 1143"/>
              <a:gd name="T38" fmla="*/ 1160 w 1203"/>
              <a:gd name="T39" fmla="*/ 294 h 1143"/>
              <a:gd name="T40" fmla="*/ 1198 w 1203"/>
              <a:gd name="T41" fmla="*/ 251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03" h="1143">
                <a:moveTo>
                  <a:pt x="1198" y="251"/>
                </a:moveTo>
                <a:lnTo>
                  <a:pt x="1198" y="251"/>
                </a:lnTo>
                <a:lnTo>
                  <a:pt x="1171" y="44"/>
                </a:lnTo>
                <a:cubicBezTo>
                  <a:pt x="1166" y="11"/>
                  <a:pt x="1140" y="0"/>
                  <a:pt x="1113" y="20"/>
                </a:cubicBezTo>
                <a:lnTo>
                  <a:pt x="948" y="147"/>
                </a:lnTo>
                <a:cubicBezTo>
                  <a:pt x="920" y="168"/>
                  <a:pt x="919" y="194"/>
                  <a:pt x="945" y="205"/>
                </a:cubicBezTo>
                <a:cubicBezTo>
                  <a:pt x="962" y="212"/>
                  <a:pt x="988" y="223"/>
                  <a:pt x="1013" y="233"/>
                </a:cubicBezTo>
                <a:lnTo>
                  <a:pt x="992" y="224"/>
                </a:lnTo>
                <a:lnTo>
                  <a:pt x="798" y="693"/>
                </a:lnTo>
                <a:lnTo>
                  <a:pt x="602" y="498"/>
                </a:lnTo>
                <a:lnTo>
                  <a:pt x="439" y="868"/>
                </a:lnTo>
                <a:lnTo>
                  <a:pt x="265" y="683"/>
                </a:lnTo>
                <a:lnTo>
                  <a:pt x="0" y="1068"/>
                </a:lnTo>
                <a:lnTo>
                  <a:pt x="108" y="1143"/>
                </a:lnTo>
                <a:lnTo>
                  <a:pt x="281" y="892"/>
                </a:lnTo>
                <a:lnTo>
                  <a:pt x="479" y="1102"/>
                </a:lnTo>
                <a:lnTo>
                  <a:pt x="645" y="726"/>
                </a:lnTo>
                <a:lnTo>
                  <a:pt x="844" y="925"/>
                </a:lnTo>
                <a:lnTo>
                  <a:pt x="1114" y="275"/>
                </a:lnTo>
                <a:cubicBezTo>
                  <a:pt x="1131" y="282"/>
                  <a:pt x="1148" y="289"/>
                  <a:pt x="1160" y="294"/>
                </a:cubicBezTo>
                <a:cubicBezTo>
                  <a:pt x="1186" y="305"/>
                  <a:pt x="1203" y="285"/>
                  <a:pt x="1198" y="251"/>
                </a:cubicBezTo>
                <a:close/>
              </a:path>
            </a:pathLst>
          </a:custGeom>
          <a:solidFill>
            <a:srgbClr val="8DC63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srgbClr val="000000"/>
              </a:solidFill>
            </a:endParaRPr>
          </a:p>
        </p:txBody>
      </p:sp>
      <p:sp>
        <p:nvSpPr>
          <p:cNvPr id="73" name="Freeform 9"/>
          <p:cNvSpPr>
            <a:spLocks noChangeAspect="1" noEditPoints="1"/>
          </p:cNvSpPr>
          <p:nvPr/>
        </p:nvSpPr>
        <p:spPr bwMode="auto">
          <a:xfrm>
            <a:off x="6865951" y="5884916"/>
            <a:ext cx="405501" cy="341571"/>
          </a:xfrm>
          <a:custGeom>
            <a:avLst/>
            <a:gdLst>
              <a:gd name="T0" fmla="*/ 61 w 94"/>
              <a:gd name="T1" fmla="*/ 23 h 79"/>
              <a:gd name="T2" fmla="*/ 61 w 94"/>
              <a:gd name="T3" fmla="*/ 23 h 79"/>
              <a:gd name="T4" fmla="*/ 47 w 94"/>
              <a:gd name="T5" fmla="*/ 36 h 79"/>
              <a:gd name="T6" fmla="*/ 34 w 94"/>
              <a:gd name="T7" fmla="*/ 23 h 79"/>
              <a:gd name="T8" fmla="*/ 47 w 94"/>
              <a:gd name="T9" fmla="*/ 9 h 79"/>
              <a:gd name="T10" fmla="*/ 61 w 94"/>
              <a:gd name="T11" fmla="*/ 23 h 79"/>
              <a:gd name="T12" fmla="*/ 56 w 94"/>
              <a:gd name="T13" fmla="*/ 38 h 79"/>
              <a:gd name="T14" fmla="*/ 56 w 94"/>
              <a:gd name="T15" fmla="*/ 38 h 79"/>
              <a:gd name="T16" fmla="*/ 48 w 94"/>
              <a:gd name="T17" fmla="*/ 48 h 79"/>
              <a:gd name="T18" fmla="*/ 39 w 94"/>
              <a:gd name="T19" fmla="*/ 38 h 79"/>
              <a:gd name="T20" fmla="*/ 24 w 94"/>
              <a:gd name="T21" fmla="*/ 64 h 79"/>
              <a:gd name="T22" fmla="*/ 24 w 94"/>
              <a:gd name="T23" fmla="*/ 69 h 79"/>
              <a:gd name="T24" fmla="*/ 48 w 94"/>
              <a:gd name="T25" fmla="*/ 79 h 79"/>
              <a:gd name="T26" fmla="*/ 71 w 94"/>
              <a:gd name="T27" fmla="*/ 69 h 79"/>
              <a:gd name="T28" fmla="*/ 71 w 94"/>
              <a:gd name="T29" fmla="*/ 64 h 79"/>
              <a:gd name="T30" fmla="*/ 56 w 94"/>
              <a:gd name="T31" fmla="*/ 38 h 79"/>
              <a:gd name="T32" fmla="*/ 72 w 94"/>
              <a:gd name="T33" fmla="*/ 0 h 79"/>
              <a:gd name="T34" fmla="*/ 72 w 94"/>
              <a:gd name="T35" fmla="*/ 0 h 79"/>
              <a:gd name="T36" fmla="*/ 60 w 94"/>
              <a:gd name="T37" fmla="*/ 9 h 79"/>
              <a:gd name="T38" fmla="*/ 66 w 94"/>
              <a:gd name="T39" fmla="*/ 22 h 79"/>
              <a:gd name="T40" fmla="*/ 66 w 94"/>
              <a:gd name="T41" fmla="*/ 23 h 79"/>
              <a:gd name="T42" fmla="*/ 72 w 94"/>
              <a:gd name="T43" fmla="*/ 25 h 79"/>
              <a:gd name="T44" fmla="*/ 85 w 94"/>
              <a:gd name="T45" fmla="*/ 13 h 79"/>
              <a:gd name="T46" fmla="*/ 72 w 94"/>
              <a:gd name="T47" fmla="*/ 0 h 79"/>
              <a:gd name="T48" fmla="*/ 29 w 94"/>
              <a:gd name="T49" fmla="*/ 22 h 79"/>
              <a:gd name="T50" fmla="*/ 29 w 94"/>
              <a:gd name="T51" fmla="*/ 22 h 79"/>
              <a:gd name="T52" fmla="*/ 34 w 94"/>
              <a:gd name="T53" fmla="*/ 10 h 79"/>
              <a:gd name="T54" fmla="*/ 22 w 94"/>
              <a:gd name="T55" fmla="*/ 0 h 79"/>
              <a:gd name="T56" fmla="*/ 9 w 94"/>
              <a:gd name="T57" fmla="*/ 13 h 79"/>
              <a:gd name="T58" fmla="*/ 22 w 94"/>
              <a:gd name="T59" fmla="*/ 25 h 79"/>
              <a:gd name="T60" fmla="*/ 29 w 94"/>
              <a:gd name="T61" fmla="*/ 23 h 79"/>
              <a:gd name="T62" fmla="*/ 29 w 94"/>
              <a:gd name="T63" fmla="*/ 22 h 79"/>
              <a:gd name="T64" fmla="*/ 80 w 94"/>
              <a:gd name="T65" fmla="*/ 27 h 79"/>
              <a:gd name="T66" fmla="*/ 80 w 94"/>
              <a:gd name="T67" fmla="*/ 27 h 79"/>
              <a:gd name="T68" fmla="*/ 72 w 94"/>
              <a:gd name="T69" fmla="*/ 37 h 79"/>
              <a:gd name="T70" fmla="*/ 65 w 94"/>
              <a:gd name="T71" fmla="*/ 28 h 79"/>
              <a:gd name="T72" fmla="*/ 60 w 94"/>
              <a:gd name="T73" fmla="*/ 35 h 79"/>
              <a:gd name="T74" fmla="*/ 76 w 94"/>
              <a:gd name="T75" fmla="*/ 64 h 79"/>
              <a:gd name="T76" fmla="*/ 76 w 94"/>
              <a:gd name="T77" fmla="*/ 65 h 79"/>
              <a:gd name="T78" fmla="*/ 94 w 94"/>
              <a:gd name="T79" fmla="*/ 55 h 79"/>
              <a:gd name="T80" fmla="*/ 94 w 94"/>
              <a:gd name="T81" fmla="*/ 51 h 79"/>
              <a:gd name="T82" fmla="*/ 80 w 94"/>
              <a:gd name="T83" fmla="*/ 27 h 79"/>
              <a:gd name="T84" fmla="*/ 19 w 94"/>
              <a:gd name="T85" fmla="*/ 64 h 79"/>
              <a:gd name="T86" fmla="*/ 19 w 94"/>
              <a:gd name="T87" fmla="*/ 64 h 79"/>
              <a:gd name="T88" fmla="*/ 34 w 94"/>
              <a:gd name="T89" fmla="*/ 35 h 79"/>
              <a:gd name="T90" fmla="*/ 30 w 94"/>
              <a:gd name="T91" fmla="*/ 27 h 79"/>
              <a:gd name="T92" fmla="*/ 30 w 94"/>
              <a:gd name="T93" fmla="*/ 27 h 79"/>
              <a:gd name="T94" fmla="*/ 22 w 94"/>
              <a:gd name="T95" fmla="*/ 37 h 79"/>
              <a:gd name="T96" fmla="*/ 14 w 94"/>
              <a:gd name="T97" fmla="*/ 27 h 79"/>
              <a:gd name="T98" fmla="*/ 0 w 94"/>
              <a:gd name="T99" fmla="*/ 51 h 79"/>
              <a:gd name="T100" fmla="*/ 0 w 94"/>
              <a:gd name="T101" fmla="*/ 55 h 79"/>
              <a:gd name="T102" fmla="*/ 19 w 94"/>
              <a:gd name="T103" fmla="*/ 65 h 79"/>
              <a:gd name="T104" fmla="*/ 19 w 94"/>
              <a:gd name="T105" fmla="*/ 6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4" h="79">
                <a:moveTo>
                  <a:pt x="61" y="23"/>
                </a:moveTo>
                <a:cubicBezTo>
                  <a:pt x="61" y="23"/>
                  <a:pt x="61" y="23"/>
                  <a:pt x="61" y="23"/>
                </a:cubicBezTo>
                <a:cubicBezTo>
                  <a:pt x="61" y="30"/>
                  <a:pt x="55" y="36"/>
                  <a:pt x="47" y="36"/>
                </a:cubicBezTo>
                <a:cubicBezTo>
                  <a:pt x="40" y="36"/>
                  <a:pt x="34" y="30"/>
                  <a:pt x="34" y="23"/>
                </a:cubicBezTo>
                <a:cubicBezTo>
                  <a:pt x="34" y="15"/>
                  <a:pt x="40" y="9"/>
                  <a:pt x="47" y="9"/>
                </a:cubicBezTo>
                <a:cubicBezTo>
                  <a:pt x="55" y="9"/>
                  <a:pt x="61" y="15"/>
                  <a:pt x="61" y="23"/>
                </a:cubicBezTo>
                <a:close/>
                <a:moveTo>
                  <a:pt x="56" y="38"/>
                </a:moveTo>
                <a:cubicBezTo>
                  <a:pt x="56" y="38"/>
                  <a:pt x="56" y="38"/>
                  <a:pt x="56" y="38"/>
                </a:cubicBezTo>
                <a:cubicBezTo>
                  <a:pt x="48" y="48"/>
                  <a:pt x="48" y="48"/>
                  <a:pt x="48" y="48"/>
                </a:cubicBezTo>
                <a:cubicBezTo>
                  <a:pt x="39" y="38"/>
                  <a:pt x="39" y="38"/>
                  <a:pt x="39" y="38"/>
                </a:cubicBezTo>
                <a:cubicBezTo>
                  <a:pt x="30" y="42"/>
                  <a:pt x="24" y="52"/>
                  <a:pt x="24" y="64"/>
                </a:cubicBezTo>
                <a:cubicBezTo>
                  <a:pt x="24" y="66"/>
                  <a:pt x="24" y="67"/>
                  <a:pt x="24" y="69"/>
                </a:cubicBezTo>
                <a:cubicBezTo>
                  <a:pt x="29" y="75"/>
                  <a:pt x="38" y="79"/>
                  <a:pt x="48" y="79"/>
                </a:cubicBezTo>
                <a:cubicBezTo>
                  <a:pt x="57" y="79"/>
                  <a:pt x="66" y="75"/>
                  <a:pt x="71" y="69"/>
                </a:cubicBezTo>
                <a:cubicBezTo>
                  <a:pt x="71" y="67"/>
                  <a:pt x="71" y="66"/>
                  <a:pt x="71" y="64"/>
                </a:cubicBezTo>
                <a:cubicBezTo>
                  <a:pt x="71" y="52"/>
                  <a:pt x="65" y="42"/>
                  <a:pt x="56" y="38"/>
                </a:cubicBezTo>
                <a:close/>
                <a:moveTo>
                  <a:pt x="72" y="0"/>
                </a:moveTo>
                <a:cubicBezTo>
                  <a:pt x="72" y="0"/>
                  <a:pt x="72" y="0"/>
                  <a:pt x="72" y="0"/>
                </a:cubicBezTo>
                <a:cubicBezTo>
                  <a:pt x="67" y="0"/>
                  <a:pt x="62" y="4"/>
                  <a:pt x="60" y="9"/>
                </a:cubicBezTo>
                <a:cubicBezTo>
                  <a:pt x="64" y="13"/>
                  <a:pt x="66" y="17"/>
                  <a:pt x="66" y="22"/>
                </a:cubicBezTo>
                <a:cubicBezTo>
                  <a:pt x="66" y="23"/>
                  <a:pt x="66" y="23"/>
                  <a:pt x="66" y="23"/>
                </a:cubicBezTo>
                <a:cubicBezTo>
                  <a:pt x="68" y="24"/>
                  <a:pt x="70" y="25"/>
                  <a:pt x="72" y="25"/>
                </a:cubicBezTo>
                <a:cubicBezTo>
                  <a:pt x="79" y="25"/>
                  <a:pt x="85" y="19"/>
                  <a:pt x="85" y="13"/>
                </a:cubicBezTo>
                <a:cubicBezTo>
                  <a:pt x="85" y="6"/>
                  <a:pt x="79" y="0"/>
                  <a:pt x="72" y="0"/>
                </a:cubicBezTo>
                <a:close/>
                <a:moveTo>
                  <a:pt x="29" y="22"/>
                </a:moveTo>
                <a:cubicBezTo>
                  <a:pt x="29" y="22"/>
                  <a:pt x="29" y="22"/>
                  <a:pt x="29" y="22"/>
                </a:cubicBezTo>
                <a:cubicBezTo>
                  <a:pt x="29" y="18"/>
                  <a:pt x="31" y="13"/>
                  <a:pt x="34" y="10"/>
                </a:cubicBezTo>
                <a:cubicBezTo>
                  <a:pt x="33" y="5"/>
                  <a:pt x="28" y="0"/>
                  <a:pt x="22" y="0"/>
                </a:cubicBezTo>
                <a:cubicBezTo>
                  <a:pt x="15" y="0"/>
                  <a:pt x="9" y="6"/>
                  <a:pt x="9" y="13"/>
                </a:cubicBezTo>
                <a:cubicBezTo>
                  <a:pt x="9" y="19"/>
                  <a:pt x="15" y="25"/>
                  <a:pt x="22" y="25"/>
                </a:cubicBezTo>
                <a:cubicBezTo>
                  <a:pt x="24" y="25"/>
                  <a:pt x="27" y="24"/>
                  <a:pt x="29" y="23"/>
                </a:cubicBezTo>
                <a:cubicBezTo>
                  <a:pt x="29" y="23"/>
                  <a:pt x="29" y="22"/>
                  <a:pt x="29" y="22"/>
                </a:cubicBezTo>
                <a:close/>
                <a:moveTo>
                  <a:pt x="80" y="27"/>
                </a:moveTo>
                <a:cubicBezTo>
                  <a:pt x="80" y="27"/>
                  <a:pt x="80" y="27"/>
                  <a:pt x="80" y="27"/>
                </a:cubicBezTo>
                <a:cubicBezTo>
                  <a:pt x="72" y="37"/>
                  <a:pt x="72" y="37"/>
                  <a:pt x="72" y="37"/>
                </a:cubicBezTo>
                <a:cubicBezTo>
                  <a:pt x="65" y="28"/>
                  <a:pt x="65" y="28"/>
                  <a:pt x="65" y="28"/>
                </a:cubicBezTo>
                <a:cubicBezTo>
                  <a:pt x="64" y="31"/>
                  <a:pt x="62" y="33"/>
                  <a:pt x="60" y="35"/>
                </a:cubicBezTo>
                <a:cubicBezTo>
                  <a:pt x="70" y="41"/>
                  <a:pt x="76" y="52"/>
                  <a:pt x="76" y="64"/>
                </a:cubicBezTo>
                <a:cubicBezTo>
                  <a:pt x="76" y="64"/>
                  <a:pt x="76" y="64"/>
                  <a:pt x="76" y="65"/>
                </a:cubicBezTo>
                <a:cubicBezTo>
                  <a:pt x="84" y="64"/>
                  <a:pt x="90" y="60"/>
                  <a:pt x="94" y="55"/>
                </a:cubicBezTo>
                <a:cubicBezTo>
                  <a:pt x="94" y="54"/>
                  <a:pt x="94" y="53"/>
                  <a:pt x="94" y="51"/>
                </a:cubicBezTo>
                <a:cubicBezTo>
                  <a:pt x="94" y="40"/>
                  <a:pt x="89" y="31"/>
                  <a:pt x="80" y="27"/>
                </a:cubicBezTo>
                <a:close/>
                <a:moveTo>
                  <a:pt x="19" y="64"/>
                </a:moveTo>
                <a:cubicBezTo>
                  <a:pt x="19" y="64"/>
                  <a:pt x="19" y="64"/>
                  <a:pt x="19" y="64"/>
                </a:cubicBezTo>
                <a:cubicBezTo>
                  <a:pt x="19" y="52"/>
                  <a:pt x="25" y="41"/>
                  <a:pt x="34" y="35"/>
                </a:cubicBezTo>
                <a:cubicBezTo>
                  <a:pt x="32" y="33"/>
                  <a:pt x="31" y="30"/>
                  <a:pt x="30" y="27"/>
                </a:cubicBezTo>
                <a:cubicBezTo>
                  <a:pt x="30" y="27"/>
                  <a:pt x="30" y="27"/>
                  <a:pt x="30" y="27"/>
                </a:cubicBezTo>
                <a:cubicBezTo>
                  <a:pt x="22" y="37"/>
                  <a:pt x="22" y="37"/>
                  <a:pt x="22" y="37"/>
                </a:cubicBezTo>
                <a:cubicBezTo>
                  <a:pt x="14" y="27"/>
                  <a:pt x="14" y="27"/>
                  <a:pt x="14" y="27"/>
                </a:cubicBezTo>
                <a:cubicBezTo>
                  <a:pt x="6" y="31"/>
                  <a:pt x="0" y="40"/>
                  <a:pt x="0" y="51"/>
                </a:cubicBezTo>
                <a:cubicBezTo>
                  <a:pt x="0" y="52"/>
                  <a:pt x="0" y="54"/>
                  <a:pt x="0" y="55"/>
                </a:cubicBezTo>
                <a:cubicBezTo>
                  <a:pt x="4" y="61"/>
                  <a:pt x="11" y="64"/>
                  <a:pt x="19" y="65"/>
                </a:cubicBezTo>
                <a:cubicBezTo>
                  <a:pt x="19" y="64"/>
                  <a:pt x="19" y="64"/>
                  <a:pt x="19" y="64"/>
                </a:cubicBezTo>
                <a:close/>
              </a:path>
            </a:pathLst>
          </a:custGeom>
          <a:solidFill>
            <a:srgbClr val="8DC63F"/>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 name="TextBox 3"/>
          <p:cNvSpPr txBox="1"/>
          <p:nvPr/>
        </p:nvSpPr>
        <p:spPr>
          <a:xfrm>
            <a:off x="379679" y="655111"/>
            <a:ext cx="11649322" cy="646331"/>
          </a:xfrm>
          <a:prstGeom prst="rect">
            <a:avLst/>
          </a:prstGeom>
          <a:noFill/>
        </p:spPr>
        <p:txBody>
          <a:bodyPr wrap="square" rtlCol="0">
            <a:spAutoFit/>
          </a:bodyPr>
          <a:lstStyle/>
          <a:p>
            <a:r>
              <a:rPr lang="en-US" b="1" dirty="0">
                <a:solidFill>
                  <a:schemeClr val="tx1">
                    <a:lumMod val="65000"/>
                  </a:schemeClr>
                </a:solidFill>
                <a:latin typeface="Arial Narrow" pitchFamily="34" charset="0"/>
              </a:rPr>
              <a:t>Prevalence of mental illness is growing in the U.S. with the majority of individuals not receiving treatment leading to increased cost, disability, and catastrophic cases.</a:t>
            </a:r>
          </a:p>
        </p:txBody>
      </p:sp>
    </p:spTree>
    <p:extLst>
      <p:ext uri="{BB962C8B-B14F-4D97-AF65-F5344CB8AC3E}">
        <p14:creationId xmlns:p14="http://schemas.microsoft.com/office/powerpoint/2010/main" val="3758261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509961" y="1378552"/>
            <a:ext cx="11261180" cy="5134709"/>
          </a:xfrm>
          <a:prstGeom prst="rect">
            <a:avLst/>
          </a:prstGeom>
          <a:solidFill>
            <a:schemeClr val="tx1">
              <a:lumMod val="95000"/>
            </a:schemeClr>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57200" y="315914"/>
            <a:ext cx="11279717" cy="1181100"/>
          </a:xfrm>
        </p:spPr>
        <p:txBody>
          <a:bodyPr/>
          <a:lstStyle/>
          <a:p>
            <a:r>
              <a:rPr lang="en-US" dirty="0"/>
              <a:t>Behavioral Health By the Numbers</a:t>
            </a:r>
          </a:p>
        </p:txBody>
      </p:sp>
      <p:sp>
        <p:nvSpPr>
          <p:cNvPr id="4" name="Slide Number Placeholder 3"/>
          <p:cNvSpPr>
            <a:spLocks noGrp="1"/>
          </p:cNvSpPr>
          <p:nvPr>
            <p:ph type="sldNum" sz="quarter" idx="10"/>
          </p:nvPr>
        </p:nvSpPr>
        <p:spPr/>
        <p:txBody>
          <a:bodyPr/>
          <a:lstStyle/>
          <a:p>
            <a:pPr>
              <a:defRPr/>
            </a:pPr>
            <a:fld id="{3369F550-7AC1-4C1C-83E8-1EB487366A85}" type="slidenum">
              <a:rPr lang="en-US" smtClean="0">
                <a:solidFill>
                  <a:srgbClr val="333333"/>
                </a:solidFill>
              </a:rPr>
              <a:pPr>
                <a:defRPr/>
              </a:pPr>
              <a:t>3</a:t>
            </a:fld>
            <a:endParaRPr lang="en-US" dirty="0">
              <a:solidFill>
                <a:srgbClr val="333333"/>
              </a:solidFill>
            </a:endParaRPr>
          </a:p>
        </p:txBody>
      </p:sp>
      <p:grpSp>
        <p:nvGrpSpPr>
          <p:cNvPr id="10" name="Group 9"/>
          <p:cNvGrpSpPr/>
          <p:nvPr/>
        </p:nvGrpSpPr>
        <p:grpSpPr>
          <a:xfrm>
            <a:off x="708178" y="1829259"/>
            <a:ext cx="5388880" cy="4008463"/>
            <a:chOff x="767201" y="1771186"/>
            <a:chExt cx="4689230" cy="3270649"/>
          </a:xfrm>
        </p:grpSpPr>
        <p:sp>
          <p:nvSpPr>
            <p:cNvPr id="9" name="Rectangle 8"/>
            <p:cNvSpPr/>
            <p:nvPr/>
          </p:nvSpPr>
          <p:spPr>
            <a:xfrm>
              <a:off x="3111817" y="3244334"/>
              <a:ext cx="248786" cy="369332"/>
            </a:xfrm>
            <a:prstGeom prst="rect">
              <a:avLst/>
            </a:prstGeom>
          </p:spPr>
          <p:txBody>
            <a:bodyPr wrap="none">
              <a:spAutoFit/>
            </a:bodyPr>
            <a:lstStyle/>
            <a:p>
              <a:r>
                <a:rPr lang="en-US" dirty="0"/>
                <a:t>/</a:t>
              </a:r>
            </a:p>
          </p:txBody>
        </p:sp>
        <p:graphicFrame>
          <p:nvGraphicFramePr>
            <p:cNvPr id="6" name="Chart 5"/>
            <p:cNvGraphicFramePr/>
            <p:nvPr>
              <p:extLst>
                <p:ext uri="{D42A27DB-BD31-4B8C-83A1-F6EECF244321}">
                  <p14:modId xmlns:p14="http://schemas.microsoft.com/office/powerpoint/2010/main" val="4026999614"/>
                </p:ext>
              </p:extLst>
            </p:nvPr>
          </p:nvGraphicFramePr>
          <p:xfrm>
            <a:off x="1506597" y="2294406"/>
            <a:ext cx="3248283" cy="2747429"/>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767201" y="1771186"/>
              <a:ext cx="4689230" cy="523220"/>
            </a:xfrm>
            <a:prstGeom prst="rect">
              <a:avLst/>
            </a:prstGeom>
            <a:noFill/>
          </p:spPr>
          <p:txBody>
            <a:bodyPr wrap="square" rtlCol="0">
              <a:spAutoFit/>
            </a:bodyPr>
            <a:lstStyle/>
            <a:p>
              <a:pPr algn="ctr"/>
              <a:r>
                <a:rPr lang="en-US" sz="1600" b="1" dirty="0">
                  <a:solidFill>
                    <a:srgbClr val="009EDC"/>
                  </a:solidFill>
                </a:rPr>
                <a:t>How Adults Rank Their Stress</a:t>
              </a:r>
            </a:p>
            <a:p>
              <a:pPr algn="ctr"/>
              <a:r>
                <a:rPr lang="en-US" sz="1200" dirty="0">
                  <a:solidFill>
                    <a:schemeClr val="bg1"/>
                  </a:solidFill>
                  <a:latin typeface="Arial Narrow" pitchFamily="34" charset="0"/>
                </a:rPr>
                <a:t>Scale from 1 (little to no stress) to 10 (a great deal of stress)</a:t>
              </a:r>
            </a:p>
          </p:txBody>
        </p:sp>
      </p:grpSp>
      <p:grpSp>
        <p:nvGrpSpPr>
          <p:cNvPr id="23" name="Group 22"/>
          <p:cNvGrpSpPr/>
          <p:nvPr/>
        </p:nvGrpSpPr>
        <p:grpSpPr>
          <a:xfrm>
            <a:off x="6140551" y="1829259"/>
            <a:ext cx="5476671" cy="4159143"/>
            <a:chOff x="6494584" y="1863896"/>
            <a:chExt cx="4689230" cy="3294259"/>
          </a:xfrm>
        </p:grpSpPr>
        <p:graphicFrame>
          <p:nvGraphicFramePr>
            <p:cNvPr id="21" name="Chart 20"/>
            <p:cNvGraphicFramePr/>
            <p:nvPr>
              <p:extLst>
                <p:ext uri="{D42A27DB-BD31-4B8C-83A1-F6EECF244321}">
                  <p14:modId xmlns:p14="http://schemas.microsoft.com/office/powerpoint/2010/main" val="1957004440"/>
                </p:ext>
              </p:extLst>
            </p:nvPr>
          </p:nvGraphicFramePr>
          <p:xfrm>
            <a:off x="6494584" y="2356339"/>
            <a:ext cx="4454769" cy="2801816"/>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Box 21"/>
            <p:cNvSpPr txBox="1"/>
            <p:nvPr/>
          </p:nvSpPr>
          <p:spPr>
            <a:xfrm>
              <a:off x="6494584" y="1863896"/>
              <a:ext cx="4689230" cy="523220"/>
            </a:xfrm>
            <a:prstGeom prst="rect">
              <a:avLst/>
            </a:prstGeom>
            <a:noFill/>
          </p:spPr>
          <p:txBody>
            <a:bodyPr wrap="square" rtlCol="0">
              <a:spAutoFit/>
            </a:bodyPr>
            <a:lstStyle/>
            <a:p>
              <a:pPr algn="ctr"/>
              <a:r>
                <a:rPr lang="en-US" sz="1600" b="1" dirty="0">
                  <a:solidFill>
                    <a:srgbClr val="009EDC"/>
                  </a:solidFill>
                </a:rPr>
                <a:t>Emerging Sources of Stress</a:t>
              </a:r>
            </a:p>
            <a:p>
              <a:pPr algn="ctr"/>
              <a:r>
                <a:rPr lang="en-US" sz="1200" dirty="0">
                  <a:solidFill>
                    <a:schemeClr val="bg1"/>
                  </a:solidFill>
                  <a:latin typeface="Arial Narrow" pitchFamily="34" charset="0"/>
                </a:rPr>
                <a:t>Percent reporting significant source of stress</a:t>
              </a:r>
            </a:p>
          </p:txBody>
        </p:sp>
      </p:grpSp>
      <p:sp>
        <p:nvSpPr>
          <p:cNvPr id="3" name="TextBox 2"/>
          <p:cNvSpPr txBox="1"/>
          <p:nvPr/>
        </p:nvSpPr>
        <p:spPr>
          <a:xfrm>
            <a:off x="6714100" y="6562521"/>
            <a:ext cx="5057041" cy="246221"/>
          </a:xfrm>
          <a:prstGeom prst="rect">
            <a:avLst/>
          </a:prstGeom>
          <a:noFill/>
        </p:spPr>
        <p:txBody>
          <a:bodyPr wrap="square" rtlCol="0">
            <a:spAutoFit/>
          </a:bodyPr>
          <a:lstStyle/>
          <a:p>
            <a:pPr algn="r"/>
            <a:r>
              <a:rPr lang="en-US" sz="1000" dirty="0">
                <a:solidFill>
                  <a:schemeClr val="bg1"/>
                </a:solidFill>
                <a:latin typeface="Arial Narrow" pitchFamily="34" charset="0"/>
              </a:rPr>
              <a:t>Source: https://www.apa.org/news/press/releases/stress/2018/stress-gen-z.pdf</a:t>
            </a:r>
          </a:p>
        </p:txBody>
      </p:sp>
      <p:sp>
        <p:nvSpPr>
          <p:cNvPr id="13" name="TextBox 12"/>
          <p:cNvSpPr txBox="1"/>
          <p:nvPr/>
        </p:nvSpPr>
        <p:spPr>
          <a:xfrm>
            <a:off x="379679" y="655111"/>
            <a:ext cx="11649322" cy="369332"/>
          </a:xfrm>
          <a:prstGeom prst="rect">
            <a:avLst/>
          </a:prstGeom>
          <a:noFill/>
        </p:spPr>
        <p:txBody>
          <a:bodyPr wrap="square" rtlCol="0">
            <a:spAutoFit/>
          </a:bodyPr>
          <a:lstStyle/>
          <a:p>
            <a:r>
              <a:rPr lang="en-US" b="1" dirty="0">
                <a:solidFill>
                  <a:schemeClr val="tx1">
                    <a:lumMod val="65000"/>
                  </a:schemeClr>
                </a:solidFill>
                <a:latin typeface="Arial Narrow" pitchFamily="34" charset="0"/>
              </a:rPr>
              <a:t>Stress is most prevalent in the Millennial generation with social determinants of health driving increased stress levels. </a:t>
            </a:r>
          </a:p>
        </p:txBody>
      </p:sp>
    </p:spTree>
    <p:extLst>
      <p:ext uri="{BB962C8B-B14F-4D97-AF65-F5344CB8AC3E}">
        <p14:creationId xmlns:p14="http://schemas.microsoft.com/office/powerpoint/2010/main" val="2976187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Barriers to Getting Care </a:t>
            </a:r>
          </a:p>
        </p:txBody>
      </p:sp>
      <p:sp>
        <p:nvSpPr>
          <p:cNvPr id="5" name="Content Placeholder 4"/>
          <p:cNvSpPr>
            <a:spLocks noGrp="1"/>
          </p:cNvSpPr>
          <p:nvPr>
            <p:ph idx="1"/>
          </p:nvPr>
        </p:nvSpPr>
        <p:spPr>
          <a:xfrm>
            <a:off x="445354" y="1468438"/>
            <a:ext cx="11728450" cy="5060732"/>
          </a:xfrm>
        </p:spPr>
        <p:txBody>
          <a:bodyPr/>
          <a:lstStyle/>
          <a:p>
            <a:pPr marL="285750" indent="-285750">
              <a:buFont typeface="Arial" panose="020B0604020202020204" pitchFamily="34" charset="0"/>
              <a:buChar char="•"/>
            </a:pPr>
            <a:r>
              <a:rPr lang="en-US" sz="1400" dirty="0"/>
              <a:t>Financial Barriers</a:t>
            </a:r>
          </a:p>
          <a:p>
            <a:pPr marL="685800" lvl="2" indent="-285750"/>
            <a:r>
              <a:rPr lang="en-US" dirty="0"/>
              <a:t>Among adults with an unmet need for mental health services, cost or insurance coverage limitations were the most common reason.  </a:t>
            </a:r>
          </a:p>
          <a:p>
            <a:pPr marL="685800" lvl="2" indent="-285750"/>
            <a:r>
              <a:rPr lang="en-US" dirty="0"/>
              <a:t>Mental illness expenditures have grown 38% from 2000 to 2015 with a total of 109B in 2015 (Bureau of Economic Analysis)</a:t>
            </a:r>
          </a:p>
          <a:p>
            <a:pPr marL="285750" indent="-285750">
              <a:buFont typeface="Arial" panose="020B0604020202020204" pitchFamily="34" charset="0"/>
              <a:buChar char="•"/>
            </a:pPr>
            <a:r>
              <a:rPr lang="en-US" sz="1400" dirty="0"/>
              <a:t>Shortage of Mental Health Professionals</a:t>
            </a:r>
          </a:p>
          <a:p>
            <a:pPr marL="685800" lvl="2" indent="-285750"/>
            <a:r>
              <a:rPr lang="en-US" dirty="0"/>
              <a:t>The Majority of non-metropolitan counties (65%) do not have a psychiatrist and almost half (47%) do not have a psychologist</a:t>
            </a:r>
          </a:p>
          <a:p>
            <a:pPr marL="685800" lvl="2" indent="-285750"/>
            <a:r>
              <a:rPr lang="en-US" b="0" dirty="0">
                <a:solidFill>
                  <a:schemeClr val="bg1"/>
                </a:solidFill>
              </a:rPr>
              <a:t>66% of PCPs report difficulty referring patients for mental health care</a:t>
            </a:r>
          </a:p>
          <a:p>
            <a:pPr marL="685800" lvl="2" indent="-285750"/>
            <a:r>
              <a:rPr lang="en-US" b="0" dirty="0">
                <a:solidFill>
                  <a:schemeClr val="bg1"/>
                </a:solidFill>
              </a:rPr>
              <a:t>Over three years, 42% increase in patients going to ER for psychiatric services</a:t>
            </a:r>
            <a:endParaRPr lang="en-US" b="0" baseline="30000" dirty="0">
              <a:solidFill>
                <a:schemeClr val="bg1"/>
              </a:solidFill>
            </a:endParaRPr>
          </a:p>
          <a:p>
            <a:pPr marL="685800" lvl="2" indent="-285750"/>
            <a:r>
              <a:rPr lang="en-US" dirty="0"/>
              <a:t>HMK</a:t>
            </a:r>
            <a:r>
              <a:rPr lang="en-US" b="0" dirty="0">
                <a:solidFill>
                  <a:schemeClr val="bg1"/>
                </a:solidFill>
              </a:rPr>
              <a:t> Footprint Access: BH Providers (non-MD) – 1 provider for every 50,000 members; Psychiatry – </a:t>
            </a:r>
            <a:r>
              <a:rPr lang="en-US" dirty="0"/>
              <a:t>1</a:t>
            </a:r>
            <a:r>
              <a:rPr lang="en-US" b="0" dirty="0">
                <a:solidFill>
                  <a:schemeClr val="bg1"/>
                </a:solidFill>
              </a:rPr>
              <a:t> provider for every17,500 member</a:t>
            </a:r>
            <a:endParaRPr lang="en-US" dirty="0"/>
          </a:p>
          <a:p>
            <a:pPr marL="285750" indent="-285750">
              <a:buFont typeface="Arial" panose="020B0604020202020204" pitchFamily="34" charset="0"/>
              <a:buChar char="•"/>
            </a:pPr>
            <a:r>
              <a:rPr lang="en-US" sz="1400" dirty="0"/>
              <a:t>Limited Education and Awareness</a:t>
            </a:r>
          </a:p>
          <a:p>
            <a:pPr marL="685800" lvl="2" indent="-285750"/>
            <a:r>
              <a:rPr lang="en-US" dirty="0"/>
              <a:t>Missed opportunities to proactively educate, identify and address mental health disorders</a:t>
            </a:r>
          </a:p>
          <a:p>
            <a:pPr marL="285750" indent="-285750">
              <a:buFont typeface="Arial" panose="020B0604020202020204" pitchFamily="34" charset="0"/>
              <a:buChar char="•"/>
            </a:pPr>
            <a:r>
              <a:rPr lang="en-US" sz="1400" dirty="0"/>
              <a:t>Social Stigma</a:t>
            </a:r>
          </a:p>
          <a:p>
            <a:pPr marL="685800" lvl="2" indent="-285750"/>
            <a:r>
              <a:rPr lang="en-US" dirty="0"/>
              <a:t>The perception of mental health illnesses leads to individuals avoiding or distancing themselves from others, all of which contributes to worsening well-being.  </a:t>
            </a:r>
          </a:p>
          <a:p>
            <a:pPr marL="685800" lvl="2" indent="-285750"/>
            <a:r>
              <a:rPr lang="en-US" dirty="0"/>
              <a:t>Stigma can result in lower prioritization of public resources to combat mental health challenges regardless of the large economic burden (CDC)</a:t>
            </a:r>
          </a:p>
          <a:p>
            <a:pPr marL="685800" lvl="2" indent="-285750" algn="r"/>
            <a:endParaRPr lang="en-US" dirty="0"/>
          </a:p>
        </p:txBody>
      </p:sp>
      <p:sp>
        <p:nvSpPr>
          <p:cNvPr id="4" name="Slide Number Placeholder 3"/>
          <p:cNvSpPr>
            <a:spLocks noGrp="1"/>
          </p:cNvSpPr>
          <p:nvPr>
            <p:ph type="sldNum" sz="quarter" idx="10"/>
          </p:nvPr>
        </p:nvSpPr>
        <p:spPr/>
        <p:txBody>
          <a:bodyPr/>
          <a:lstStyle/>
          <a:p>
            <a:pPr>
              <a:defRPr/>
            </a:pPr>
            <a:fld id="{3369F550-7AC1-4C1C-83E8-1EB487366A85}" type="slidenum">
              <a:rPr lang="en-US" smtClean="0">
                <a:solidFill>
                  <a:srgbClr val="333333"/>
                </a:solidFill>
              </a:rPr>
              <a:pPr>
                <a:defRPr/>
              </a:pPr>
              <a:t>4</a:t>
            </a:fld>
            <a:endParaRPr lang="en-US" dirty="0">
              <a:solidFill>
                <a:srgbClr val="333333"/>
              </a:solidFill>
            </a:endParaRPr>
          </a:p>
        </p:txBody>
      </p:sp>
      <p:sp>
        <p:nvSpPr>
          <p:cNvPr id="6" name="TextBox 5"/>
          <p:cNvSpPr txBox="1"/>
          <p:nvPr/>
        </p:nvSpPr>
        <p:spPr>
          <a:xfrm>
            <a:off x="379679" y="655111"/>
            <a:ext cx="11649322" cy="646331"/>
          </a:xfrm>
          <a:prstGeom prst="rect">
            <a:avLst/>
          </a:prstGeom>
          <a:noFill/>
        </p:spPr>
        <p:txBody>
          <a:bodyPr wrap="square" rtlCol="0">
            <a:spAutoFit/>
          </a:bodyPr>
          <a:lstStyle/>
          <a:p>
            <a:r>
              <a:rPr lang="en-US" b="1" dirty="0">
                <a:solidFill>
                  <a:schemeClr val="tx1">
                    <a:lumMod val="65000"/>
                  </a:schemeClr>
                </a:solidFill>
                <a:latin typeface="Arial Narrow" pitchFamily="34" charset="0"/>
              </a:rPr>
              <a:t>One out of five adults with a mental illness report that they are not able to receive the treatment they need due to cost, access, awareness or fear of social stigma. This number has not declined since 2011.</a:t>
            </a:r>
          </a:p>
        </p:txBody>
      </p:sp>
      <p:sp>
        <p:nvSpPr>
          <p:cNvPr id="7" name="Rectangle 6"/>
          <p:cNvSpPr/>
          <p:nvPr/>
        </p:nvSpPr>
        <p:spPr>
          <a:xfrm>
            <a:off x="4470733" y="6131240"/>
            <a:ext cx="7558268" cy="723275"/>
          </a:xfrm>
          <a:prstGeom prst="rect">
            <a:avLst/>
          </a:prstGeom>
        </p:spPr>
        <p:txBody>
          <a:bodyPr wrap="square">
            <a:spAutoFit/>
          </a:bodyPr>
          <a:lstStyle/>
          <a:p>
            <a:pPr marL="228600" lvl="0" indent="-228600" algn="r" eaLnBrk="0" fontAlgn="base" hangingPunct="0">
              <a:spcBef>
                <a:spcPct val="0"/>
              </a:spcBef>
              <a:spcAft>
                <a:spcPts val="200"/>
              </a:spcAft>
              <a:buFontTx/>
              <a:buAutoNum type="arabicPeriod"/>
            </a:pPr>
            <a:r>
              <a:rPr lang="en-US" sz="900" dirty="0">
                <a:solidFill>
                  <a:srgbClr val="333333"/>
                </a:solidFill>
                <a:latin typeface="Arial Narrow" panose="020B0606020202030204" pitchFamily="34" charset="0"/>
                <a:ea typeface="MS PGothic" pitchFamily="34" charset="-128"/>
              </a:rPr>
              <a:t>SAMHSA - Racial/Ethnic Differences in Mental Health Service Use Among Adults, 2015</a:t>
            </a:r>
          </a:p>
          <a:p>
            <a:pPr marL="228600" lvl="0" indent="-228600" algn="r" eaLnBrk="0" fontAlgn="base" hangingPunct="0">
              <a:spcBef>
                <a:spcPct val="0"/>
              </a:spcBef>
              <a:spcAft>
                <a:spcPts val="200"/>
              </a:spcAft>
              <a:buFontTx/>
              <a:buAutoNum type="arabicPeriod"/>
            </a:pPr>
            <a:r>
              <a:rPr lang="en-US" sz="900" dirty="0">
                <a:solidFill>
                  <a:srgbClr val="333333"/>
                </a:solidFill>
                <a:latin typeface="Arial Narrow" panose="020B0606020202030204" pitchFamily="34" charset="0"/>
                <a:ea typeface="MS PGothic" pitchFamily="34" charset="-128"/>
              </a:rPr>
              <a:t>American Journal of Preventative Medicine, Geographic Variation in the Supply of Selected Behavioral Health Providers, 2018</a:t>
            </a:r>
          </a:p>
          <a:p>
            <a:pPr marL="228600" lvl="0" indent="-228600" algn="r" eaLnBrk="0" fontAlgn="base" hangingPunct="0">
              <a:spcBef>
                <a:spcPct val="0"/>
              </a:spcBef>
              <a:spcAft>
                <a:spcPts val="200"/>
              </a:spcAft>
              <a:buFontTx/>
              <a:buAutoNum type="arabicPeriod"/>
            </a:pPr>
            <a:r>
              <a:rPr lang="en-US" sz="900" dirty="0">
                <a:solidFill>
                  <a:srgbClr val="333333"/>
                </a:solidFill>
                <a:latin typeface="Arial Narrow" panose="020B0606020202030204" pitchFamily="34" charset="0"/>
                <a:ea typeface="MS PGothic" pitchFamily="34" charset="-128"/>
              </a:rPr>
              <a:t>http://www.mentalhealthamerica.net/issues/mental-health-america-access-care-data</a:t>
            </a:r>
          </a:p>
          <a:p>
            <a:pPr marL="228600" lvl="0" indent="-228600" algn="r" eaLnBrk="0" fontAlgn="base" hangingPunct="0">
              <a:spcBef>
                <a:spcPct val="0"/>
              </a:spcBef>
              <a:spcAft>
                <a:spcPts val="200"/>
              </a:spcAft>
              <a:buFontTx/>
              <a:buAutoNum type="arabicPeriod"/>
            </a:pPr>
            <a:r>
              <a:rPr lang="en-US" sz="900" dirty="0">
                <a:solidFill>
                  <a:srgbClr val="333333"/>
                </a:solidFill>
                <a:latin typeface="Arial Narrow" panose="020B0606020202030204" pitchFamily="34" charset="0"/>
                <a:ea typeface="MS PGothic" pitchFamily="34" charset="-128"/>
              </a:rPr>
              <a:t>https://health.usnews.com/health-care/patient-advice/articles/2018-05-25/whats-the-answer-to-the-shortage-of-mental-health-care-providers</a:t>
            </a:r>
          </a:p>
        </p:txBody>
      </p:sp>
    </p:spTree>
    <p:extLst>
      <p:ext uri="{BB962C8B-B14F-4D97-AF65-F5344CB8AC3E}">
        <p14:creationId xmlns:p14="http://schemas.microsoft.com/office/powerpoint/2010/main" val="1496605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463890" y="1389581"/>
            <a:ext cx="11565111" cy="5222198"/>
          </a:xfrm>
          <a:prstGeom prst="rect">
            <a:avLst/>
          </a:prstGeom>
          <a:solidFill>
            <a:schemeClr val="tx1">
              <a:lumMod val="95000"/>
            </a:schemeClr>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p>
            <a:r>
              <a:rPr lang="en-US" dirty="0"/>
              <a:t>Barriers to Getting Care</a:t>
            </a:r>
          </a:p>
        </p:txBody>
      </p:sp>
      <p:sp>
        <p:nvSpPr>
          <p:cNvPr id="4" name="Slide Number Placeholder 3"/>
          <p:cNvSpPr>
            <a:spLocks noGrp="1"/>
          </p:cNvSpPr>
          <p:nvPr>
            <p:ph type="sldNum" sz="quarter" idx="10"/>
          </p:nvPr>
        </p:nvSpPr>
        <p:spPr/>
        <p:txBody>
          <a:bodyPr/>
          <a:lstStyle/>
          <a:p>
            <a:pPr>
              <a:defRPr/>
            </a:pPr>
            <a:fld id="{3369F550-7AC1-4C1C-83E8-1EB487366A85}" type="slidenum">
              <a:rPr lang="en-US" smtClean="0">
                <a:solidFill>
                  <a:srgbClr val="333333"/>
                </a:solidFill>
              </a:rPr>
              <a:pPr>
                <a:defRPr/>
              </a:pPr>
              <a:t>5</a:t>
            </a:fld>
            <a:endParaRPr lang="en-US" dirty="0">
              <a:solidFill>
                <a:srgbClr val="333333"/>
              </a:solidFill>
            </a:endParaRPr>
          </a:p>
        </p:txBody>
      </p:sp>
      <p:pic>
        <p:nvPicPr>
          <p:cNvPr id="5" name="Picture 4"/>
          <p:cNvPicPr>
            <a:picLocks noChangeAspect="1"/>
          </p:cNvPicPr>
          <p:nvPr/>
        </p:nvPicPr>
        <p:blipFill rotWithShape="1">
          <a:blip r:embed="rId2"/>
          <a:srcRect l="4973" t="2835" r="4763" b="1362"/>
          <a:stretch/>
        </p:blipFill>
        <p:spPr>
          <a:xfrm>
            <a:off x="1203151" y="1834200"/>
            <a:ext cx="4893907" cy="4244820"/>
          </a:xfrm>
          <a:prstGeom prst="rect">
            <a:avLst/>
          </a:prstGeom>
        </p:spPr>
      </p:pic>
      <p:pic>
        <p:nvPicPr>
          <p:cNvPr id="7" name="Picture 6"/>
          <p:cNvPicPr>
            <a:picLocks noChangeAspect="1"/>
          </p:cNvPicPr>
          <p:nvPr/>
        </p:nvPicPr>
        <p:blipFill rotWithShape="1">
          <a:blip r:embed="rId3"/>
          <a:srcRect l="3944" t="1880" b="3194"/>
          <a:stretch/>
        </p:blipFill>
        <p:spPr>
          <a:xfrm>
            <a:off x="7206716" y="1441941"/>
            <a:ext cx="2824270" cy="5135113"/>
          </a:xfrm>
          <a:prstGeom prst="rect">
            <a:avLst/>
          </a:prstGeom>
        </p:spPr>
      </p:pic>
      <p:sp>
        <p:nvSpPr>
          <p:cNvPr id="8" name="TextBox 7"/>
          <p:cNvSpPr txBox="1"/>
          <p:nvPr/>
        </p:nvSpPr>
        <p:spPr>
          <a:xfrm>
            <a:off x="-741417" y="6611779"/>
            <a:ext cx="6554440" cy="246221"/>
          </a:xfrm>
          <a:prstGeom prst="rect">
            <a:avLst/>
          </a:prstGeom>
          <a:noFill/>
        </p:spPr>
        <p:txBody>
          <a:bodyPr wrap="square" rtlCol="0">
            <a:spAutoFit/>
          </a:bodyPr>
          <a:lstStyle/>
          <a:p>
            <a:pPr algn="r"/>
            <a:r>
              <a:rPr lang="en-US" sz="1000" dirty="0">
                <a:solidFill>
                  <a:schemeClr val="bg1"/>
                </a:solidFill>
                <a:latin typeface="Arial Narrow" pitchFamily="34" charset="0"/>
              </a:rPr>
              <a:t>Source: https://www.ableto.com/wp-content/uploads/2018/10/AbleTo_Barriers-to-Behavioral-Health-Care_WhitePaper.pdf</a:t>
            </a:r>
          </a:p>
        </p:txBody>
      </p:sp>
      <p:sp>
        <p:nvSpPr>
          <p:cNvPr id="9" name="TextBox 8"/>
          <p:cNvSpPr txBox="1"/>
          <p:nvPr/>
        </p:nvSpPr>
        <p:spPr>
          <a:xfrm>
            <a:off x="379679" y="655111"/>
            <a:ext cx="11649322" cy="646331"/>
          </a:xfrm>
          <a:prstGeom prst="rect">
            <a:avLst/>
          </a:prstGeom>
          <a:noFill/>
        </p:spPr>
        <p:txBody>
          <a:bodyPr wrap="square" rtlCol="0">
            <a:spAutoFit/>
          </a:bodyPr>
          <a:lstStyle/>
          <a:p>
            <a:r>
              <a:rPr lang="en-US" b="1" dirty="0">
                <a:solidFill>
                  <a:schemeClr val="tx1">
                    <a:lumMod val="65000"/>
                  </a:schemeClr>
                </a:solidFill>
                <a:latin typeface="Arial Narrow" pitchFamily="34" charset="0"/>
              </a:rPr>
              <a:t>Individuals seeking help for behavioral health issues are most likely to turn to their Primary Care Provider first. Primary reasons for not seeking treatment include cost, stigma, and fear. </a:t>
            </a:r>
          </a:p>
        </p:txBody>
      </p:sp>
    </p:spTree>
    <p:extLst>
      <p:ext uri="{BB962C8B-B14F-4D97-AF65-F5344CB8AC3E}">
        <p14:creationId xmlns:p14="http://schemas.microsoft.com/office/powerpoint/2010/main" val="2509795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Value of Early Intervention </a:t>
            </a:r>
          </a:p>
        </p:txBody>
      </p:sp>
      <p:sp>
        <p:nvSpPr>
          <p:cNvPr id="3" name="Content Placeholder 2"/>
          <p:cNvSpPr>
            <a:spLocks noGrp="1"/>
          </p:cNvSpPr>
          <p:nvPr>
            <p:ph idx="1"/>
          </p:nvPr>
        </p:nvSpPr>
        <p:spPr>
          <a:xfrm>
            <a:off x="445354" y="1538093"/>
            <a:ext cx="11279717" cy="4946534"/>
          </a:xfrm>
        </p:spPr>
        <p:txBody>
          <a:bodyPr/>
          <a:lstStyle/>
          <a:p>
            <a:pPr marL="285750" indent="-285750">
              <a:spcBef>
                <a:spcPts val="0"/>
              </a:spcBef>
              <a:spcAft>
                <a:spcPts val="600"/>
              </a:spcAft>
              <a:buFont typeface="Arial" panose="020B0604020202020204" pitchFamily="34" charset="0"/>
              <a:buChar char="•"/>
            </a:pPr>
            <a:r>
              <a:rPr lang="en-US" dirty="0"/>
              <a:t>Early Onset of Symptoms</a:t>
            </a:r>
          </a:p>
          <a:p>
            <a:pPr marL="685800" lvl="2" indent="-285750">
              <a:spcBef>
                <a:spcPts val="0"/>
              </a:spcBef>
            </a:pPr>
            <a:r>
              <a:rPr lang="en-US" dirty="0"/>
              <a:t>Studies show that often times those who will develop mental heath disorders will show symptoms by age 14 – Imperative for schools, PCPs and behavioral health services to be aligned at educating, identifying and treating</a:t>
            </a:r>
          </a:p>
          <a:p>
            <a:pPr marL="685800" lvl="2" indent="-285750">
              <a:spcBef>
                <a:spcPts val="0"/>
              </a:spcBef>
            </a:pPr>
            <a:r>
              <a:rPr lang="en-US" dirty="0"/>
              <a:t>Cases that go undiagnosed can lead to higher rates of school drop outs, homelessness, and suicides</a:t>
            </a:r>
          </a:p>
          <a:p>
            <a:pPr marL="285750" indent="-285750">
              <a:spcBef>
                <a:spcPts val="0"/>
              </a:spcBef>
              <a:spcAft>
                <a:spcPts val="600"/>
              </a:spcAft>
              <a:buFont typeface="Arial" panose="020B0604020202020204" pitchFamily="34" charset="0"/>
              <a:buChar char="•"/>
            </a:pPr>
            <a:r>
              <a:rPr lang="en-US" dirty="0"/>
              <a:t>Pervasive Delays in Seeking Treatment</a:t>
            </a:r>
          </a:p>
          <a:p>
            <a:pPr marL="685800" lvl="2" indent="-285750">
              <a:spcBef>
                <a:spcPts val="0"/>
              </a:spcBef>
            </a:pPr>
            <a:r>
              <a:rPr lang="en-US" dirty="0"/>
              <a:t>There are pervasive delays in getting treatment: the median across disorders is about 10 years, contributing to greater severity, co-occurrence of mental illnesses, and lower success rates as people age</a:t>
            </a:r>
          </a:p>
          <a:p>
            <a:pPr marL="685800" lvl="2" indent="-285750">
              <a:spcBef>
                <a:spcPts val="0"/>
              </a:spcBef>
            </a:pPr>
            <a:r>
              <a:rPr lang="en-US" b="0" dirty="0">
                <a:solidFill>
                  <a:schemeClr val="bg1"/>
                </a:solidFill>
              </a:rPr>
              <a:t>35-50% of serious cases go untreated in high-income countries</a:t>
            </a:r>
          </a:p>
          <a:p>
            <a:pPr marL="285750" indent="-285750">
              <a:spcBef>
                <a:spcPts val="0"/>
              </a:spcBef>
              <a:spcAft>
                <a:spcPts val="600"/>
              </a:spcAft>
              <a:buFont typeface="Arial" panose="020B0604020202020204" pitchFamily="34" charset="0"/>
              <a:buChar char="•"/>
            </a:pPr>
            <a:r>
              <a:rPr lang="en-US" dirty="0"/>
              <a:t>Improved Outcomes of Early Intervention: </a:t>
            </a:r>
          </a:p>
          <a:p>
            <a:pPr marL="685800" lvl="2" indent="-285750">
              <a:spcBef>
                <a:spcPts val="0"/>
              </a:spcBef>
            </a:pPr>
            <a:r>
              <a:rPr lang="en-US" dirty="0"/>
              <a:t>Emerging research indicates that intervening early can interrupt the negative course of some mental illnesses and may, in some cases, lessen long-term disability, improve outcomes. </a:t>
            </a:r>
          </a:p>
          <a:p>
            <a:pPr marL="685800" lvl="2" indent="-285750">
              <a:spcBef>
                <a:spcPts val="0"/>
              </a:spcBef>
            </a:pPr>
            <a:endParaRPr lang="en-US" dirty="0"/>
          </a:p>
          <a:p>
            <a:pPr lvl="0" algn="ctr"/>
            <a:r>
              <a:rPr lang="en-US" dirty="0">
                <a:solidFill>
                  <a:srgbClr val="00A4E4"/>
                </a:solidFill>
              </a:rPr>
              <a:t>“Intervention is not only critical for preventing or reducing the progress of a mental illness, but for improving a person’s mental and physical health, community participation and socioeconomic outcomes far into the future.”</a:t>
            </a:r>
          </a:p>
        </p:txBody>
      </p:sp>
      <p:sp>
        <p:nvSpPr>
          <p:cNvPr id="4" name="Slide Number Placeholder 3"/>
          <p:cNvSpPr>
            <a:spLocks noGrp="1"/>
          </p:cNvSpPr>
          <p:nvPr>
            <p:ph type="sldNum" sz="quarter" idx="10"/>
          </p:nvPr>
        </p:nvSpPr>
        <p:spPr/>
        <p:txBody>
          <a:bodyPr/>
          <a:lstStyle/>
          <a:p>
            <a:pPr>
              <a:defRPr/>
            </a:pPr>
            <a:fld id="{3369F550-7AC1-4C1C-83E8-1EB487366A85}" type="slidenum">
              <a:rPr lang="en-US" smtClean="0">
                <a:solidFill>
                  <a:srgbClr val="333333"/>
                </a:solidFill>
              </a:rPr>
              <a:pPr>
                <a:defRPr/>
              </a:pPr>
              <a:t>6</a:t>
            </a:fld>
            <a:endParaRPr lang="en-US" dirty="0">
              <a:solidFill>
                <a:srgbClr val="333333"/>
              </a:solidFill>
            </a:endParaRPr>
          </a:p>
        </p:txBody>
      </p:sp>
      <p:sp>
        <p:nvSpPr>
          <p:cNvPr id="5" name="TextBox 4"/>
          <p:cNvSpPr txBox="1"/>
          <p:nvPr/>
        </p:nvSpPr>
        <p:spPr>
          <a:xfrm>
            <a:off x="379679" y="655111"/>
            <a:ext cx="11649322" cy="646331"/>
          </a:xfrm>
          <a:prstGeom prst="rect">
            <a:avLst/>
          </a:prstGeom>
          <a:noFill/>
        </p:spPr>
        <p:txBody>
          <a:bodyPr wrap="square" rtlCol="0">
            <a:spAutoFit/>
          </a:bodyPr>
          <a:lstStyle/>
          <a:p>
            <a:r>
              <a:rPr lang="en-US" b="1" dirty="0">
                <a:solidFill>
                  <a:schemeClr val="tx1">
                    <a:lumMod val="65000"/>
                  </a:schemeClr>
                </a:solidFill>
                <a:latin typeface="Arial Narrow" pitchFamily="34" charset="0"/>
              </a:rPr>
              <a:t>Symptoms of behavioral health disorders present in early adolescence. Delays in treatment are frequent and can be detrimental to recovery. </a:t>
            </a:r>
          </a:p>
        </p:txBody>
      </p:sp>
      <p:sp>
        <p:nvSpPr>
          <p:cNvPr id="6" name="TextBox 5"/>
          <p:cNvSpPr txBox="1"/>
          <p:nvPr/>
        </p:nvSpPr>
        <p:spPr>
          <a:xfrm>
            <a:off x="3377806" y="6462561"/>
            <a:ext cx="8795998" cy="364202"/>
          </a:xfrm>
          <a:prstGeom prst="rect">
            <a:avLst/>
          </a:prstGeom>
          <a:noFill/>
        </p:spPr>
        <p:txBody>
          <a:bodyPr wrap="none" rtlCol="0">
            <a:spAutoFit/>
          </a:bodyPr>
          <a:lstStyle/>
          <a:p>
            <a:pPr lvl="0" algn="r" eaLnBrk="0" fontAlgn="base" hangingPunct="0">
              <a:spcBef>
                <a:spcPct val="0"/>
              </a:spcBef>
              <a:spcAft>
                <a:spcPts val="200"/>
              </a:spcAft>
            </a:pPr>
            <a:r>
              <a:rPr lang="en-US" sz="800" i="1" dirty="0">
                <a:solidFill>
                  <a:srgbClr val="333333"/>
                </a:solidFill>
                <a:ea typeface="MS PGothic" pitchFamily="34" charset="-128"/>
              </a:rPr>
              <a:t>https://www2.health.vic.gov.au/mental-health/prevention-and-promotion/early-intervention-in-mental-health </a:t>
            </a:r>
          </a:p>
          <a:p>
            <a:pPr lvl="0" algn="r" eaLnBrk="0" fontAlgn="base" hangingPunct="0">
              <a:spcBef>
                <a:spcPct val="0"/>
              </a:spcBef>
              <a:spcAft>
                <a:spcPts val="200"/>
              </a:spcAft>
            </a:pPr>
            <a:r>
              <a:rPr lang="en-US" sz="800" i="1" dirty="0">
                <a:solidFill>
                  <a:srgbClr val="333333"/>
                </a:solidFill>
                <a:ea typeface="MS PGothic" pitchFamily="34" charset="-128"/>
              </a:rPr>
              <a:t>Prevalence, Severity, and Unmet Need for Treatment of Mental Disorders</a:t>
            </a:r>
            <a:r>
              <a:rPr lang="en-US" sz="800" dirty="0">
                <a:solidFill>
                  <a:srgbClr val="333333"/>
                </a:solidFill>
                <a:ea typeface="MS PGothic" pitchFamily="34" charset="-128"/>
              </a:rPr>
              <a:t>, World Health Organization World Mental Health Surveys, June 2004, Journal of the American Medical Association</a:t>
            </a:r>
          </a:p>
        </p:txBody>
      </p:sp>
    </p:spTree>
    <p:extLst>
      <p:ext uri="{BB962C8B-B14F-4D97-AF65-F5344CB8AC3E}">
        <p14:creationId xmlns:p14="http://schemas.microsoft.com/office/powerpoint/2010/main" val="2427463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Physical and Mental Health Connection</a:t>
            </a:r>
          </a:p>
        </p:txBody>
      </p:sp>
      <p:sp>
        <p:nvSpPr>
          <p:cNvPr id="3" name="Content Placeholder 2"/>
          <p:cNvSpPr>
            <a:spLocks noGrp="1"/>
          </p:cNvSpPr>
          <p:nvPr>
            <p:ph idx="1"/>
          </p:nvPr>
        </p:nvSpPr>
        <p:spPr>
          <a:xfrm>
            <a:off x="299545" y="1179456"/>
            <a:ext cx="6574221" cy="4761186"/>
          </a:xfrm>
        </p:spPr>
        <p:txBody>
          <a:bodyPr/>
          <a:lstStyle/>
          <a:p>
            <a:pPr marL="285750" indent="-285750">
              <a:buFont typeface="Arial" panose="020B0604020202020204" pitchFamily="34" charset="0"/>
              <a:buChar char="•"/>
            </a:pPr>
            <a:r>
              <a:rPr lang="en-US" dirty="0"/>
              <a:t>34 million (17%) American adults had comorbid mental and medical conditions in a 12-month period</a:t>
            </a:r>
          </a:p>
          <a:p>
            <a:pPr marL="685800" lvl="2" indent="-285750"/>
            <a:r>
              <a:rPr lang="en-US" dirty="0"/>
              <a:t>Substance use disorders are comorbid in roughly 20% of people with depression and 15% of people with anxiety</a:t>
            </a:r>
          </a:p>
          <a:p>
            <a:pPr marL="685800" lvl="2" indent="-285750"/>
            <a:r>
              <a:rPr lang="en-US" dirty="0"/>
              <a:t>Compared to people without severe mental illness, people treated for schizophrenia and bipolar disorder are 12 and 20 times more likely to be treated for alcohol abuse and 35 and 42 times more likely to be dependent on illegal drugs</a:t>
            </a:r>
          </a:p>
          <a:p>
            <a:pPr marL="285750" indent="-285750">
              <a:buFont typeface="Arial" panose="020B0604020202020204" pitchFamily="34" charset="0"/>
              <a:buChar char="•"/>
            </a:pPr>
            <a:r>
              <a:rPr lang="en-US" dirty="0"/>
              <a:t>Medical costs for treating patients with chronic medical and comorbid mental health/substance use disorder (MH/SUD) conditions can be 2-3 times the cost of those who don‘t have the comorbid MH/SUD conditions. </a:t>
            </a:r>
          </a:p>
          <a:p>
            <a:pPr marL="685800" lvl="2" indent="-285750"/>
            <a:r>
              <a:rPr lang="en-US" dirty="0"/>
              <a:t>Attributed to medical services (more than behavioral)  - Opportunity for savings on the medical side through integration of behavioral and medical services. </a:t>
            </a:r>
          </a:p>
          <a:p>
            <a:pPr marL="685800" lvl="2" indent="-285750"/>
            <a:r>
              <a:rPr lang="en-US" dirty="0"/>
              <a:t>Clinical trials have suggested there may be cost savings in specific, costly care episodes such as those with comorbid diabetes and depression</a:t>
            </a:r>
          </a:p>
          <a:p>
            <a:pPr lvl="2" indent="0">
              <a:buNone/>
            </a:pPr>
            <a:endParaRPr lang="en-US" dirty="0"/>
          </a:p>
          <a:p>
            <a:pPr lvl="2" indent="0">
              <a:buNone/>
            </a:pPr>
            <a:endParaRPr lang="en-US" dirty="0"/>
          </a:p>
          <a:p>
            <a:endParaRPr lang="en-US" dirty="0"/>
          </a:p>
        </p:txBody>
      </p:sp>
      <p:sp>
        <p:nvSpPr>
          <p:cNvPr id="4" name="Slide Number Placeholder 3"/>
          <p:cNvSpPr>
            <a:spLocks noGrp="1"/>
          </p:cNvSpPr>
          <p:nvPr>
            <p:ph type="sldNum" sz="quarter" idx="10"/>
          </p:nvPr>
        </p:nvSpPr>
        <p:spPr/>
        <p:txBody>
          <a:bodyPr/>
          <a:lstStyle/>
          <a:p>
            <a:pPr>
              <a:defRPr/>
            </a:pPr>
            <a:fld id="{3369F550-7AC1-4C1C-83E8-1EB487366A85}" type="slidenum">
              <a:rPr lang="en-US" smtClean="0">
                <a:solidFill>
                  <a:srgbClr val="333333"/>
                </a:solidFill>
              </a:rPr>
              <a:pPr>
                <a:defRPr/>
              </a:pPr>
              <a:t>7</a:t>
            </a:fld>
            <a:endParaRPr lang="en-US" dirty="0">
              <a:solidFill>
                <a:srgbClr val="333333"/>
              </a:solidFill>
            </a:endParaRPr>
          </a:p>
        </p:txBody>
      </p:sp>
      <p:sp>
        <p:nvSpPr>
          <p:cNvPr id="6" name="TextBox 5"/>
          <p:cNvSpPr txBox="1"/>
          <p:nvPr/>
        </p:nvSpPr>
        <p:spPr>
          <a:xfrm>
            <a:off x="5201174" y="6310728"/>
            <a:ext cx="6623074" cy="646331"/>
          </a:xfrm>
          <a:prstGeom prst="rect">
            <a:avLst/>
          </a:prstGeom>
          <a:noFill/>
        </p:spPr>
        <p:txBody>
          <a:bodyPr wrap="square" rtlCol="0">
            <a:spAutoFit/>
          </a:bodyPr>
          <a:lstStyle/>
          <a:p>
            <a:pPr lvl="2" indent="0" algn="r">
              <a:buNone/>
            </a:pPr>
            <a:r>
              <a:rPr lang="en-US" sz="800" dirty="0">
                <a:solidFill>
                  <a:schemeClr val="bg1"/>
                </a:solidFill>
                <a:latin typeface="Arial Narrow" panose="020B0606020202030204" pitchFamily="34" charset="0"/>
              </a:rPr>
              <a:t>https://www.integration.samhsa.gov/workforce/mental_disorders_and_medical_comorbidity.pdf</a:t>
            </a:r>
          </a:p>
          <a:p>
            <a:pPr lvl="2" indent="0" algn="r">
              <a:buNone/>
            </a:pPr>
            <a:r>
              <a:rPr lang="en-US" sz="800" dirty="0">
                <a:solidFill>
                  <a:schemeClr val="bg1"/>
                </a:solidFill>
                <a:latin typeface="Arial Narrow" panose="020B0606020202030204" pitchFamily="34" charset="0"/>
              </a:rPr>
              <a:t>http://www.coloradocoalition.org/sites/default/files/2017-01/milliaman-apa-economicimpactofintegratedmedicalbehavioralhealthcare2014.pdf</a:t>
            </a:r>
          </a:p>
          <a:p>
            <a:pPr lvl="2" indent="0" algn="r">
              <a:buNone/>
            </a:pPr>
            <a:r>
              <a:rPr lang="en-US" sz="800" dirty="0">
                <a:solidFill>
                  <a:schemeClr val="bg1"/>
                </a:solidFill>
                <a:latin typeface="Arial Narrow" panose="020B0606020202030204" pitchFamily="34" charset="0"/>
              </a:rPr>
              <a:t>*Quartet Claims Data  </a:t>
            </a:r>
          </a:p>
          <a:p>
            <a:endParaRPr lang="en-US" sz="1200" b="1" dirty="0">
              <a:solidFill>
                <a:schemeClr val="bg1"/>
              </a:solidFill>
              <a:latin typeface="Arial Narrow" pitchFamily="34" charset="0"/>
            </a:endParaRPr>
          </a:p>
        </p:txBody>
      </p:sp>
      <p:sp>
        <p:nvSpPr>
          <p:cNvPr id="7" name="Shape 163"/>
          <p:cNvSpPr/>
          <p:nvPr/>
        </p:nvSpPr>
        <p:spPr>
          <a:xfrm>
            <a:off x="7594467" y="1547042"/>
            <a:ext cx="4015558" cy="838977"/>
          </a:xfrm>
          <a:prstGeom prst="rect">
            <a:avLst/>
          </a:prstGeom>
          <a:noFill/>
          <a:ln>
            <a:noFill/>
          </a:ln>
        </p:spPr>
        <p:txBody>
          <a:bodyPr lIns="45700" tIns="45700" rIns="45700" bIns="45700" anchor="ctr" anchorCtr="0">
            <a:noAutofit/>
          </a:bodyPr>
          <a:lstStyle/>
          <a:p>
            <a:pPr algn="ctr">
              <a:buClr>
                <a:srgbClr val="757575"/>
              </a:buClr>
              <a:buSzPct val="25000"/>
            </a:pPr>
            <a:r>
              <a:rPr lang="en" sz="1600" b="1" dirty="0">
                <a:solidFill>
                  <a:srgbClr val="009EDC"/>
                </a:solidFill>
                <a:ea typeface="Arial" charset="0"/>
                <a:cs typeface="Arial" charset="0"/>
                <a:sym typeface="Proxima Nova"/>
              </a:rPr>
              <a:t>BH Conditions Exacerbate </a:t>
            </a:r>
          </a:p>
          <a:p>
            <a:pPr algn="ctr">
              <a:buClr>
                <a:srgbClr val="757575"/>
              </a:buClr>
              <a:buSzPct val="25000"/>
            </a:pPr>
            <a:r>
              <a:rPr lang="en" sz="1600" b="1" dirty="0">
                <a:solidFill>
                  <a:srgbClr val="009EDC"/>
                </a:solidFill>
                <a:ea typeface="Arial" charset="0"/>
                <a:cs typeface="Arial" charset="0"/>
                <a:sym typeface="Proxima Nova"/>
              </a:rPr>
              <a:t>Utilization and Spend </a:t>
            </a:r>
            <a:r>
              <a:rPr lang="en-US" sz="1600" b="1" dirty="0">
                <a:solidFill>
                  <a:srgbClr val="009EDC"/>
                </a:solidFill>
                <a:ea typeface="Arial" charset="0"/>
                <a:cs typeface="Arial" charset="0"/>
                <a:sym typeface="Proxima Nova"/>
              </a:rPr>
              <a:t>up to 3x</a:t>
            </a:r>
            <a:r>
              <a:rPr lang="en-US" sz="1600" b="1" baseline="30000" dirty="0">
                <a:solidFill>
                  <a:srgbClr val="009EDC"/>
                </a:solidFill>
                <a:ea typeface="Arial" charset="0"/>
                <a:cs typeface="Arial" charset="0"/>
                <a:sym typeface="Proxima Nova"/>
              </a:rPr>
              <a:t>*</a:t>
            </a:r>
            <a:endParaRPr lang="en" sz="1600" b="1" baseline="30000" dirty="0">
              <a:solidFill>
                <a:srgbClr val="009EDC"/>
              </a:solidFill>
              <a:ea typeface="Arial" charset="0"/>
              <a:cs typeface="Arial" charset="0"/>
              <a:sym typeface="Proxima Nova"/>
            </a:endParaRPr>
          </a:p>
        </p:txBody>
      </p:sp>
      <p:sp>
        <p:nvSpPr>
          <p:cNvPr id="8" name="Shape 175"/>
          <p:cNvSpPr txBox="1"/>
          <p:nvPr/>
        </p:nvSpPr>
        <p:spPr>
          <a:xfrm>
            <a:off x="8029372" y="4399861"/>
            <a:ext cx="3049800" cy="207600"/>
          </a:xfrm>
          <a:prstGeom prst="rect">
            <a:avLst/>
          </a:prstGeom>
          <a:noFill/>
          <a:ln>
            <a:noFill/>
          </a:ln>
        </p:spPr>
        <p:txBody>
          <a:bodyPr lIns="45700" tIns="45700" rIns="45700" bIns="45700" anchor="t" anchorCtr="0">
            <a:noAutofit/>
          </a:bodyPr>
          <a:lstStyle/>
          <a:p>
            <a:pPr algn="ctr">
              <a:buClr>
                <a:srgbClr val="40474E"/>
              </a:buClr>
              <a:buSzPct val="25000"/>
            </a:pPr>
            <a:r>
              <a:rPr lang="en" sz="1000" dirty="0">
                <a:solidFill>
                  <a:srgbClr val="595959"/>
                </a:solidFill>
                <a:ea typeface="Arial" charset="0"/>
                <a:cs typeface="Arial" charset="0"/>
                <a:sym typeface="Proxima Nova"/>
              </a:rPr>
              <a:t># of Chronic Conditions</a:t>
            </a:r>
          </a:p>
        </p:txBody>
      </p:sp>
      <p:sp>
        <p:nvSpPr>
          <p:cNvPr id="9" name="Shape 176"/>
          <p:cNvSpPr txBox="1"/>
          <p:nvPr/>
        </p:nvSpPr>
        <p:spPr>
          <a:xfrm rot="-5400000">
            <a:off x="10410310" y="3238399"/>
            <a:ext cx="1741800" cy="276900"/>
          </a:xfrm>
          <a:prstGeom prst="rect">
            <a:avLst/>
          </a:prstGeom>
          <a:noFill/>
          <a:ln>
            <a:noFill/>
          </a:ln>
        </p:spPr>
        <p:txBody>
          <a:bodyPr lIns="45700" tIns="45700" rIns="45700" bIns="45700" anchor="t" anchorCtr="0">
            <a:noAutofit/>
          </a:bodyPr>
          <a:lstStyle/>
          <a:p>
            <a:pPr algn="ctr">
              <a:buClr>
                <a:srgbClr val="40474E"/>
              </a:buClr>
              <a:buSzPct val="25000"/>
            </a:pPr>
            <a:r>
              <a:rPr lang="en" sz="1000" dirty="0">
                <a:solidFill>
                  <a:srgbClr val="595959"/>
                </a:solidFill>
                <a:ea typeface="Arial" charset="0"/>
                <a:cs typeface="Arial" charset="0"/>
                <a:sym typeface="Proxima Nova"/>
              </a:rPr>
              <a:t>PMPM Cost</a:t>
            </a:r>
          </a:p>
        </p:txBody>
      </p:sp>
      <p:pic>
        <p:nvPicPr>
          <p:cNvPr id="10" name="Shape 178"/>
          <p:cNvPicPr preferRelativeResize="0"/>
          <p:nvPr/>
        </p:nvPicPr>
        <p:blipFill rotWithShape="1">
          <a:blip r:embed="rId2">
            <a:alphaModFix/>
          </a:blip>
          <a:srcRect/>
          <a:stretch/>
        </p:blipFill>
        <p:spPr>
          <a:xfrm>
            <a:off x="9614259" y="4162386"/>
            <a:ext cx="381600" cy="93900"/>
          </a:xfrm>
          <a:prstGeom prst="rect">
            <a:avLst/>
          </a:prstGeom>
          <a:noFill/>
          <a:ln>
            <a:noFill/>
          </a:ln>
        </p:spPr>
      </p:pic>
      <p:sp>
        <p:nvSpPr>
          <p:cNvPr id="11" name="Shape 179"/>
          <p:cNvSpPr/>
          <p:nvPr/>
        </p:nvSpPr>
        <p:spPr>
          <a:xfrm>
            <a:off x="8029371" y="4170361"/>
            <a:ext cx="381600" cy="93900"/>
          </a:xfrm>
          <a:prstGeom prst="rect">
            <a:avLst/>
          </a:prstGeom>
          <a:solidFill>
            <a:srgbClr val="989898"/>
          </a:solidFill>
          <a:ln>
            <a:noFill/>
          </a:ln>
        </p:spPr>
        <p:txBody>
          <a:bodyPr lIns="91425" tIns="91425" rIns="91425" bIns="91425" anchor="ctr" anchorCtr="0">
            <a:noAutofit/>
          </a:bodyPr>
          <a:lstStyle/>
          <a:p>
            <a:endParaRPr>
              <a:solidFill>
                <a:srgbClr val="FFFFFF"/>
              </a:solidFill>
              <a:ea typeface="Arial" charset="0"/>
              <a:cs typeface="Arial" charset="0"/>
            </a:endParaRPr>
          </a:p>
        </p:txBody>
      </p:sp>
      <p:sp>
        <p:nvSpPr>
          <p:cNvPr id="12" name="Shape 180"/>
          <p:cNvSpPr/>
          <p:nvPr/>
        </p:nvSpPr>
        <p:spPr>
          <a:xfrm>
            <a:off x="8410852" y="3973261"/>
            <a:ext cx="381600" cy="291000"/>
          </a:xfrm>
          <a:prstGeom prst="rect">
            <a:avLst/>
          </a:prstGeom>
          <a:solidFill>
            <a:srgbClr val="249DD7"/>
          </a:solidFill>
          <a:ln>
            <a:noFill/>
          </a:ln>
        </p:spPr>
        <p:txBody>
          <a:bodyPr lIns="91425" tIns="91425" rIns="91425" bIns="91425" anchor="ctr" anchorCtr="0">
            <a:noAutofit/>
          </a:bodyPr>
          <a:lstStyle/>
          <a:p>
            <a:endParaRPr>
              <a:solidFill>
                <a:srgbClr val="FFFFFF"/>
              </a:solidFill>
              <a:ea typeface="Arial" charset="0"/>
              <a:cs typeface="Arial" charset="0"/>
            </a:endParaRPr>
          </a:p>
        </p:txBody>
      </p:sp>
      <p:sp>
        <p:nvSpPr>
          <p:cNvPr id="13" name="Shape 181"/>
          <p:cNvSpPr/>
          <p:nvPr/>
        </p:nvSpPr>
        <p:spPr>
          <a:xfrm>
            <a:off x="8791625" y="4010161"/>
            <a:ext cx="381600" cy="254100"/>
          </a:xfrm>
          <a:prstGeom prst="rect">
            <a:avLst/>
          </a:prstGeom>
          <a:solidFill>
            <a:srgbClr val="989898"/>
          </a:solidFill>
          <a:ln>
            <a:noFill/>
          </a:ln>
        </p:spPr>
        <p:txBody>
          <a:bodyPr lIns="91425" tIns="91425" rIns="91425" bIns="91425" anchor="ctr" anchorCtr="0">
            <a:noAutofit/>
          </a:bodyPr>
          <a:lstStyle/>
          <a:p>
            <a:endParaRPr>
              <a:solidFill>
                <a:srgbClr val="FFFFFF"/>
              </a:solidFill>
              <a:ea typeface="Arial" charset="0"/>
              <a:cs typeface="Arial" charset="0"/>
            </a:endParaRPr>
          </a:p>
        </p:txBody>
      </p:sp>
      <p:sp>
        <p:nvSpPr>
          <p:cNvPr id="14" name="Shape 182"/>
          <p:cNvSpPr/>
          <p:nvPr/>
        </p:nvSpPr>
        <p:spPr>
          <a:xfrm>
            <a:off x="9173109" y="3484861"/>
            <a:ext cx="381599" cy="779400"/>
          </a:xfrm>
          <a:prstGeom prst="rect">
            <a:avLst/>
          </a:prstGeom>
          <a:solidFill>
            <a:srgbClr val="249DD7"/>
          </a:solidFill>
          <a:ln>
            <a:noFill/>
          </a:ln>
        </p:spPr>
        <p:txBody>
          <a:bodyPr lIns="91425" tIns="91425" rIns="91425" bIns="91425" anchor="ctr" anchorCtr="0">
            <a:noAutofit/>
          </a:bodyPr>
          <a:lstStyle/>
          <a:p>
            <a:endParaRPr>
              <a:solidFill>
                <a:srgbClr val="FFFFFF"/>
              </a:solidFill>
              <a:ea typeface="Arial" charset="0"/>
              <a:cs typeface="Arial" charset="0"/>
            </a:endParaRPr>
          </a:p>
        </p:txBody>
      </p:sp>
      <p:sp>
        <p:nvSpPr>
          <p:cNvPr id="15" name="Shape 183"/>
          <p:cNvSpPr/>
          <p:nvPr/>
        </p:nvSpPr>
        <p:spPr>
          <a:xfrm>
            <a:off x="9553879" y="3858486"/>
            <a:ext cx="381600" cy="405900"/>
          </a:xfrm>
          <a:prstGeom prst="rect">
            <a:avLst/>
          </a:prstGeom>
          <a:solidFill>
            <a:srgbClr val="989898"/>
          </a:solidFill>
          <a:ln>
            <a:noFill/>
          </a:ln>
        </p:spPr>
        <p:txBody>
          <a:bodyPr lIns="91425" tIns="91425" rIns="91425" bIns="91425" anchor="ctr" anchorCtr="0">
            <a:noAutofit/>
          </a:bodyPr>
          <a:lstStyle/>
          <a:p>
            <a:endParaRPr>
              <a:solidFill>
                <a:srgbClr val="FFFFFF"/>
              </a:solidFill>
              <a:ea typeface="Arial" charset="0"/>
              <a:cs typeface="Arial" charset="0"/>
            </a:endParaRPr>
          </a:p>
        </p:txBody>
      </p:sp>
      <p:sp>
        <p:nvSpPr>
          <p:cNvPr id="16" name="Shape 184"/>
          <p:cNvSpPr/>
          <p:nvPr/>
        </p:nvSpPr>
        <p:spPr>
          <a:xfrm>
            <a:off x="9935360" y="2980436"/>
            <a:ext cx="381600" cy="1283700"/>
          </a:xfrm>
          <a:prstGeom prst="rect">
            <a:avLst/>
          </a:prstGeom>
          <a:solidFill>
            <a:srgbClr val="249DD7"/>
          </a:solidFill>
          <a:ln>
            <a:noFill/>
          </a:ln>
        </p:spPr>
        <p:txBody>
          <a:bodyPr lIns="91425" tIns="91425" rIns="91425" bIns="91425" anchor="ctr" anchorCtr="0">
            <a:noAutofit/>
          </a:bodyPr>
          <a:lstStyle/>
          <a:p>
            <a:endParaRPr>
              <a:solidFill>
                <a:srgbClr val="FFFFFF"/>
              </a:solidFill>
              <a:ea typeface="Arial" charset="0"/>
              <a:cs typeface="Arial" charset="0"/>
            </a:endParaRPr>
          </a:p>
        </p:txBody>
      </p:sp>
      <p:sp>
        <p:nvSpPr>
          <p:cNvPr id="17" name="Shape 185"/>
          <p:cNvSpPr/>
          <p:nvPr/>
        </p:nvSpPr>
        <p:spPr>
          <a:xfrm>
            <a:off x="10316133" y="3484861"/>
            <a:ext cx="381600" cy="779400"/>
          </a:xfrm>
          <a:prstGeom prst="rect">
            <a:avLst/>
          </a:prstGeom>
          <a:solidFill>
            <a:srgbClr val="989898"/>
          </a:solidFill>
          <a:ln>
            <a:noFill/>
          </a:ln>
        </p:spPr>
        <p:txBody>
          <a:bodyPr lIns="91425" tIns="91425" rIns="91425" bIns="91425" anchor="ctr" anchorCtr="0">
            <a:noAutofit/>
          </a:bodyPr>
          <a:lstStyle/>
          <a:p>
            <a:endParaRPr>
              <a:solidFill>
                <a:srgbClr val="FFFFFF"/>
              </a:solidFill>
              <a:ea typeface="Arial" charset="0"/>
              <a:cs typeface="Arial" charset="0"/>
            </a:endParaRPr>
          </a:p>
        </p:txBody>
      </p:sp>
      <p:sp>
        <p:nvSpPr>
          <p:cNvPr id="18" name="Shape 186"/>
          <p:cNvSpPr/>
          <p:nvPr/>
        </p:nvSpPr>
        <p:spPr>
          <a:xfrm>
            <a:off x="10697614" y="2527236"/>
            <a:ext cx="381600" cy="1737000"/>
          </a:xfrm>
          <a:prstGeom prst="rect">
            <a:avLst/>
          </a:prstGeom>
          <a:solidFill>
            <a:srgbClr val="249DD7"/>
          </a:solidFill>
          <a:ln>
            <a:noFill/>
          </a:ln>
        </p:spPr>
        <p:txBody>
          <a:bodyPr lIns="91425" tIns="91425" rIns="91425" bIns="91425" anchor="ctr" anchorCtr="0">
            <a:noAutofit/>
          </a:bodyPr>
          <a:lstStyle/>
          <a:p>
            <a:endParaRPr>
              <a:solidFill>
                <a:srgbClr val="FFFFFF"/>
              </a:solidFill>
              <a:ea typeface="Arial" charset="0"/>
              <a:cs typeface="Arial" charset="0"/>
            </a:endParaRPr>
          </a:p>
        </p:txBody>
      </p:sp>
      <p:sp>
        <p:nvSpPr>
          <p:cNvPr id="19" name="Shape 187"/>
          <p:cNvSpPr txBox="1"/>
          <p:nvPr/>
        </p:nvSpPr>
        <p:spPr>
          <a:xfrm>
            <a:off x="8067661" y="3973265"/>
            <a:ext cx="305700" cy="207600"/>
          </a:xfrm>
          <a:prstGeom prst="rect">
            <a:avLst/>
          </a:prstGeom>
          <a:noFill/>
          <a:ln>
            <a:noFill/>
          </a:ln>
        </p:spPr>
        <p:txBody>
          <a:bodyPr lIns="45700" tIns="45700" rIns="45700" bIns="45700" anchor="t" anchorCtr="0">
            <a:noAutofit/>
          </a:bodyPr>
          <a:lstStyle/>
          <a:p>
            <a:pPr>
              <a:buClr>
                <a:srgbClr val="40474E"/>
              </a:buClr>
              <a:buSzPct val="25000"/>
            </a:pPr>
            <a:r>
              <a:rPr lang="en" sz="800">
                <a:solidFill>
                  <a:srgbClr val="868686"/>
                </a:solidFill>
                <a:ea typeface="Arial" charset="0"/>
                <a:cs typeface="Arial" charset="0"/>
                <a:sym typeface="Proxima Nova"/>
              </a:rPr>
              <a:t>$193</a:t>
            </a:r>
          </a:p>
        </p:txBody>
      </p:sp>
      <p:sp>
        <p:nvSpPr>
          <p:cNvPr id="20" name="Shape 188"/>
          <p:cNvSpPr txBox="1"/>
          <p:nvPr/>
        </p:nvSpPr>
        <p:spPr>
          <a:xfrm>
            <a:off x="8791620" y="3807986"/>
            <a:ext cx="381600" cy="207600"/>
          </a:xfrm>
          <a:prstGeom prst="rect">
            <a:avLst/>
          </a:prstGeom>
          <a:noFill/>
          <a:ln>
            <a:noFill/>
          </a:ln>
        </p:spPr>
        <p:txBody>
          <a:bodyPr lIns="45700" tIns="45700" rIns="45700" bIns="45700" anchor="t" anchorCtr="0">
            <a:noAutofit/>
          </a:bodyPr>
          <a:lstStyle/>
          <a:p>
            <a:pPr algn="ctr">
              <a:buClr>
                <a:srgbClr val="40474E"/>
              </a:buClr>
              <a:buSzPct val="25000"/>
            </a:pPr>
            <a:r>
              <a:rPr lang="en" sz="800">
                <a:solidFill>
                  <a:srgbClr val="868686"/>
                </a:solidFill>
                <a:ea typeface="Arial" charset="0"/>
                <a:cs typeface="Arial" charset="0"/>
                <a:sym typeface="Proxima Nova"/>
              </a:rPr>
              <a:t>$451</a:t>
            </a:r>
          </a:p>
        </p:txBody>
      </p:sp>
      <p:sp>
        <p:nvSpPr>
          <p:cNvPr id="21" name="Shape 189"/>
          <p:cNvSpPr txBox="1"/>
          <p:nvPr/>
        </p:nvSpPr>
        <p:spPr>
          <a:xfrm>
            <a:off x="9125546" y="3274236"/>
            <a:ext cx="476700" cy="207600"/>
          </a:xfrm>
          <a:prstGeom prst="rect">
            <a:avLst/>
          </a:prstGeom>
          <a:noFill/>
          <a:ln>
            <a:noFill/>
          </a:ln>
        </p:spPr>
        <p:txBody>
          <a:bodyPr lIns="45700" tIns="45700" rIns="45700" bIns="45700" anchor="t" anchorCtr="0">
            <a:noAutofit/>
          </a:bodyPr>
          <a:lstStyle/>
          <a:p>
            <a:pPr algn="ctr">
              <a:buClr>
                <a:srgbClr val="40474E"/>
              </a:buClr>
              <a:buSzPct val="25000"/>
            </a:pPr>
            <a:r>
              <a:rPr lang="en" sz="800">
                <a:solidFill>
                  <a:srgbClr val="249DD7"/>
                </a:solidFill>
                <a:ea typeface="Arial" charset="0"/>
                <a:cs typeface="Arial" charset="0"/>
                <a:sym typeface="Proxima Nova"/>
              </a:rPr>
              <a:t>$1,382</a:t>
            </a:r>
          </a:p>
        </p:txBody>
      </p:sp>
      <p:sp>
        <p:nvSpPr>
          <p:cNvPr id="22" name="Shape 190"/>
          <p:cNvSpPr txBox="1"/>
          <p:nvPr/>
        </p:nvSpPr>
        <p:spPr>
          <a:xfrm>
            <a:off x="9553871" y="3669211"/>
            <a:ext cx="381600" cy="207600"/>
          </a:xfrm>
          <a:prstGeom prst="rect">
            <a:avLst/>
          </a:prstGeom>
          <a:noFill/>
          <a:ln>
            <a:noFill/>
          </a:ln>
        </p:spPr>
        <p:txBody>
          <a:bodyPr lIns="45700" tIns="45700" rIns="45700" bIns="45700" anchor="t" anchorCtr="0">
            <a:noAutofit/>
          </a:bodyPr>
          <a:lstStyle/>
          <a:p>
            <a:pPr algn="ctr">
              <a:buClr>
                <a:srgbClr val="40474E"/>
              </a:buClr>
              <a:buSzPct val="25000"/>
            </a:pPr>
            <a:r>
              <a:rPr lang="en" sz="800">
                <a:solidFill>
                  <a:srgbClr val="868686"/>
                </a:solidFill>
                <a:ea typeface="Arial" charset="0"/>
                <a:cs typeface="Arial" charset="0"/>
                <a:sym typeface="Proxima Nova"/>
              </a:rPr>
              <a:t>$740</a:t>
            </a:r>
          </a:p>
        </p:txBody>
      </p:sp>
      <p:sp>
        <p:nvSpPr>
          <p:cNvPr id="23" name="Shape 191"/>
          <p:cNvSpPr txBox="1"/>
          <p:nvPr/>
        </p:nvSpPr>
        <p:spPr>
          <a:xfrm>
            <a:off x="8410846" y="3770761"/>
            <a:ext cx="381600" cy="207600"/>
          </a:xfrm>
          <a:prstGeom prst="rect">
            <a:avLst/>
          </a:prstGeom>
          <a:noFill/>
          <a:ln>
            <a:noFill/>
          </a:ln>
        </p:spPr>
        <p:txBody>
          <a:bodyPr lIns="45700" tIns="45700" rIns="45700" bIns="45700" anchor="t" anchorCtr="0">
            <a:noAutofit/>
          </a:bodyPr>
          <a:lstStyle/>
          <a:p>
            <a:pPr algn="ctr">
              <a:buClr>
                <a:srgbClr val="40474E"/>
              </a:buClr>
              <a:buSzPct val="25000"/>
            </a:pPr>
            <a:r>
              <a:rPr lang="en" sz="800">
                <a:solidFill>
                  <a:srgbClr val="249DD7"/>
                </a:solidFill>
                <a:ea typeface="Arial" charset="0"/>
                <a:cs typeface="Arial" charset="0"/>
                <a:sym typeface="Proxima Nova"/>
              </a:rPr>
              <a:t>$505</a:t>
            </a:r>
          </a:p>
        </p:txBody>
      </p:sp>
      <p:sp>
        <p:nvSpPr>
          <p:cNvPr id="24" name="Shape 192"/>
          <p:cNvSpPr txBox="1"/>
          <p:nvPr/>
        </p:nvSpPr>
        <p:spPr>
          <a:xfrm>
            <a:off x="9897895" y="2772836"/>
            <a:ext cx="456600" cy="207600"/>
          </a:xfrm>
          <a:prstGeom prst="rect">
            <a:avLst/>
          </a:prstGeom>
          <a:noFill/>
          <a:ln>
            <a:noFill/>
          </a:ln>
        </p:spPr>
        <p:txBody>
          <a:bodyPr lIns="45700" tIns="45700" rIns="45700" bIns="45700" anchor="t" anchorCtr="0">
            <a:noAutofit/>
          </a:bodyPr>
          <a:lstStyle/>
          <a:p>
            <a:pPr algn="ctr">
              <a:buClr>
                <a:srgbClr val="40474E"/>
              </a:buClr>
              <a:buSzPct val="25000"/>
            </a:pPr>
            <a:r>
              <a:rPr lang="en" sz="800">
                <a:solidFill>
                  <a:srgbClr val="249DD7"/>
                </a:solidFill>
                <a:ea typeface="Arial" charset="0"/>
                <a:cs typeface="Arial" charset="0"/>
                <a:sym typeface="Proxima Nova"/>
              </a:rPr>
              <a:t>$2,269</a:t>
            </a:r>
          </a:p>
        </p:txBody>
      </p:sp>
      <p:sp>
        <p:nvSpPr>
          <p:cNvPr id="25" name="Shape 193"/>
          <p:cNvSpPr txBox="1"/>
          <p:nvPr/>
        </p:nvSpPr>
        <p:spPr>
          <a:xfrm>
            <a:off x="10297066" y="3291936"/>
            <a:ext cx="419760" cy="207600"/>
          </a:xfrm>
          <a:prstGeom prst="rect">
            <a:avLst/>
          </a:prstGeom>
          <a:noFill/>
          <a:ln>
            <a:noFill/>
          </a:ln>
        </p:spPr>
        <p:txBody>
          <a:bodyPr lIns="45700" tIns="45700" rIns="45700" bIns="45700" anchor="t" anchorCtr="0">
            <a:noAutofit/>
          </a:bodyPr>
          <a:lstStyle/>
          <a:p>
            <a:pPr algn="ctr">
              <a:buClr>
                <a:srgbClr val="40474E"/>
              </a:buClr>
              <a:buSzPct val="25000"/>
            </a:pPr>
            <a:r>
              <a:rPr lang="en" sz="800">
                <a:solidFill>
                  <a:srgbClr val="868686"/>
                </a:solidFill>
                <a:ea typeface="Arial" charset="0"/>
                <a:cs typeface="Arial" charset="0"/>
                <a:sym typeface="Proxima Nova"/>
              </a:rPr>
              <a:t>$1,407</a:t>
            </a:r>
          </a:p>
        </p:txBody>
      </p:sp>
      <p:sp>
        <p:nvSpPr>
          <p:cNvPr id="26" name="Shape 194"/>
          <p:cNvSpPr txBox="1"/>
          <p:nvPr/>
        </p:nvSpPr>
        <p:spPr>
          <a:xfrm>
            <a:off x="10660119" y="2330975"/>
            <a:ext cx="456600" cy="207600"/>
          </a:xfrm>
          <a:prstGeom prst="rect">
            <a:avLst/>
          </a:prstGeom>
          <a:noFill/>
          <a:ln>
            <a:noFill/>
          </a:ln>
        </p:spPr>
        <p:txBody>
          <a:bodyPr lIns="45700" tIns="45700" rIns="45700" bIns="45700" anchor="t" anchorCtr="0">
            <a:noAutofit/>
          </a:bodyPr>
          <a:lstStyle/>
          <a:p>
            <a:pPr algn="ctr">
              <a:buClr>
                <a:srgbClr val="40474E"/>
              </a:buClr>
              <a:buSzPct val="25000"/>
            </a:pPr>
            <a:r>
              <a:rPr lang="en" sz="800" dirty="0">
                <a:solidFill>
                  <a:srgbClr val="249DD7"/>
                </a:solidFill>
                <a:ea typeface="Arial" charset="0"/>
                <a:cs typeface="Arial" charset="0"/>
                <a:sym typeface="Proxima Nova"/>
              </a:rPr>
              <a:t>$3,082</a:t>
            </a:r>
          </a:p>
        </p:txBody>
      </p:sp>
      <p:sp>
        <p:nvSpPr>
          <p:cNvPr id="27" name="Shape 195"/>
          <p:cNvSpPr/>
          <p:nvPr/>
        </p:nvSpPr>
        <p:spPr>
          <a:xfrm>
            <a:off x="8106469" y="4630052"/>
            <a:ext cx="1594967" cy="216150"/>
          </a:xfrm>
          <a:prstGeom prst="rect">
            <a:avLst/>
          </a:prstGeom>
          <a:noFill/>
          <a:ln>
            <a:noFill/>
          </a:ln>
        </p:spPr>
        <p:txBody>
          <a:bodyPr lIns="45700" tIns="45700" rIns="45700" bIns="45700" anchor="t" anchorCtr="0">
            <a:noAutofit/>
          </a:bodyPr>
          <a:lstStyle/>
          <a:p>
            <a:pPr>
              <a:lnSpc>
                <a:spcPct val="120000"/>
              </a:lnSpc>
              <a:buClr>
                <a:srgbClr val="40474E"/>
              </a:buClr>
              <a:buSzPct val="25000"/>
            </a:pPr>
            <a:r>
              <a:rPr lang="en" sz="1000" dirty="0">
                <a:solidFill>
                  <a:srgbClr val="595959"/>
                </a:solidFill>
                <a:ea typeface="Arial" charset="0"/>
                <a:cs typeface="Arial" charset="0"/>
                <a:sym typeface="Proxima Nova"/>
              </a:rPr>
              <a:t>Chronic condition only</a:t>
            </a:r>
          </a:p>
        </p:txBody>
      </p:sp>
      <p:pic>
        <p:nvPicPr>
          <p:cNvPr id="28" name="Shape 196"/>
          <p:cNvPicPr preferRelativeResize="0"/>
          <p:nvPr/>
        </p:nvPicPr>
        <p:blipFill rotWithShape="1">
          <a:blip r:embed="rId2">
            <a:alphaModFix/>
          </a:blip>
          <a:srcRect/>
          <a:stretch/>
        </p:blipFill>
        <p:spPr>
          <a:xfrm>
            <a:off x="7915963" y="4666527"/>
            <a:ext cx="190500" cy="190500"/>
          </a:xfrm>
          <a:prstGeom prst="rect">
            <a:avLst/>
          </a:prstGeom>
          <a:noFill/>
          <a:ln>
            <a:noFill/>
          </a:ln>
        </p:spPr>
      </p:pic>
      <p:pic>
        <p:nvPicPr>
          <p:cNvPr id="29" name="Shape 198"/>
          <p:cNvPicPr preferRelativeResize="0"/>
          <p:nvPr/>
        </p:nvPicPr>
        <p:blipFill rotWithShape="1">
          <a:blip r:embed="rId3">
            <a:alphaModFix/>
          </a:blip>
          <a:srcRect/>
          <a:stretch/>
        </p:blipFill>
        <p:spPr>
          <a:xfrm>
            <a:off x="9614271" y="4666527"/>
            <a:ext cx="190500" cy="190500"/>
          </a:xfrm>
          <a:prstGeom prst="rect">
            <a:avLst/>
          </a:prstGeom>
          <a:noFill/>
          <a:ln>
            <a:noFill/>
          </a:ln>
        </p:spPr>
      </p:pic>
      <p:sp>
        <p:nvSpPr>
          <p:cNvPr id="31" name="Shape 175"/>
          <p:cNvSpPr txBox="1"/>
          <p:nvPr/>
        </p:nvSpPr>
        <p:spPr>
          <a:xfrm>
            <a:off x="8327321" y="4223071"/>
            <a:ext cx="185390" cy="261586"/>
          </a:xfrm>
          <a:prstGeom prst="rect">
            <a:avLst/>
          </a:prstGeom>
          <a:noFill/>
          <a:ln>
            <a:noFill/>
          </a:ln>
        </p:spPr>
        <p:txBody>
          <a:bodyPr lIns="45700" tIns="45700" rIns="45700" bIns="45700" anchor="t" anchorCtr="0">
            <a:noAutofit/>
          </a:bodyPr>
          <a:lstStyle/>
          <a:p>
            <a:pPr algn="ctr">
              <a:buClr>
                <a:srgbClr val="40474E"/>
              </a:buClr>
              <a:buSzPct val="25000"/>
            </a:pPr>
            <a:r>
              <a:rPr lang="en-US" sz="1000">
                <a:solidFill>
                  <a:srgbClr val="595959"/>
                </a:solidFill>
                <a:ea typeface="Arial" charset="0"/>
                <a:cs typeface="Arial" charset="0"/>
                <a:sym typeface="Proxima Nova"/>
              </a:rPr>
              <a:t>0</a:t>
            </a:r>
            <a:endParaRPr lang="en" sz="1000" dirty="0">
              <a:solidFill>
                <a:srgbClr val="595959"/>
              </a:solidFill>
              <a:ea typeface="Arial" charset="0"/>
              <a:cs typeface="Arial" charset="0"/>
              <a:sym typeface="Proxima Nova"/>
            </a:endParaRPr>
          </a:p>
        </p:txBody>
      </p:sp>
      <p:sp>
        <p:nvSpPr>
          <p:cNvPr id="32" name="Shape 175"/>
          <p:cNvSpPr txBox="1"/>
          <p:nvPr/>
        </p:nvSpPr>
        <p:spPr>
          <a:xfrm>
            <a:off x="9081605" y="4223071"/>
            <a:ext cx="185390" cy="261586"/>
          </a:xfrm>
          <a:prstGeom prst="rect">
            <a:avLst/>
          </a:prstGeom>
          <a:noFill/>
          <a:ln>
            <a:noFill/>
          </a:ln>
        </p:spPr>
        <p:txBody>
          <a:bodyPr lIns="45700" tIns="45700" rIns="45700" bIns="45700" anchor="t" anchorCtr="0">
            <a:noAutofit/>
          </a:bodyPr>
          <a:lstStyle/>
          <a:p>
            <a:pPr algn="ctr">
              <a:buClr>
                <a:srgbClr val="40474E"/>
              </a:buClr>
              <a:buSzPct val="25000"/>
            </a:pPr>
            <a:r>
              <a:rPr lang="en-US" sz="1000" dirty="0">
                <a:solidFill>
                  <a:srgbClr val="595959"/>
                </a:solidFill>
                <a:ea typeface="Arial" charset="0"/>
                <a:cs typeface="Arial" charset="0"/>
                <a:sym typeface="Proxima Nova"/>
              </a:rPr>
              <a:t>1</a:t>
            </a:r>
            <a:endParaRPr lang="en" sz="1000" dirty="0">
              <a:solidFill>
                <a:srgbClr val="595959"/>
              </a:solidFill>
              <a:ea typeface="Arial" charset="0"/>
              <a:cs typeface="Arial" charset="0"/>
              <a:sym typeface="Proxima Nova"/>
            </a:endParaRPr>
          </a:p>
        </p:txBody>
      </p:sp>
      <p:sp>
        <p:nvSpPr>
          <p:cNvPr id="33" name="Shape 175"/>
          <p:cNvSpPr txBox="1"/>
          <p:nvPr/>
        </p:nvSpPr>
        <p:spPr>
          <a:xfrm>
            <a:off x="9847308" y="4223071"/>
            <a:ext cx="185390" cy="261586"/>
          </a:xfrm>
          <a:prstGeom prst="rect">
            <a:avLst/>
          </a:prstGeom>
          <a:noFill/>
          <a:ln>
            <a:noFill/>
          </a:ln>
        </p:spPr>
        <p:txBody>
          <a:bodyPr lIns="45700" tIns="45700" rIns="45700" bIns="45700" anchor="t" anchorCtr="0">
            <a:noAutofit/>
          </a:bodyPr>
          <a:lstStyle/>
          <a:p>
            <a:pPr algn="ctr">
              <a:buClr>
                <a:srgbClr val="40474E"/>
              </a:buClr>
              <a:buSzPct val="25000"/>
            </a:pPr>
            <a:r>
              <a:rPr lang="en-US" sz="1000" dirty="0">
                <a:solidFill>
                  <a:srgbClr val="595959"/>
                </a:solidFill>
                <a:ea typeface="Arial" charset="0"/>
                <a:cs typeface="Arial" charset="0"/>
                <a:sym typeface="Proxima Nova"/>
              </a:rPr>
              <a:t>2</a:t>
            </a:r>
            <a:endParaRPr lang="en" sz="1000" dirty="0">
              <a:solidFill>
                <a:srgbClr val="595959"/>
              </a:solidFill>
              <a:ea typeface="Arial" charset="0"/>
              <a:cs typeface="Arial" charset="0"/>
              <a:sym typeface="Proxima Nova"/>
            </a:endParaRPr>
          </a:p>
        </p:txBody>
      </p:sp>
      <p:sp>
        <p:nvSpPr>
          <p:cNvPr id="34" name="Shape 175"/>
          <p:cNvSpPr txBox="1"/>
          <p:nvPr/>
        </p:nvSpPr>
        <p:spPr>
          <a:xfrm>
            <a:off x="10578270" y="4223072"/>
            <a:ext cx="277061" cy="259853"/>
          </a:xfrm>
          <a:prstGeom prst="rect">
            <a:avLst/>
          </a:prstGeom>
          <a:noFill/>
          <a:ln>
            <a:noFill/>
          </a:ln>
        </p:spPr>
        <p:txBody>
          <a:bodyPr lIns="45700" tIns="45700" rIns="45700" bIns="45700" anchor="t" anchorCtr="0">
            <a:noAutofit/>
          </a:bodyPr>
          <a:lstStyle/>
          <a:p>
            <a:pPr algn="ctr">
              <a:buClr>
                <a:srgbClr val="40474E"/>
              </a:buClr>
              <a:buSzPct val="25000"/>
            </a:pPr>
            <a:r>
              <a:rPr lang="en-US" sz="1000">
                <a:solidFill>
                  <a:srgbClr val="595959"/>
                </a:solidFill>
                <a:ea typeface="Arial" charset="0"/>
                <a:cs typeface="Arial" charset="0"/>
                <a:sym typeface="Proxima Nova"/>
              </a:rPr>
              <a:t>3+</a:t>
            </a:r>
            <a:endParaRPr lang="en" sz="1000" dirty="0">
              <a:solidFill>
                <a:srgbClr val="595959"/>
              </a:solidFill>
              <a:ea typeface="Arial" charset="0"/>
              <a:cs typeface="Arial" charset="0"/>
              <a:sym typeface="Proxima Nova"/>
            </a:endParaRPr>
          </a:p>
        </p:txBody>
      </p:sp>
      <p:sp>
        <p:nvSpPr>
          <p:cNvPr id="35" name="Shape 197"/>
          <p:cNvSpPr/>
          <p:nvPr/>
        </p:nvSpPr>
        <p:spPr>
          <a:xfrm>
            <a:off x="9857872" y="4658626"/>
            <a:ext cx="2232629" cy="190500"/>
          </a:xfrm>
          <a:prstGeom prst="rect">
            <a:avLst/>
          </a:prstGeom>
          <a:noFill/>
          <a:ln>
            <a:noFill/>
          </a:ln>
        </p:spPr>
        <p:txBody>
          <a:bodyPr lIns="45700" tIns="45700" rIns="45700" bIns="45700" anchor="t" anchorCtr="0">
            <a:noAutofit/>
          </a:bodyPr>
          <a:lstStyle/>
          <a:p>
            <a:pPr>
              <a:lnSpc>
                <a:spcPct val="120000"/>
              </a:lnSpc>
              <a:spcBef>
                <a:spcPts val="600"/>
              </a:spcBef>
              <a:buClr>
                <a:srgbClr val="40474E"/>
              </a:buClr>
              <a:buSzPct val="25000"/>
            </a:pPr>
            <a:r>
              <a:rPr lang="en-US" sz="1000" dirty="0">
                <a:solidFill>
                  <a:srgbClr val="595959"/>
                </a:solidFill>
                <a:ea typeface="Arial" charset="0"/>
                <a:cs typeface="Arial" charset="0"/>
                <a:sym typeface="Proxima Nova"/>
              </a:rPr>
              <a:t>No. </a:t>
            </a:r>
            <a:r>
              <a:rPr lang="en" sz="1000" dirty="0">
                <a:solidFill>
                  <a:srgbClr val="595959"/>
                </a:solidFill>
                <a:ea typeface="Arial" charset="0"/>
                <a:cs typeface="Arial" charset="0"/>
                <a:sym typeface="Proxima Nova"/>
              </a:rPr>
              <a:t>Chronic + BH</a:t>
            </a:r>
          </a:p>
          <a:p>
            <a:pPr>
              <a:lnSpc>
                <a:spcPct val="120000"/>
              </a:lnSpc>
              <a:spcBef>
                <a:spcPts val="600"/>
              </a:spcBef>
              <a:buClr>
                <a:srgbClr val="40474E"/>
              </a:buClr>
            </a:pPr>
            <a:endParaRPr sz="1000" dirty="0">
              <a:solidFill>
                <a:srgbClr val="595959"/>
              </a:solidFill>
              <a:ea typeface="Arial" charset="0"/>
              <a:cs typeface="Arial" charset="0"/>
              <a:sym typeface="Proxima Nova"/>
            </a:endParaRPr>
          </a:p>
        </p:txBody>
      </p:sp>
      <p:sp>
        <p:nvSpPr>
          <p:cNvPr id="36" name="TextBox 35"/>
          <p:cNvSpPr txBox="1"/>
          <p:nvPr/>
        </p:nvSpPr>
        <p:spPr>
          <a:xfrm>
            <a:off x="379679" y="655111"/>
            <a:ext cx="11649322" cy="369332"/>
          </a:xfrm>
          <a:prstGeom prst="rect">
            <a:avLst/>
          </a:prstGeom>
          <a:noFill/>
        </p:spPr>
        <p:txBody>
          <a:bodyPr wrap="square" rtlCol="0">
            <a:spAutoFit/>
          </a:bodyPr>
          <a:lstStyle/>
          <a:p>
            <a:r>
              <a:rPr lang="en-US" b="1" dirty="0">
                <a:solidFill>
                  <a:schemeClr val="tx1">
                    <a:lumMod val="65000"/>
                  </a:schemeClr>
                </a:solidFill>
                <a:latin typeface="Arial Narrow" pitchFamily="34" charset="0"/>
              </a:rPr>
              <a:t>Behavioral health conditions co-occur with physical health conditions significantly impact medical spend. </a:t>
            </a:r>
          </a:p>
        </p:txBody>
      </p:sp>
    </p:spTree>
    <p:extLst>
      <p:ext uri="{BB962C8B-B14F-4D97-AF65-F5344CB8AC3E}">
        <p14:creationId xmlns:p14="http://schemas.microsoft.com/office/powerpoint/2010/main" val="4239539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82389" y="1218695"/>
            <a:ext cx="11565111" cy="5222198"/>
          </a:xfrm>
          <a:prstGeom prst="rect">
            <a:avLst/>
          </a:prstGeom>
          <a:solidFill>
            <a:schemeClr val="tx1">
              <a:lumMod val="95000"/>
            </a:schemeClr>
          </a:solidFill>
          <a:ln>
            <a:solidFill>
              <a:schemeClr val="tx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25085" y="259317"/>
            <a:ext cx="11279717" cy="1181100"/>
          </a:xfrm>
        </p:spPr>
        <p:txBody>
          <a:bodyPr/>
          <a:lstStyle/>
          <a:p>
            <a:r>
              <a:rPr lang="en-US" dirty="0"/>
              <a:t>Consumer Demand</a:t>
            </a:r>
          </a:p>
        </p:txBody>
      </p:sp>
      <p:sp>
        <p:nvSpPr>
          <p:cNvPr id="4" name="Slide Number Placeholder 3"/>
          <p:cNvSpPr>
            <a:spLocks noGrp="1"/>
          </p:cNvSpPr>
          <p:nvPr>
            <p:ph type="sldNum" sz="quarter" idx="10"/>
          </p:nvPr>
        </p:nvSpPr>
        <p:spPr/>
        <p:txBody>
          <a:bodyPr/>
          <a:lstStyle/>
          <a:p>
            <a:pPr>
              <a:defRPr/>
            </a:pPr>
            <a:fld id="{AAC4F774-B603-4D3B-9538-7CDF64E98AFB}" type="slidenum">
              <a:rPr lang="en-US" smtClean="0">
                <a:solidFill>
                  <a:srgbClr val="333333"/>
                </a:solidFill>
              </a:rPr>
              <a:pPr>
                <a:defRPr/>
              </a:pPr>
              <a:t>8</a:t>
            </a:fld>
            <a:endParaRPr lang="en-US" dirty="0">
              <a:solidFill>
                <a:srgbClr val="333333"/>
              </a:solidFill>
            </a:endParaRPr>
          </a:p>
        </p:txBody>
      </p:sp>
      <p:pic>
        <p:nvPicPr>
          <p:cNvPr id="6" name="Content Placeholder 9"/>
          <p:cNvPicPr>
            <a:picLocks noChangeAspect="1"/>
          </p:cNvPicPr>
          <p:nvPr/>
        </p:nvPicPr>
        <p:blipFill rotWithShape="1">
          <a:blip r:embed="rId2"/>
          <a:srcRect t="9920" r="38098" b="4854"/>
          <a:stretch/>
        </p:blipFill>
        <p:spPr bwMode="auto">
          <a:xfrm>
            <a:off x="815070" y="1818318"/>
            <a:ext cx="4953842" cy="315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3479941" y="6519446"/>
            <a:ext cx="8043192" cy="338554"/>
          </a:xfrm>
          <a:prstGeom prst="rect">
            <a:avLst/>
          </a:prstGeom>
        </p:spPr>
        <p:txBody>
          <a:bodyPr wrap="square">
            <a:spAutoFit/>
          </a:bodyPr>
          <a:lstStyle/>
          <a:p>
            <a:pPr algn="r"/>
            <a:r>
              <a:rPr lang="en-US" sz="800" dirty="0">
                <a:solidFill>
                  <a:schemeClr val="bg1"/>
                </a:solidFill>
              </a:rPr>
              <a:t>https://www.statista.com/topics/2099/stress-and-burnout</a:t>
            </a:r>
          </a:p>
          <a:p>
            <a:pPr algn="r"/>
            <a:r>
              <a:rPr lang="en-US" sz="800" dirty="0">
                <a:solidFill>
                  <a:srgbClr val="333333"/>
                </a:solidFill>
                <a:latin typeface="Arial Narrow" pitchFamily="34" charset="0"/>
              </a:rPr>
              <a:t>https://www.prnewswire.com/news-releases/with-depression-and-suicide-rates-on-the-rise-national-survey-reveals-complex-relationship-between-social-media-use-and-mental-well-being-300688913.html</a:t>
            </a:r>
          </a:p>
        </p:txBody>
      </p:sp>
      <p:sp>
        <p:nvSpPr>
          <p:cNvPr id="8" name="TextBox 7"/>
          <p:cNvSpPr txBox="1"/>
          <p:nvPr/>
        </p:nvSpPr>
        <p:spPr>
          <a:xfrm>
            <a:off x="6974455" y="1995445"/>
            <a:ext cx="4010955" cy="3188565"/>
          </a:xfrm>
          <a:prstGeom prst="rect">
            <a:avLst/>
          </a:prstGeom>
          <a:noFill/>
        </p:spPr>
        <p:txBody>
          <a:bodyPr wrap="square" rtlCol="0">
            <a:spAutoFit/>
          </a:bodyPr>
          <a:lstStyle/>
          <a:p>
            <a:pPr lvl="0" algn="ctr">
              <a:lnSpc>
                <a:spcPct val="90000"/>
              </a:lnSpc>
              <a:spcBef>
                <a:spcPts val="1000"/>
              </a:spcBef>
            </a:pPr>
            <a:r>
              <a:rPr lang="en-US" sz="1600" b="1" dirty="0">
                <a:solidFill>
                  <a:schemeClr val="accent1"/>
                </a:solidFill>
              </a:rPr>
              <a:t>Adoption of Online Support</a:t>
            </a:r>
          </a:p>
          <a:p>
            <a:pPr lvl="0">
              <a:lnSpc>
                <a:spcPct val="90000"/>
              </a:lnSpc>
              <a:spcBef>
                <a:spcPts val="1000"/>
              </a:spcBef>
            </a:pPr>
            <a:r>
              <a:rPr lang="en-US" sz="1400" dirty="0">
                <a:solidFill>
                  <a:schemeClr val="bg1"/>
                </a:solidFill>
              </a:rPr>
              <a:t>Teens and young adults experiencing moderate to severe symptoms of depression are turning to the internet for help.</a:t>
            </a:r>
          </a:p>
          <a:p>
            <a:pPr marL="285750" lvl="0" indent="-285750">
              <a:lnSpc>
                <a:spcPct val="90000"/>
              </a:lnSpc>
              <a:spcBef>
                <a:spcPts val="1000"/>
              </a:spcBef>
              <a:buFont typeface="Calibri" panose="020F0502020204030204" pitchFamily="34" charset="0"/>
              <a:buChar char="­"/>
            </a:pPr>
            <a:r>
              <a:rPr lang="en-US" sz="1400" dirty="0">
                <a:solidFill>
                  <a:srgbClr val="000000"/>
                </a:solidFill>
              </a:rPr>
              <a:t>90% researching mental health issues online</a:t>
            </a:r>
          </a:p>
          <a:p>
            <a:pPr marL="285750" lvl="0" indent="-285750">
              <a:lnSpc>
                <a:spcPct val="90000"/>
              </a:lnSpc>
              <a:spcBef>
                <a:spcPts val="1000"/>
              </a:spcBef>
              <a:buFont typeface="Calibri" panose="020F0502020204030204" pitchFamily="34" charset="0"/>
              <a:buChar char="­"/>
            </a:pPr>
            <a:r>
              <a:rPr lang="en-US" sz="1400" dirty="0">
                <a:solidFill>
                  <a:srgbClr val="000000"/>
                </a:solidFill>
              </a:rPr>
              <a:t>75% accessing other people's health stories through blogs, podcasts, and videos</a:t>
            </a:r>
          </a:p>
          <a:p>
            <a:pPr marL="285750" lvl="0" indent="-285750">
              <a:lnSpc>
                <a:spcPct val="90000"/>
              </a:lnSpc>
              <a:spcBef>
                <a:spcPts val="1000"/>
              </a:spcBef>
              <a:buFont typeface="Calibri" panose="020F0502020204030204" pitchFamily="34" charset="0"/>
              <a:buChar char="­"/>
            </a:pPr>
            <a:r>
              <a:rPr lang="en-US" sz="1400" dirty="0">
                <a:solidFill>
                  <a:srgbClr val="000000"/>
                </a:solidFill>
              </a:rPr>
              <a:t>38% using mobile apps related to well-being </a:t>
            </a:r>
          </a:p>
          <a:p>
            <a:pPr marL="285750" lvl="0" indent="-285750">
              <a:lnSpc>
                <a:spcPct val="90000"/>
              </a:lnSpc>
              <a:spcBef>
                <a:spcPts val="1000"/>
              </a:spcBef>
              <a:buFont typeface="Calibri" panose="020F0502020204030204" pitchFamily="34" charset="0"/>
              <a:buChar char="­"/>
            </a:pPr>
            <a:r>
              <a:rPr lang="en-US" sz="1400" dirty="0">
                <a:solidFill>
                  <a:srgbClr val="000000"/>
                </a:solidFill>
              </a:rPr>
              <a:t>32% connecting with health providers through digital tools (text, video)</a:t>
            </a:r>
          </a:p>
          <a:p>
            <a:pPr marL="285750" lvl="0" indent="-285750">
              <a:lnSpc>
                <a:spcPct val="90000"/>
              </a:lnSpc>
              <a:spcBef>
                <a:spcPts val="1000"/>
              </a:spcBef>
              <a:buFont typeface="Calibri" panose="020F0502020204030204" pitchFamily="34" charset="0"/>
              <a:buChar char="­"/>
            </a:pPr>
            <a:r>
              <a:rPr lang="en-US" sz="1400" dirty="0">
                <a:solidFill>
                  <a:srgbClr val="000000"/>
                </a:solidFill>
              </a:rPr>
              <a:t>33% connected with health peers online, 91% say it was helpful </a:t>
            </a:r>
          </a:p>
        </p:txBody>
      </p:sp>
      <p:sp>
        <p:nvSpPr>
          <p:cNvPr id="9" name="TextBox 8"/>
          <p:cNvSpPr txBox="1"/>
          <p:nvPr/>
        </p:nvSpPr>
        <p:spPr>
          <a:xfrm>
            <a:off x="282980" y="593312"/>
            <a:ext cx="11649322" cy="646331"/>
          </a:xfrm>
          <a:prstGeom prst="rect">
            <a:avLst/>
          </a:prstGeom>
          <a:noFill/>
        </p:spPr>
        <p:txBody>
          <a:bodyPr wrap="square" rtlCol="0">
            <a:spAutoFit/>
          </a:bodyPr>
          <a:lstStyle/>
          <a:p>
            <a:r>
              <a:rPr lang="en-US" b="1" dirty="0">
                <a:solidFill>
                  <a:schemeClr val="tx1">
                    <a:lumMod val="65000"/>
                  </a:schemeClr>
                </a:solidFill>
                <a:latin typeface="Arial Narrow" pitchFamily="34" charset="0"/>
              </a:rPr>
              <a:t>Adults and teens are turning to apps and online support tools to manage their health including stress and symptoms of depression.</a:t>
            </a:r>
          </a:p>
        </p:txBody>
      </p:sp>
      <p:sp>
        <p:nvSpPr>
          <p:cNvPr id="11" name="TextBox 10"/>
          <p:cNvSpPr txBox="1"/>
          <p:nvPr/>
        </p:nvSpPr>
        <p:spPr>
          <a:xfrm>
            <a:off x="815070" y="1401211"/>
            <a:ext cx="5149874" cy="338554"/>
          </a:xfrm>
          <a:prstGeom prst="rect">
            <a:avLst/>
          </a:prstGeom>
          <a:noFill/>
        </p:spPr>
        <p:txBody>
          <a:bodyPr wrap="square" rtlCol="0">
            <a:spAutoFit/>
          </a:bodyPr>
          <a:lstStyle/>
          <a:p>
            <a:pPr algn="ctr"/>
            <a:r>
              <a:rPr lang="en-US" sz="1600" b="1" dirty="0">
                <a:solidFill>
                  <a:schemeClr val="accent1"/>
                </a:solidFill>
                <a:latin typeface="+mj-lt"/>
              </a:rPr>
              <a:t>Percent of U.S. Adults Using Apps for Stress Relief</a:t>
            </a:r>
          </a:p>
        </p:txBody>
      </p:sp>
      <p:pic>
        <p:nvPicPr>
          <p:cNvPr id="12" name="Content Placeholder 9"/>
          <p:cNvPicPr>
            <a:picLocks noChangeAspect="1"/>
          </p:cNvPicPr>
          <p:nvPr/>
        </p:nvPicPr>
        <p:blipFill rotWithShape="1">
          <a:blip r:embed="rId2"/>
          <a:srcRect l="60576" t="42592" r="2254" b="15532"/>
          <a:stretch/>
        </p:blipFill>
        <p:spPr bwMode="auto">
          <a:xfrm>
            <a:off x="2020613" y="4975006"/>
            <a:ext cx="2738788" cy="1428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9205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 Landscape – Vendor Solutions</a:t>
            </a:r>
          </a:p>
        </p:txBody>
      </p:sp>
      <p:sp>
        <p:nvSpPr>
          <p:cNvPr id="4" name="Slide Number Placeholder 3"/>
          <p:cNvSpPr>
            <a:spLocks noGrp="1"/>
          </p:cNvSpPr>
          <p:nvPr>
            <p:ph type="sldNum" sz="quarter" idx="10"/>
          </p:nvPr>
        </p:nvSpPr>
        <p:spPr/>
        <p:txBody>
          <a:bodyPr/>
          <a:lstStyle/>
          <a:p>
            <a:pPr>
              <a:defRPr/>
            </a:pPr>
            <a:fld id="{3369F550-7AC1-4C1C-83E8-1EB487366A85}" type="slidenum">
              <a:rPr lang="en-US" smtClean="0">
                <a:solidFill>
                  <a:srgbClr val="333333"/>
                </a:solidFill>
              </a:rPr>
              <a:pPr>
                <a:defRPr/>
              </a:pPr>
              <a:t>9</a:t>
            </a:fld>
            <a:endParaRPr lang="en-US" dirty="0">
              <a:solidFill>
                <a:srgbClr val="333333"/>
              </a:solidFill>
            </a:endParaRPr>
          </a:p>
        </p:txBody>
      </p:sp>
      <p:pic>
        <p:nvPicPr>
          <p:cNvPr id="3" name="Picture 2"/>
          <p:cNvPicPr>
            <a:picLocks noChangeAspect="1"/>
          </p:cNvPicPr>
          <p:nvPr/>
        </p:nvPicPr>
        <p:blipFill rotWithShape="1">
          <a:blip r:embed="rId3"/>
          <a:srcRect t="10007"/>
          <a:stretch/>
        </p:blipFill>
        <p:spPr>
          <a:xfrm>
            <a:off x="1867778" y="1364810"/>
            <a:ext cx="8458560" cy="5128068"/>
          </a:xfrm>
          <a:prstGeom prst="rect">
            <a:avLst/>
          </a:prstGeom>
        </p:spPr>
      </p:pic>
      <p:sp>
        <p:nvSpPr>
          <p:cNvPr id="5" name="TextBox 4"/>
          <p:cNvSpPr txBox="1"/>
          <p:nvPr/>
        </p:nvSpPr>
        <p:spPr>
          <a:xfrm>
            <a:off x="379679" y="655111"/>
            <a:ext cx="11649322" cy="646331"/>
          </a:xfrm>
          <a:prstGeom prst="rect">
            <a:avLst/>
          </a:prstGeom>
          <a:noFill/>
        </p:spPr>
        <p:txBody>
          <a:bodyPr wrap="square" rtlCol="0">
            <a:spAutoFit/>
          </a:bodyPr>
          <a:lstStyle/>
          <a:p>
            <a:r>
              <a:rPr lang="en-US" b="1" dirty="0">
                <a:solidFill>
                  <a:schemeClr val="tx1">
                    <a:lumMod val="65000"/>
                  </a:schemeClr>
                </a:solidFill>
                <a:latin typeface="Arial Narrow" pitchFamily="34" charset="0"/>
              </a:rPr>
              <a:t>The market is saturated with a variety of vendor solutions and technology to assist with managing a broad spectrum of mental and behavioral health conditions. </a:t>
            </a:r>
          </a:p>
        </p:txBody>
      </p:sp>
    </p:spTree>
    <p:extLst>
      <p:ext uri="{BB962C8B-B14F-4D97-AF65-F5344CB8AC3E}">
        <p14:creationId xmlns:p14="http://schemas.microsoft.com/office/powerpoint/2010/main" val="2249939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42875" y="5600700"/>
            <a:ext cx="2914650" cy="10747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79679" y="1210012"/>
            <a:ext cx="11716604" cy="5541544"/>
          </a:xfrm>
        </p:spPr>
        <p:txBody>
          <a:bodyPr/>
          <a:lstStyle/>
          <a:p>
            <a:pPr marL="285750" indent="-285750">
              <a:buFont typeface="Arial" panose="020B0604020202020204" pitchFamily="34" charset="0"/>
              <a:buChar char="•"/>
            </a:pPr>
            <a:r>
              <a:rPr lang="en-US" sz="1400" dirty="0"/>
              <a:t>Bring Care into the Community</a:t>
            </a:r>
          </a:p>
          <a:p>
            <a:pPr marL="685800" lvl="2" indent="-285750"/>
            <a:r>
              <a:rPr lang="en-US" b="0" dirty="0">
                <a:solidFill>
                  <a:schemeClr val="bg1"/>
                </a:solidFill>
              </a:rPr>
              <a:t>Walmart partners with Beacon Health Options to offer mental health services in-store</a:t>
            </a:r>
            <a:endParaRPr lang="en-US" dirty="0"/>
          </a:p>
          <a:p>
            <a:pPr marL="285750" indent="-285750">
              <a:buFont typeface="Arial" panose="020B0604020202020204" pitchFamily="34" charset="0"/>
              <a:buChar char="•"/>
            </a:pPr>
            <a:r>
              <a:rPr lang="en-US" sz="1400" dirty="0"/>
              <a:t>Direct to Consumer Services</a:t>
            </a:r>
          </a:p>
          <a:p>
            <a:pPr marL="685800" lvl="2" indent="-285750"/>
            <a:r>
              <a:rPr lang="en-US" b="0" dirty="0">
                <a:solidFill>
                  <a:schemeClr val="bg1"/>
                </a:solidFill>
              </a:rPr>
              <a:t>Talk Space – subscription based text therapy with video chat option; product positioned for teens and couples available </a:t>
            </a:r>
            <a:endParaRPr lang="en-US" b="0" dirty="0"/>
          </a:p>
          <a:p>
            <a:pPr marL="285750" indent="-285750">
              <a:buFont typeface="Arial" panose="020B0604020202020204" pitchFamily="34" charset="0"/>
              <a:buChar char="•"/>
            </a:pPr>
            <a:r>
              <a:rPr lang="en-US" sz="1400" dirty="0"/>
              <a:t>Precision Medicine</a:t>
            </a:r>
          </a:p>
          <a:p>
            <a:pPr marL="685800" lvl="2" indent="-285750"/>
            <a:r>
              <a:rPr lang="en-US" b="0" dirty="0">
                <a:solidFill>
                  <a:schemeClr val="bg1"/>
                </a:solidFill>
              </a:rPr>
              <a:t>Albertson’s pharmacies partner with personalized medicine specialist, </a:t>
            </a:r>
            <a:r>
              <a:rPr lang="en-US" b="0" dirty="0" err="1">
                <a:solidFill>
                  <a:schemeClr val="bg1"/>
                </a:solidFill>
              </a:rPr>
              <a:t>Genomind</a:t>
            </a:r>
            <a:r>
              <a:rPr lang="en-US" b="0" dirty="0">
                <a:solidFill>
                  <a:schemeClr val="bg1"/>
                </a:solidFill>
              </a:rPr>
              <a:t>, in a pilot to optimize medication therapy for individuals diagnosed with a mental illness </a:t>
            </a:r>
          </a:p>
          <a:p>
            <a:pPr marL="685800" lvl="2" indent="-285750"/>
            <a:r>
              <a:rPr lang="en-US" b="0" dirty="0">
                <a:solidFill>
                  <a:schemeClr val="bg1"/>
                </a:solidFill>
              </a:rPr>
              <a:t>Holston Medical Group partnered with 2bprecise (</a:t>
            </a:r>
            <a:r>
              <a:rPr lang="en-US" b="0" dirty="0" err="1">
                <a:solidFill>
                  <a:schemeClr val="bg1"/>
                </a:solidFill>
              </a:rPr>
              <a:t>Allscripts</a:t>
            </a:r>
            <a:r>
              <a:rPr lang="en-US" b="0" dirty="0">
                <a:solidFill>
                  <a:schemeClr val="bg1"/>
                </a:solidFill>
              </a:rPr>
              <a:t>) to launch a genomics and precision medicine initiative focused on opioid use disorder treatment </a:t>
            </a:r>
          </a:p>
          <a:p>
            <a:pPr marL="285750" indent="-285750">
              <a:buFont typeface="Arial" panose="020B0604020202020204" pitchFamily="34" charset="0"/>
              <a:buChar char="•"/>
            </a:pPr>
            <a:r>
              <a:rPr lang="en-US" sz="1400" dirty="0">
                <a:solidFill>
                  <a:srgbClr val="009EDC"/>
                </a:solidFill>
              </a:rPr>
              <a:t>Alternative Therapies </a:t>
            </a:r>
            <a:endParaRPr lang="en-US" sz="1400" dirty="0"/>
          </a:p>
          <a:p>
            <a:pPr marL="685800" lvl="2" indent="-285750"/>
            <a:r>
              <a:rPr lang="en-US" dirty="0"/>
              <a:t> Brief, twice-weekly yoga and massage sessions for 12 weeks were associated with a decrease in depression, anxiety, and back and leg pain in pregnant women with depression, a 2012 NCCIH-funded clinical trial showed.</a:t>
            </a:r>
          </a:p>
          <a:p>
            <a:pPr marL="685800" lvl="2" indent="-285750"/>
            <a:r>
              <a:rPr lang="en-US" dirty="0"/>
              <a:t>Meta-analysis found that about 50% of patients who got acupuncture had improvement in pain compared with 30% who did not</a:t>
            </a:r>
          </a:p>
          <a:p>
            <a:pPr marL="285750" indent="-285750">
              <a:buFont typeface="Arial" panose="020B0604020202020204" pitchFamily="34" charset="0"/>
              <a:buChar char="•"/>
            </a:pPr>
            <a:r>
              <a:rPr lang="en-US" sz="1400" dirty="0">
                <a:solidFill>
                  <a:srgbClr val="009EDC"/>
                </a:solidFill>
              </a:rPr>
              <a:t>Mind and Body Connection </a:t>
            </a:r>
          </a:p>
          <a:p>
            <a:pPr marL="685800" lvl="2" indent="-285750"/>
            <a:r>
              <a:rPr lang="en-US" dirty="0"/>
              <a:t>“Cigna, with the help of Queen </a:t>
            </a:r>
            <a:r>
              <a:rPr lang="en-US" dirty="0" err="1"/>
              <a:t>Latifah</a:t>
            </a:r>
            <a:r>
              <a:rPr lang="en-US" dirty="0"/>
              <a:t>, Nick Jonas and Ted Danson, is encouraging Americans to take control of their health by getting an annual check-up — and to be open with their doctor about their physical and emotional well-being when they do.” </a:t>
            </a:r>
            <a:r>
              <a:rPr lang="en-US" dirty="0">
                <a:hlinkClick r:id="rId2"/>
              </a:rPr>
              <a:t>https://www.cigna.com/takecontrol/go/body-mind-connection</a:t>
            </a:r>
            <a:r>
              <a:rPr lang="en-US" dirty="0"/>
              <a:t> </a:t>
            </a:r>
            <a:endParaRPr lang="en-US" b="0" dirty="0">
              <a:solidFill>
                <a:srgbClr val="FF0000"/>
              </a:solidFill>
            </a:endParaRPr>
          </a:p>
        </p:txBody>
      </p:sp>
      <p:sp>
        <p:nvSpPr>
          <p:cNvPr id="2" name="Title 1"/>
          <p:cNvSpPr>
            <a:spLocks noGrp="1"/>
          </p:cNvSpPr>
          <p:nvPr>
            <p:ph type="title"/>
          </p:nvPr>
        </p:nvSpPr>
        <p:spPr/>
        <p:txBody>
          <a:bodyPr/>
          <a:lstStyle/>
          <a:p>
            <a:r>
              <a:rPr lang="en-US" dirty="0"/>
              <a:t>Market Trends</a:t>
            </a:r>
          </a:p>
        </p:txBody>
      </p:sp>
      <p:sp>
        <p:nvSpPr>
          <p:cNvPr id="4" name="Slide Number Placeholder 3"/>
          <p:cNvSpPr>
            <a:spLocks noGrp="1"/>
          </p:cNvSpPr>
          <p:nvPr>
            <p:ph type="sldNum" sz="quarter" idx="10"/>
          </p:nvPr>
        </p:nvSpPr>
        <p:spPr/>
        <p:txBody>
          <a:bodyPr/>
          <a:lstStyle/>
          <a:p>
            <a:pPr>
              <a:defRPr/>
            </a:pPr>
            <a:fld id="{3369F550-7AC1-4C1C-83E8-1EB487366A85}" type="slidenum">
              <a:rPr lang="en-US" smtClean="0">
                <a:solidFill>
                  <a:srgbClr val="333333"/>
                </a:solidFill>
              </a:rPr>
              <a:pPr>
                <a:defRPr/>
              </a:pPr>
              <a:t>10</a:t>
            </a:fld>
            <a:endParaRPr lang="en-US" dirty="0">
              <a:solidFill>
                <a:srgbClr val="333333"/>
              </a:solidFill>
            </a:endParaRPr>
          </a:p>
        </p:txBody>
      </p:sp>
      <p:sp>
        <p:nvSpPr>
          <p:cNvPr id="9" name="TextBox 8"/>
          <p:cNvSpPr txBox="1"/>
          <p:nvPr/>
        </p:nvSpPr>
        <p:spPr>
          <a:xfrm>
            <a:off x="379679" y="655111"/>
            <a:ext cx="11649322" cy="369332"/>
          </a:xfrm>
          <a:prstGeom prst="rect">
            <a:avLst/>
          </a:prstGeom>
          <a:noFill/>
        </p:spPr>
        <p:txBody>
          <a:bodyPr wrap="square" rtlCol="0">
            <a:spAutoFit/>
          </a:bodyPr>
          <a:lstStyle/>
          <a:p>
            <a:r>
              <a:rPr lang="en-US" b="1" dirty="0">
                <a:solidFill>
                  <a:schemeClr val="tx1">
                    <a:lumMod val="65000"/>
                  </a:schemeClr>
                </a:solidFill>
                <a:latin typeface="Arial Narrow" pitchFamily="34" charset="0"/>
              </a:rPr>
              <a:t>A wide range of innovative trends are emerging in the market to support individuals with behavioral health issues holistically. </a:t>
            </a:r>
          </a:p>
        </p:txBody>
      </p:sp>
    </p:spTree>
    <p:extLst>
      <p:ext uri="{BB962C8B-B14F-4D97-AF65-F5344CB8AC3E}">
        <p14:creationId xmlns:p14="http://schemas.microsoft.com/office/powerpoint/2010/main" val="3252993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Competitive Analysis – National Health Plans</a:t>
            </a:r>
          </a:p>
        </p:txBody>
      </p:sp>
      <p:sp>
        <p:nvSpPr>
          <p:cNvPr id="4" name="Slide Number Placeholder 3"/>
          <p:cNvSpPr>
            <a:spLocks noGrp="1"/>
          </p:cNvSpPr>
          <p:nvPr>
            <p:ph type="sldNum" sz="quarter" idx="10"/>
          </p:nvPr>
        </p:nvSpPr>
        <p:spPr/>
        <p:txBody>
          <a:bodyPr/>
          <a:lstStyle/>
          <a:p>
            <a:pPr>
              <a:defRPr/>
            </a:pPr>
            <a:fld id="{AAC4F774-B603-4D3B-9538-7CDF64E98AFB}" type="slidenum">
              <a:rPr lang="en-US">
                <a:solidFill>
                  <a:srgbClr val="333333"/>
                </a:solidFill>
              </a:rPr>
              <a:pPr>
                <a:defRPr/>
              </a:pPr>
              <a:t>11</a:t>
            </a:fld>
            <a:endParaRPr lang="en-US" dirty="0">
              <a:solidFill>
                <a:srgbClr val="333333"/>
              </a:solidFill>
            </a:endParaRPr>
          </a:p>
        </p:txBody>
      </p:sp>
      <p:grpSp>
        <p:nvGrpSpPr>
          <p:cNvPr id="7" name="Group 6"/>
          <p:cNvGrpSpPr/>
          <p:nvPr/>
        </p:nvGrpSpPr>
        <p:grpSpPr>
          <a:xfrm>
            <a:off x="417694" y="1444496"/>
            <a:ext cx="11517812" cy="4251961"/>
            <a:chOff x="1403531" y="1401634"/>
            <a:chExt cx="11517812" cy="4251961"/>
          </a:xfrm>
        </p:grpSpPr>
        <p:grpSp>
          <p:nvGrpSpPr>
            <p:cNvPr id="3" name="Group 13"/>
            <p:cNvGrpSpPr/>
            <p:nvPr/>
          </p:nvGrpSpPr>
          <p:grpSpPr>
            <a:xfrm>
              <a:off x="4328402" y="1401634"/>
              <a:ext cx="2743200" cy="4251960"/>
              <a:chOff x="2258223" y="1451801"/>
              <a:chExt cx="2506792" cy="3829820"/>
            </a:xfrm>
          </p:grpSpPr>
          <p:sp>
            <p:nvSpPr>
              <p:cNvPr id="9" name="Round Diagonal Corner Rectangle 14"/>
              <p:cNvSpPr/>
              <p:nvPr/>
            </p:nvSpPr>
            <p:spPr>
              <a:xfrm>
                <a:off x="2258223" y="1451801"/>
                <a:ext cx="2506792" cy="3829820"/>
              </a:xfrm>
              <a:prstGeom prst="rect">
                <a:avLst/>
              </a:prstGeom>
              <a:ln/>
            </p:spPr>
            <p:style>
              <a:lnRef idx="0">
                <a:schemeClr val="dk1"/>
              </a:lnRef>
              <a:fillRef idx="3">
                <a:schemeClr val="dk1"/>
              </a:fillRef>
              <a:effectRef idx="3">
                <a:schemeClr val="dk1"/>
              </a:effectRef>
              <a:fontRef idx="minor">
                <a:schemeClr val="lt1"/>
              </a:fontRef>
            </p:style>
            <p:txBody>
              <a:bodyPr rtlCol="0" anchor="t"/>
              <a:lstStyle/>
              <a:p>
                <a:pPr algn="ctr"/>
                <a:endParaRPr lang="en-US" sz="1400" b="1" dirty="0">
                  <a:solidFill>
                    <a:srgbClr val="333333"/>
                  </a:solidFill>
                  <a:latin typeface="Arial Narrow" panose="020B0606020202030204" pitchFamily="34" charset="0"/>
                </a:endParaRPr>
              </a:p>
              <a:p>
                <a:pPr algn="ctr"/>
                <a:endParaRPr lang="en-US" sz="1400" b="1" dirty="0">
                  <a:solidFill>
                    <a:srgbClr val="333333"/>
                  </a:solidFill>
                  <a:latin typeface="Arial Narrow" panose="020B0606020202030204" pitchFamily="34" charset="0"/>
                </a:endParaRPr>
              </a:p>
              <a:p>
                <a:pPr algn="ctr"/>
                <a:endParaRPr lang="en-US" sz="1400" b="1" dirty="0">
                  <a:solidFill>
                    <a:srgbClr val="333333"/>
                  </a:solidFill>
                  <a:latin typeface="Arial Narrow" panose="020B0606020202030204" pitchFamily="34" charset="0"/>
                </a:endParaRPr>
              </a:p>
              <a:p>
                <a:pPr marL="171450" indent="-171450">
                  <a:buFont typeface="Wingdings" panose="05000000000000000000" pitchFamily="2" charset="2"/>
                  <a:buChar char="§"/>
                </a:pPr>
                <a:r>
                  <a:rPr lang="en-US" sz="1400" dirty="0">
                    <a:solidFill>
                      <a:srgbClr val="333333"/>
                    </a:solidFill>
                    <a:latin typeface="Arial Narrow" panose="020B0606020202030204" pitchFamily="34" charset="0"/>
                  </a:rPr>
                  <a:t>Aetna Resources for Living mobile app includes mood tracking, resilience tips</a:t>
                </a:r>
              </a:p>
              <a:p>
                <a:pPr marL="171450" indent="-171450">
                  <a:spcBef>
                    <a:spcPts val="600"/>
                  </a:spcBef>
                  <a:spcAft>
                    <a:spcPts val="600"/>
                  </a:spcAft>
                  <a:buFont typeface="Wingdings" panose="05000000000000000000" pitchFamily="2" charset="2"/>
                  <a:buChar char="§"/>
                </a:pPr>
                <a:r>
                  <a:rPr lang="en-US" sz="1400" dirty="0">
                    <a:solidFill>
                      <a:srgbClr val="333333"/>
                    </a:solidFill>
                    <a:latin typeface="Arial Narrow" panose="020B0606020202030204" pitchFamily="34" charset="0"/>
                  </a:rPr>
                  <a:t>Leverage </a:t>
                </a:r>
                <a:r>
                  <a:rPr lang="en-US" sz="1400" b="1" dirty="0" err="1">
                    <a:solidFill>
                      <a:srgbClr val="333333"/>
                    </a:solidFill>
                    <a:latin typeface="Arial Narrow" panose="020B0606020202030204" pitchFamily="34" charset="0"/>
                  </a:rPr>
                  <a:t>MyBrainSolutions</a:t>
                </a:r>
                <a:r>
                  <a:rPr lang="en-US" sz="1400" b="1" dirty="0">
                    <a:solidFill>
                      <a:srgbClr val="333333"/>
                    </a:solidFill>
                    <a:latin typeface="Arial Narrow" panose="020B0606020202030204" pitchFamily="34" charset="0"/>
                  </a:rPr>
                  <a:t> (Total Brain)</a:t>
                </a:r>
                <a:r>
                  <a:rPr lang="en-US" sz="1400" dirty="0">
                    <a:solidFill>
                      <a:srgbClr val="333333"/>
                    </a:solidFill>
                    <a:latin typeface="Arial Narrow" panose="020B0606020202030204" pitchFamily="34" charset="0"/>
                  </a:rPr>
                  <a:t> – interactive brain training site to help manage stress and improve cognition</a:t>
                </a:r>
              </a:p>
              <a:p>
                <a:pPr marL="171450" indent="-171450">
                  <a:buFont typeface="Wingdings" panose="05000000000000000000" pitchFamily="2" charset="2"/>
                  <a:buChar char="§"/>
                </a:pPr>
                <a:r>
                  <a:rPr lang="en-US" sz="1400" dirty="0">
                    <a:solidFill>
                      <a:srgbClr val="333333"/>
                    </a:solidFill>
                    <a:latin typeface="Arial Narrow" panose="020B0606020202030204" pitchFamily="34" charset="0"/>
                  </a:rPr>
                  <a:t>Offer members free access to </a:t>
                </a:r>
                <a:r>
                  <a:rPr lang="en-US" sz="1400" b="1" dirty="0" err="1">
                    <a:solidFill>
                      <a:srgbClr val="333333"/>
                    </a:solidFill>
                    <a:latin typeface="Arial Narrow" panose="020B0606020202030204" pitchFamily="34" charset="0"/>
                  </a:rPr>
                  <a:t>myStrength</a:t>
                </a:r>
                <a:r>
                  <a:rPr lang="en-US" sz="1400" dirty="0">
                    <a:solidFill>
                      <a:srgbClr val="333333"/>
                    </a:solidFill>
                    <a:latin typeface="Arial Narrow" panose="020B0606020202030204" pitchFamily="34" charset="0"/>
                  </a:rPr>
                  <a:t> – anxiety, depression, substance misuse </a:t>
                </a:r>
              </a:p>
              <a:p>
                <a:pPr marL="171450" indent="-171450">
                  <a:spcBef>
                    <a:spcPts val="600"/>
                  </a:spcBef>
                  <a:spcAft>
                    <a:spcPts val="600"/>
                  </a:spcAft>
                  <a:buFont typeface="Wingdings" panose="05000000000000000000" pitchFamily="2" charset="2"/>
                  <a:buChar char="§"/>
                </a:pPr>
                <a:r>
                  <a:rPr lang="en-US" sz="1400" dirty="0">
                    <a:solidFill>
                      <a:srgbClr val="333333"/>
                    </a:solidFill>
                    <a:latin typeface="Arial Narrow" panose="020B0606020202030204" pitchFamily="34" charset="0"/>
                  </a:rPr>
                  <a:t>EAP administered through Resources for Living, LLC</a:t>
                </a:r>
              </a:p>
              <a:p>
                <a:pPr marL="171450" indent="-171450">
                  <a:spcBef>
                    <a:spcPts val="600"/>
                  </a:spcBef>
                  <a:spcAft>
                    <a:spcPts val="600"/>
                  </a:spcAft>
                  <a:buFont typeface="Wingdings" panose="05000000000000000000" pitchFamily="2" charset="2"/>
                  <a:buChar char="§"/>
                </a:pPr>
                <a:r>
                  <a:rPr lang="en-US" sz="1400" dirty="0">
                    <a:solidFill>
                      <a:srgbClr val="333333"/>
                    </a:solidFill>
                    <a:latin typeface="Arial Narrow" panose="020B0606020202030204" pitchFamily="34" charset="0"/>
                  </a:rPr>
                  <a:t>Case study on the benefits of pharmacogenetics testing </a:t>
                </a:r>
              </a:p>
              <a:p>
                <a:pPr marL="171450" indent="-171450">
                  <a:buFont typeface="Wingdings" panose="05000000000000000000" pitchFamily="2" charset="2"/>
                  <a:buChar char="§"/>
                </a:pPr>
                <a:endParaRPr lang="en-US" sz="1200" dirty="0">
                  <a:solidFill>
                    <a:srgbClr val="333333"/>
                  </a:solidFill>
                  <a:latin typeface="Arial Narrow" panose="020B0606020202030204" pitchFamily="34" charset="0"/>
                </a:endParaRP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6767" y="1577202"/>
                <a:ext cx="1360837" cy="4105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6" name="Group 26"/>
            <p:cNvGrpSpPr/>
            <p:nvPr/>
          </p:nvGrpSpPr>
          <p:grpSpPr>
            <a:xfrm>
              <a:off x="1403531" y="1401634"/>
              <a:ext cx="2743200" cy="4251960"/>
              <a:chOff x="-2254948" y="1865084"/>
              <a:chExt cx="2738239" cy="3759526"/>
            </a:xfrm>
          </p:grpSpPr>
          <p:sp>
            <p:nvSpPr>
              <p:cNvPr id="12" name="Round Diagonal Corner Rectangle 27"/>
              <p:cNvSpPr/>
              <p:nvPr/>
            </p:nvSpPr>
            <p:spPr>
              <a:xfrm>
                <a:off x="-2254948" y="1865084"/>
                <a:ext cx="2738239" cy="3759526"/>
              </a:xfrm>
              <a:prstGeom prst="rect">
                <a:avLst/>
              </a:prstGeom>
              <a:ln/>
            </p:spPr>
            <p:style>
              <a:lnRef idx="0">
                <a:schemeClr val="dk1"/>
              </a:lnRef>
              <a:fillRef idx="3">
                <a:schemeClr val="dk1"/>
              </a:fillRef>
              <a:effectRef idx="3">
                <a:schemeClr val="dk1"/>
              </a:effectRef>
              <a:fontRef idx="minor">
                <a:schemeClr val="lt1"/>
              </a:fontRef>
            </p:style>
            <p:txBody>
              <a:bodyPr rtlCol="0" anchor="t"/>
              <a:lstStyle/>
              <a:p>
                <a:pPr algn="ctr"/>
                <a:r>
                  <a:rPr lang="en-US" sz="1400" b="1" dirty="0">
                    <a:solidFill>
                      <a:srgbClr val="333333"/>
                    </a:solidFill>
                    <a:latin typeface="Arial Narrow" panose="020B0606020202030204" pitchFamily="34" charset="0"/>
                  </a:rPr>
                  <a:t> </a:t>
                </a:r>
              </a:p>
              <a:p>
                <a:pPr algn="ctr"/>
                <a:endParaRPr lang="en-US" sz="1400" b="1" dirty="0">
                  <a:solidFill>
                    <a:srgbClr val="333333"/>
                  </a:solidFill>
                  <a:latin typeface="Arial Narrow" panose="020B0606020202030204" pitchFamily="34" charset="0"/>
                </a:endParaRPr>
              </a:p>
              <a:p>
                <a:endParaRPr lang="en-US" sz="1200" dirty="0">
                  <a:solidFill>
                    <a:srgbClr val="333333"/>
                  </a:solidFill>
                  <a:latin typeface="Arial Narrow" panose="020B0606020202030204" pitchFamily="34" charset="0"/>
                </a:endParaRPr>
              </a:p>
              <a:p>
                <a:pPr marL="285750" indent="-285750">
                  <a:spcBef>
                    <a:spcPts val="600"/>
                  </a:spcBef>
                  <a:spcAft>
                    <a:spcPts val="600"/>
                  </a:spcAft>
                  <a:buFont typeface="Wingdings" panose="05000000000000000000" pitchFamily="2" charset="2"/>
                  <a:buChar char="§"/>
                </a:pPr>
                <a:r>
                  <a:rPr lang="en-US" sz="1400" dirty="0">
                    <a:solidFill>
                      <a:schemeClr val="bg1"/>
                    </a:solidFill>
                    <a:latin typeface="Arial Narrow" panose="020B0606020202030204" pitchFamily="34" charset="0"/>
                  </a:rPr>
                  <a:t>Cigna Total Behavioral Health program includes </a:t>
                </a:r>
                <a:r>
                  <a:rPr lang="en-US" sz="1400" b="1" dirty="0" err="1">
                    <a:solidFill>
                      <a:schemeClr val="bg1"/>
                    </a:solidFill>
                    <a:latin typeface="Arial Narrow" panose="020B0606020202030204" pitchFamily="34" charset="0"/>
                  </a:rPr>
                  <a:t>Happify</a:t>
                </a:r>
                <a:r>
                  <a:rPr lang="en-US" sz="1400" b="1" dirty="0">
                    <a:solidFill>
                      <a:schemeClr val="bg1"/>
                    </a:solidFill>
                    <a:latin typeface="Arial Narrow" panose="020B0606020202030204" pitchFamily="34" charset="0"/>
                  </a:rPr>
                  <a:t> Health </a:t>
                </a:r>
                <a:r>
                  <a:rPr lang="en-US" sz="1400" dirty="0">
                    <a:solidFill>
                      <a:schemeClr val="bg1"/>
                    </a:solidFill>
                    <a:latin typeface="Arial Narrow" panose="020B0606020202030204" pitchFamily="34" charset="0"/>
                  </a:rPr>
                  <a:t>and </a:t>
                </a:r>
                <a:r>
                  <a:rPr lang="en-US" sz="1400" b="1" dirty="0" err="1">
                    <a:solidFill>
                      <a:schemeClr val="bg1"/>
                    </a:solidFill>
                    <a:latin typeface="Arial Narrow" panose="020B0606020202030204" pitchFamily="34" charset="0"/>
                  </a:rPr>
                  <a:t>iPrevail</a:t>
                </a:r>
                <a:r>
                  <a:rPr lang="en-US" sz="1400" b="1" dirty="0">
                    <a:solidFill>
                      <a:schemeClr val="bg1"/>
                    </a:solidFill>
                    <a:latin typeface="Arial Narrow" panose="020B0606020202030204" pitchFamily="34" charset="0"/>
                  </a:rPr>
                  <a:t> – </a:t>
                </a:r>
                <a:r>
                  <a:rPr lang="en-US" sz="1400" dirty="0">
                    <a:solidFill>
                      <a:schemeClr val="bg1"/>
                    </a:solidFill>
                    <a:latin typeface="Arial Narrow" panose="020B0606020202030204" pitchFamily="34" charset="0"/>
                  </a:rPr>
                  <a:t>activities and chat room that focus on resilience, cope with stress, anxiety, depression</a:t>
                </a:r>
              </a:p>
              <a:p>
                <a:pPr marL="285750" indent="-285750">
                  <a:spcAft>
                    <a:spcPts val="600"/>
                  </a:spcAft>
                  <a:buFont typeface="Wingdings" panose="05000000000000000000" pitchFamily="2" charset="2"/>
                  <a:buChar char="§"/>
                </a:pPr>
                <a:r>
                  <a:rPr lang="en-US" sz="1400" dirty="0">
                    <a:solidFill>
                      <a:schemeClr val="bg1"/>
                    </a:solidFill>
                    <a:latin typeface="Arial Narrow" panose="020B0606020202030204" pitchFamily="34" charset="0"/>
                  </a:rPr>
                  <a:t>Pilot with </a:t>
                </a:r>
                <a:r>
                  <a:rPr lang="en-US" sz="1400" b="1" dirty="0">
                    <a:solidFill>
                      <a:schemeClr val="bg1"/>
                    </a:solidFill>
                    <a:latin typeface="Arial Narrow" panose="020B0606020202030204" pitchFamily="34" charset="0"/>
                  </a:rPr>
                  <a:t>Annum</a:t>
                </a:r>
                <a:r>
                  <a:rPr lang="en-US" sz="1400" dirty="0">
                    <a:solidFill>
                      <a:schemeClr val="bg1"/>
                    </a:solidFill>
                    <a:latin typeface="Arial Narrow" panose="020B0606020202030204" pitchFamily="34" charset="0"/>
                  </a:rPr>
                  <a:t> – digital app with support of health coaches, physicians and therapists that helps members with risk alcohol consumption change behaviors </a:t>
                </a:r>
              </a:p>
              <a:p>
                <a:pPr marL="285750" indent="-285750">
                  <a:buFont typeface="Wingdings" panose="05000000000000000000" pitchFamily="2" charset="2"/>
                  <a:buChar char="§"/>
                </a:pPr>
                <a:r>
                  <a:rPr lang="en-US" sz="1400" dirty="0">
                    <a:solidFill>
                      <a:schemeClr val="bg1"/>
                    </a:solidFill>
                    <a:latin typeface="Arial Narrow" panose="020B0606020202030204" pitchFamily="34" charset="0"/>
                  </a:rPr>
                  <a:t>Offer virtual BH through American Well</a:t>
                </a:r>
              </a:p>
              <a:p>
                <a:pPr marL="285750" indent="-285750">
                  <a:buFont typeface="Wingdings" panose="05000000000000000000" pitchFamily="2" charset="2"/>
                  <a:buChar char="§"/>
                </a:pPr>
                <a:r>
                  <a:rPr lang="en-US" sz="1400" dirty="0">
                    <a:solidFill>
                      <a:schemeClr val="bg1"/>
                    </a:solidFill>
                    <a:latin typeface="Arial Narrow" panose="020B0606020202030204" pitchFamily="34" charset="0"/>
                  </a:rPr>
                  <a:t>Mind Body Connection celebrity campaign </a:t>
                </a:r>
              </a:p>
            </p:txBody>
          </p:sp>
          <p:pic>
            <p:nvPicPr>
              <p:cNvPr id="5" name="Picture 2"/>
              <p:cNvPicPr>
                <a:picLocks noChangeAspect="1"/>
              </p:cNvPicPr>
              <p:nvPr/>
            </p:nvPicPr>
            <p:blipFill>
              <a:blip r:embed="rId4"/>
              <a:stretch>
                <a:fillRect/>
              </a:stretch>
            </p:blipFill>
            <p:spPr>
              <a:xfrm>
                <a:off x="-1505575" y="1932334"/>
                <a:ext cx="1203239" cy="472700"/>
              </a:xfrm>
              <a:prstGeom prst="rect">
                <a:avLst/>
              </a:prstGeom>
            </p:spPr>
          </p:pic>
        </p:grpSp>
        <p:sp>
          <p:nvSpPr>
            <p:cNvPr id="19" name="Round Diagonal Corner Rectangle 14"/>
            <p:cNvSpPr/>
            <p:nvPr/>
          </p:nvSpPr>
          <p:spPr>
            <a:xfrm>
              <a:off x="7253273" y="1401634"/>
              <a:ext cx="2743200" cy="4251960"/>
            </a:xfrm>
            <a:prstGeom prst="rect">
              <a:avLst/>
            </a:prstGeom>
            <a:ln/>
          </p:spPr>
          <p:style>
            <a:lnRef idx="0">
              <a:schemeClr val="dk1"/>
            </a:lnRef>
            <a:fillRef idx="3">
              <a:schemeClr val="dk1"/>
            </a:fillRef>
            <a:effectRef idx="3">
              <a:schemeClr val="dk1"/>
            </a:effectRef>
            <a:fontRef idx="minor">
              <a:schemeClr val="lt1"/>
            </a:fontRef>
          </p:style>
          <p:txBody>
            <a:bodyPr rtlCol="0" anchor="t"/>
            <a:lstStyle/>
            <a:p>
              <a:pPr algn="ctr"/>
              <a:endParaRPr lang="en-US" sz="1400" b="1" dirty="0">
                <a:solidFill>
                  <a:srgbClr val="333333"/>
                </a:solidFill>
                <a:latin typeface="Arial Narrow" panose="020B0606020202030204" pitchFamily="34" charset="0"/>
              </a:endParaRPr>
            </a:p>
            <a:p>
              <a:pPr>
                <a:spcBef>
                  <a:spcPts val="600"/>
                </a:spcBef>
                <a:spcAft>
                  <a:spcPts val="600"/>
                </a:spcAft>
              </a:pPr>
              <a:endParaRPr lang="en-US" sz="1400" dirty="0">
                <a:solidFill>
                  <a:srgbClr val="333333"/>
                </a:solidFill>
                <a:latin typeface="Arial Narrow" panose="020B0606020202030204" pitchFamily="34" charset="0"/>
              </a:endParaRPr>
            </a:p>
            <a:p>
              <a:pPr marL="171450" indent="-171450">
                <a:spcBef>
                  <a:spcPts val="600"/>
                </a:spcBef>
                <a:spcAft>
                  <a:spcPts val="600"/>
                </a:spcAft>
                <a:buFont typeface="Wingdings" panose="05000000000000000000" pitchFamily="2" charset="2"/>
                <a:buChar char="§"/>
              </a:pPr>
              <a:r>
                <a:rPr lang="en-US" sz="1400" dirty="0">
                  <a:solidFill>
                    <a:srgbClr val="333333"/>
                  </a:solidFill>
                  <a:latin typeface="Arial Narrow" panose="020B0606020202030204" pitchFamily="34" charset="0"/>
                </a:rPr>
                <a:t>Mental/Behavioral Health virtual visits through Doctor on Demand</a:t>
              </a:r>
            </a:p>
            <a:p>
              <a:pPr marL="171450" indent="-171450">
                <a:spcBef>
                  <a:spcPts val="600"/>
                </a:spcBef>
                <a:spcAft>
                  <a:spcPts val="600"/>
                </a:spcAft>
                <a:buFont typeface="Wingdings" panose="05000000000000000000" pitchFamily="2" charset="2"/>
                <a:buChar char="§"/>
              </a:pPr>
              <a:r>
                <a:rPr lang="en-US" sz="1400" dirty="0">
                  <a:solidFill>
                    <a:srgbClr val="333333"/>
                  </a:solidFill>
                  <a:latin typeface="Arial Narrow" panose="020B0606020202030204" pitchFamily="34" charset="0"/>
                </a:rPr>
                <a:t>Partnership with </a:t>
              </a:r>
              <a:r>
                <a:rPr lang="en-US" sz="1400" b="1" dirty="0" err="1">
                  <a:solidFill>
                    <a:srgbClr val="333333"/>
                  </a:solidFill>
                  <a:latin typeface="Arial Narrow" panose="020B0606020202030204" pitchFamily="34" charset="0"/>
                </a:rPr>
                <a:t>Happify</a:t>
              </a:r>
              <a:r>
                <a:rPr lang="en-US" sz="1400" b="1" dirty="0">
                  <a:solidFill>
                    <a:srgbClr val="333333"/>
                  </a:solidFill>
                  <a:latin typeface="Arial Narrow" panose="020B0606020202030204" pitchFamily="34" charset="0"/>
                </a:rPr>
                <a:t> Health </a:t>
              </a:r>
              <a:r>
                <a:rPr lang="en-US" sz="1400" dirty="0">
                  <a:solidFill>
                    <a:srgbClr val="333333"/>
                  </a:solidFill>
                  <a:latin typeface="Arial Narrow" panose="020B0606020202030204" pitchFamily="34" charset="0"/>
                </a:rPr>
                <a:t>– leveraging for chronic heart condition patients and Medicare </a:t>
              </a:r>
            </a:p>
            <a:p>
              <a:pPr marL="171450" indent="-171450">
                <a:spcBef>
                  <a:spcPts val="600"/>
                </a:spcBef>
                <a:spcAft>
                  <a:spcPts val="600"/>
                </a:spcAft>
                <a:buFont typeface="Wingdings" panose="05000000000000000000" pitchFamily="2" charset="2"/>
                <a:buChar char="§"/>
              </a:pPr>
              <a:r>
                <a:rPr lang="en-US" sz="1400" dirty="0">
                  <a:solidFill>
                    <a:srgbClr val="333333"/>
                  </a:solidFill>
                  <a:latin typeface="Arial Narrow" panose="020B0606020202030204" pitchFamily="34" charset="0"/>
                </a:rPr>
                <a:t>Humana Behavioral Health website with focus on UM, complex case management, after care f/u and integration of medical and behavioral health </a:t>
              </a:r>
            </a:p>
            <a:p>
              <a:pPr marL="171450" indent="-171450">
                <a:buFont typeface="Wingdings" panose="05000000000000000000" pitchFamily="2" charset="2"/>
                <a:buChar char="§"/>
              </a:pPr>
              <a:endParaRPr lang="en-US" sz="1200" dirty="0">
                <a:solidFill>
                  <a:srgbClr val="333333"/>
                </a:solidFill>
                <a:latin typeface="Arial Narrow" panose="020B0606020202030204" pitchFamily="34" charset="0"/>
              </a:endParaRPr>
            </a:p>
          </p:txBody>
        </p:sp>
        <p:pic>
          <p:nvPicPr>
            <p:cNvPr id="10" name="Picture 9"/>
            <p:cNvPicPr>
              <a:picLocks noChangeAspect="1"/>
            </p:cNvPicPr>
            <p:nvPr/>
          </p:nvPicPr>
          <p:blipFill>
            <a:blip r:embed="rId5"/>
            <a:stretch>
              <a:fillRect/>
            </a:stretch>
          </p:blipFill>
          <p:spPr>
            <a:xfrm>
              <a:off x="7704776" y="1413607"/>
              <a:ext cx="1676190" cy="590476"/>
            </a:xfrm>
            <a:prstGeom prst="rect">
              <a:avLst/>
            </a:prstGeom>
          </p:spPr>
        </p:pic>
        <p:grpSp>
          <p:nvGrpSpPr>
            <p:cNvPr id="14" name="Group 13"/>
            <p:cNvGrpSpPr/>
            <p:nvPr/>
          </p:nvGrpSpPr>
          <p:grpSpPr>
            <a:xfrm>
              <a:off x="10178143" y="1401634"/>
              <a:ext cx="2743200" cy="4251961"/>
              <a:chOff x="9125946" y="1357469"/>
              <a:chExt cx="2426545" cy="2502679"/>
            </a:xfrm>
          </p:grpSpPr>
          <p:sp>
            <p:nvSpPr>
              <p:cNvPr id="15" name="Round Diagonal Corner Rectangle 14"/>
              <p:cNvSpPr/>
              <p:nvPr/>
            </p:nvSpPr>
            <p:spPr>
              <a:xfrm>
                <a:off x="9125946" y="1357469"/>
                <a:ext cx="2426545" cy="2502679"/>
              </a:xfrm>
              <a:prstGeom prst="rect">
                <a:avLst/>
              </a:prstGeom>
              <a:ln/>
            </p:spPr>
            <p:style>
              <a:lnRef idx="0">
                <a:schemeClr val="dk1"/>
              </a:lnRef>
              <a:fillRef idx="3">
                <a:schemeClr val="dk1"/>
              </a:fillRef>
              <a:effectRef idx="3">
                <a:schemeClr val="dk1"/>
              </a:effectRef>
              <a:fontRef idx="minor">
                <a:schemeClr val="lt1"/>
              </a:fontRef>
            </p:style>
            <p:txBody>
              <a:bodyPr rtlCol="0" anchor="t"/>
              <a:lstStyle/>
              <a:p>
                <a:pPr algn="ctr"/>
                <a:endParaRPr lang="en-US" sz="1400" b="1" dirty="0">
                  <a:solidFill>
                    <a:srgbClr val="333333"/>
                  </a:solidFill>
                  <a:latin typeface="Arial Narrow" panose="020B0606020202030204" pitchFamily="34" charset="0"/>
                </a:endParaRPr>
              </a:p>
              <a:p>
                <a:pPr algn="ctr"/>
                <a:endParaRPr lang="en-US" sz="1400" b="1" dirty="0">
                  <a:solidFill>
                    <a:srgbClr val="333333"/>
                  </a:solidFill>
                  <a:latin typeface="Arial Narrow" panose="020B0606020202030204" pitchFamily="34" charset="0"/>
                </a:endParaRPr>
              </a:p>
              <a:p>
                <a:pPr marL="171450" indent="-171450">
                  <a:buFont typeface="Wingdings" panose="05000000000000000000" pitchFamily="2" charset="2"/>
                  <a:buChar char="§"/>
                </a:pPr>
                <a:endParaRPr lang="en-US" sz="1200" dirty="0">
                  <a:solidFill>
                    <a:srgbClr val="333333"/>
                  </a:solidFill>
                  <a:latin typeface="Arial Narrow" panose="020B0606020202030204" pitchFamily="34" charset="0"/>
                </a:endParaRPr>
              </a:p>
              <a:p>
                <a:endParaRPr lang="en-US" sz="1200" dirty="0">
                  <a:solidFill>
                    <a:srgbClr val="333333"/>
                  </a:solidFill>
                  <a:latin typeface="Arial Narrow" panose="020B0606020202030204" pitchFamily="34" charset="0"/>
                </a:endParaRPr>
              </a:p>
              <a:p>
                <a:endParaRPr lang="en-US" sz="1200" dirty="0">
                  <a:solidFill>
                    <a:srgbClr val="333333"/>
                  </a:solidFill>
                  <a:latin typeface="Arial Narrow" panose="020B0606020202030204" pitchFamily="34" charset="0"/>
                </a:endParaRPr>
              </a:p>
              <a:p>
                <a:endParaRPr lang="en-US" sz="1400" dirty="0">
                  <a:solidFill>
                    <a:srgbClr val="FF0000"/>
                  </a:solidFill>
                  <a:latin typeface="Arial Narrow" panose="020B0606020202030204" pitchFamily="34" charset="0"/>
                </a:endParaRPr>
              </a:p>
              <a:p>
                <a:endParaRPr lang="en-US" sz="1200" dirty="0">
                  <a:solidFill>
                    <a:srgbClr val="333333"/>
                  </a:solidFill>
                  <a:latin typeface="Arial Narrow" panose="020B0606020202030204" pitchFamily="34" charset="0"/>
                </a:endParaRPr>
              </a:p>
            </p:txBody>
          </p:sp>
          <p:pic>
            <p:nvPicPr>
              <p:cNvPr id="1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68523" y="1371562"/>
                <a:ext cx="1444591" cy="4437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7" name="Rectangle 16"/>
            <p:cNvSpPr/>
            <p:nvPr/>
          </p:nvSpPr>
          <p:spPr>
            <a:xfrm>
              <a:off x="10358437" y="2179420"/>
              <a:ext cx="2165290" cy="1677382"/>
            </a:xfrm>
            <a:prstGeom prst="rect">
              <a:avLst/>
            </a:prstGeom>
          </p:spPr>
          <p:txBody>
            <a:bodyPr wrap="square">
              <a:spAutoFit/>
            </a:bodyPr>
            <a:lstStyle/>
            <a:p>
              <a:pPr marL="171450" indent="-171450">
                <a:spcAft>
                  <a:spcPts val="600"/>
                </a:spcAft>
                <a:buFont typeface="Wingdings" panose="05000000000000000000" pitchFamily="2" charset="2"/>
                <a:buChar char="§"/>
              </a:pPr>
              <a:r>
                <a:rPr lang="en-US" sz="1400" dirty="0">
                  <a:solidFill>
                    <a:srgbClr val="333333"/>
                  </a:solidFill>
                  <a:latin typeface="Arial Narrow" panose="020B0606020202030204" pitchFamily="34" charset="0"/>
                </a:rPr>
                <a:t>BH and EAP solutions through </a:t>
              </a:r>
              <a:r>
                <a:rPr lang="en-US" sz="1400" b="1" dirty="0" err="1">
                  <a:solidFill>
                    <a:srgbClr val="333333"/>
                  </a:solidFill>
                  <a:latin typeface="Arial Narrow" panose="020B0606020202030204" pitchFamily="34" charset="0"/>
                </a:rPr>
                <a:t>Optum</a:t>
              </a:r>
              <a:r>
                <a:rPr lang="en-US" sz="1400" dirty="0">
                  <a:solidFill>
                    <a:srgbClr val="333333"/>
                  </a:solidFill>
                  <a:latin typeface="Arial Narrow" panose="020B0606020202030204" pitchFamily="34" charset="0"/>
                </a:rPr>
                <a:t>, Live and Work Well program</a:t>
              </a:r>
            </a:p>
            <a:p>
              <a:pPr marL="171450" indent="-171450">
                <a:buFont typeface="Wingdings" panose="05000000000000000000" pitchFamily="2" charset="2"/>
                <a:buChar char="§"/>
              </a:pPr>
              <a:r>
                <a:rPr lang="en-US" sz="1400" dirty="0">
                  <a:solidFill>
                    <a:srgbClr val="333333"/>
                  </a:solidFill>
                  <a:latin typeface="Arial Narrow" panose="020B0606020202030204" pitchFamily="34" charset="0"/>
                </a:rPr>
                <a:t>“Solutions for Caregivers” program – connect with care manage, discounted products</a:t>
              </a:r>
            </a:p>
          </p:txBody>
        </p:sp>
      </p:grpSp>
      <p:sp>
        <p:nvSpPr>
          <p:cNvPr id="18" name="TextBox 17"/>
          <p:cNvSpPr txBox="1"/>
          <p:nvPr/>
        </p:nvSpPr>
        <p:spPr>
          <a:xfrm>
            <a:off x="379679" y="655111"/>
            <a:ext cx="11649322" cy="369332"/>
          </a:xfrm>
          <a:prstGeom prst="rect">
            <a:avLst/>
          </a:prstGeom>
          <a:noFill/>
        </p:spPr>
        <p:txBody>
          <a:bodyPr wrap="square" rtlCol="0">
            <a:spAutoFit/>
          </a:bodyPr>
          <a:lstStyle/>
          <a:p>
            <a:r>
              <a:rPr lang="en-US" b="1" dirty="0">
                <a:solidFill>
                  <a:schemeClr val="tx1">
                    <a:lumMod val="65000"/>
                  </a:schemeClr>
                </a:solidFill>
                <a:latin typeface="Arial Narrow" pitchFamily="34" charset="0"/>
              </a:rPr>
              <a:t>National competitors are leading in the behavioral health space with digital solutions and initiatives to reduce social stigma. </a:t>
            </a:r>
          </a:p>
        </p:txBody>
      </p:sp>
    </p:spTree>
    <p:extLst>
      <p:ext uri="{BB962C8B-B14F-4D97-AF65-F5344CB8AC3E}">
        <p14:creationId xmlns:p14="http://schemas.microsoft.com/office/powerpoint/2010/main" val="21433489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Competitive Analysis – Regional Health Plans </a:t>
            </a:r>
          </a:p>
        </p:txBody>
      </p:sp>
      <p:sp>
        <p:nvSpPr>
          <p:cNvPr id="4" name="Slide Number Placeholder 3"/>
          <p:cNvSpPr>
            <a:spLocks noGrp="1"/>
          </p:cNvSpPr>
          <p:nvPr>
            <p:ph type="sldNum" sz="quarter" idx="10"/>
          </p:nvPr>
        </p:nvSpPr>
        <p:spPr/>
        <p:txBody>
          <a:bodyPr/>
          <a:lstStyle/>
          <a:p>
            <a:pPr>
              <a:defRPr/>
            </a:pPr>
            <a:fld id="{AAC4F774-B603-4D3B-9538-7CDF64E98AFB}" type="slidenum">
              <a:rPr lang="en-US">
                <a:solidFill>
                  <a:srgbClr val="333333"/>
                </a:solidFill>
              </a:rPr>
              <a:pPr>
                <a:defRPr/>
              </a:pPr>
              <a:t>12</a:t>
            </a:fld>
            <a:endParaRPr lang="en-US" dirty="0">
              <a:solidFill>
                <a:srgbClr val="333333"/>
              </a:solidFill>
            </a:endParaRPr>
          </a:p>
        </p:txBody>
      </p:sp>
      <p:grpSp>
        <p:nvGrpSpPr>
          <p:cNvPr id="3" name="Group 2"/>
          <p:cNvGrpSpPr/>
          <p:nvPr/>
        </p:nvGrpSpPr>
        <p:grpSpPr>
          <a:xfrm>
            <a:off x="1345288" y="1669215"/>
            <a:ext cx="9718102" cy="4283142"/>
            <a:chOff x="-1114424" y="1069651"/>
            <a:chExt cx="9718102" cy="4283142"/>
          </a:xfrm>
        </p:grpSpPr>
        <p:sp>
          <p:nvSpPr>
            <p:cNvPr id="17" name="Round Diagonal Corner Rectangle 14"/>
            <p:cNvSpPr/>
            <p:nvPr/>
          </p:nvSpPr>
          <p:spPr>
            <a:xfrm>
              <a:off x="-1114424" y="1069651"/>
              <a:ext cx="2926080" cy="4114800"/>
            </a:xfrm>
            <a:prstGeom prst="rect">
              <a:avLst/>
            </a:prstGeom>
            <a:ln/>
          </p:spPr>
          <p:style>
            <a:lnRef idx="0">
              <a:schemeClr val="dk1"/>
            </a:lnRef>
            <a:fillRef idx="3">
              <a:schemeClr val="dk1"/>
            </a:fillRef>
            <a:effectRef idx="3">
              <a:schemeClr val="dk1"/>
            </a:effectRef>
            <a:fontRef idx="minor">
              <a:schemeClr val="lt1"/>
            </a:fontRef>
          </p:style>
          <p:txBody>
            <a:bodyPr rtlCol="0" anchor="t"/>
            <a:lstStyle/>
            <a:p>
              <a:pPr algn="ctr"/>
              <a:endParaRPr lang="en-US" sz="1400" b="1" dirty="0">
                <a:solidFill>
                  <a:srgbClr val="333333"/>
                </a:solidFill>
                <a:latin typeface="Arial Narrow" panose="020B0606020202030204" pitchFamily="34" charset="0"/>
              </a:endParaRPr>
            </a:p>
            <a:p>
              <a:pPr algn="ctr"/>
              <a:endParaRPr lang="en-US" sz="1400" b="1" dirty="0">
                <a:solidFill>
                  <a:srgbClr val="333333"/>
                </a:solidFill>
                <a:latin typeface="Arial Narrow" panose="020B0606020202030204" pitchFamily="34" charset="0"/>
              </a:endParaRPr>
            </a:p>
            <a:p>
              <a:pPr marL="171450" indent="-171450">
                <a:buFont typeface="Wingdings" panose="05000000000000000000" pitchFamily="2" charset="2"/>
                <a:buChar char="§"/>
              </a:pPr>
              <a:endParaRPr lang="en-US" sz="1200" dirty="0">
                <a:solidFill>
                  <a:srgbClr val="333333"/>
                </a:solidFill>
                <a:latin typeface="Arial Narrow" panose="020B0606020202030204" pitchFamily="34" charset="0"/>
              </a:endParaRPr>
            </a:p>
            <a:p>
              <a:endParaRPr lang="en-US" sz="1200" dirty="0">
                <a:solidFill>
                  <a:srgbClr val="333333"/>
                </a:solidFill>
                <a:latin typeface="Arial Narrow" panose="020B0606020202030204" pitchFamily="34" charset="0"/>
              </a:endParaRPr>
            </a:p>
            <a:p>
              <a:endParaRPr lang="en-US" sz="1200" dirty="0">
                <a:solidFill>
                  <a:srgbClr val="333333"/>
                </a:solidFill>
                <a:latin typeface="Arial Narrow" panose="020B0606020202030204" pitchFamily="34" charset="0"/>
              </a:endParaRPr>
            </a:p>
            <a:p>
              <a:endParaRPr lang="en-US" sz="1400" dirty="0">
                <a:solidFill>
                  <a:srgbClr val="FF0000"/>
                </a:solidFill>
                <a:latin typeface="Arial Narrow" panose="020B0606020202030204" pitchFamily="34" charset="0"/>
              </a:endParaRPr>
            </a:p>
            <a:p>
              <a:endParaRPr lang="en-US" sz="1200" dirty="0">
                <a:solidFill>
                  <a:srgbClr val="333333"/>
                </a:solidFill>
                <a:latin typeface="Arial Narrow" panose="020B0606020202030204" pitchFamily="34" charset="0"/>
              </a:endParaRPr>
            </a:p>
          </p:txBody>
        </p:sp>
        <p:sp>
          <p:nvSpPr>
            <p:cNvPr id="18" name="Round Diagonal Corner Rectangle 14"/>
            <p:cNvSpPr/>
            <p:nvPr/>
          </p:nvSpPr>
          <p:spPr>
            <a:xfrm>
              <a:off x="2281587" y="1080036"/>
              <a:ext cx="2926080" cy="4114800"/>
            </a:xfrm>
            <a:prstGeom prst="rect">
              <a:avLst/>
            </a:prstGeom>
            <a:ln/>
          </p:spPr>
          <p:style>
            <a:lnRef idx="0">
              <a:schemeClr val="dk1"/>
            </a:lnRef>
            <a:fillRef idx="3">
              <a:schemeClr val="dk1"/>
            </a:fillRef>
            <a:effectRef idx="3">
              <a:schemeClr val="dk1"/>
            </a:effectRef>
            <a:fontRef idx="minor">
              <a:schemeClr val="lt1"/>
            </a:fontRef>
          </p:style>
          <p:txBody>
            <a:bodyPr rtlCol="0" anchor="t"/>
            <a:lstStyle/>
            <a:p>
              <a:pPr algn="ctr"/>
              <a:endParaRPr lang="en-US" sz="1400" b="1" dirty="0">
                <a:solidFill>
                  <a:srgbClr val="333333"/>
                </a:solidFill>
                <a:latin typeface="Arial Narrow" panose="020B0606020202030204" pitchFamily="34" charset="0"/>
              </a:endParaRPr>
            </a:p>
            <a:p>
              <a:pPr algn="ctr"/>
              <a:endParaRPr lang="en-US" sz="1400" b="1" dirty="0">
                <a:solidFill>
                  <a:srgbClr val="333333"/>
                </a:solidFill>
                <a:latin typeface="Arial Narrow" panose="020B0606020202030204" pitchFamily="34" charset="0"/>
              </a:endParaRPr>
            </a:p>
            <a:p>
              <a:pPr marL="171450" indent="-171450">
                <a:buFont typeface="Wingdings" panose="05000000000000000000" pitchFamily="2" charset="2"/>
                <a:buChar char="§"/>
              </a:pPr>
              <a:endParaRPr lang="en-US" sz="1200" dirty="0">
                <a:solidFill>
                  <a:srgbClr val="333333"/>
                </a:solidFill>
                <a:latin typeface="Arial Narrow" panose="020B0606020202030204" pitchFamily="34" charset="0"/>
              </a:endParaRPr>
            </a:p>
            <a:p>
              <a:endParaRPr lang="en-US" sz="1200" dirty="0">
                <a:solidFill>
                  <a:srgbClr val="333333"/>
                </a:solidFill>
                <a:latin typeface="Arial Narrow" panose="020B0606020202030204" pitchFamily="34" charset="0"/>
              </a:endParaRPr>
            </a:p>
            <a:p>
              <a:endParaRPr lang="en-US" sz="1200" dirty="0">
                <a:solidFill>
                  <a:srgbClr val="333333"/>
                </a:solidFill>
                <a:latin typeface="Arial Narrow" panose="020B0606020202030204" pitchFamily="34" charset="0"/>
              </a:endParaRPr>
            </a:p>
            <a:p>
              <a:endParaRPr lang="en-US" sz="1400" dirty="0">
                <a:solidFill>
                  <a:srgbClr val="FF0000"/>
                </a:solidFill>
                <a:latin typeface="Arial Narrow" panose="020B0606020202030204" pitchFamily="34" charset="0"/>
              </a:endParaRPr>
            </a:p>
            <a:p>
              <a:endParaRPr lang="en-US" sz="1200" dirty="0">
                <a:solidFill>
                  <a:srgbClr val="333333"/>
                </a:solidFill>
                <a:latin typeface="Arial Narrow" panose="020B0606020202030204" pitchFamily="34" charset="0"/>
              </a:endParaRPr>
            </a:p>
          </p:txBody>
        </p:sp>
        <p:pic>
          <p:nvPicPr>
            <p:cNvPr id="2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046" y="1254319"/>
              <a:ext cx="1667671" cy="4282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TextBox 20"/>
            <p:cNvSpPr txBox="1"/>
            <p:nvPr/>
          </p:nvSpPr>
          <p:spPr>
            <a:xfrm>
              <a:off x="-911924" y="1874918"/>
              <a:ext cx="2521079" cy="3477875"/>
            </a:xfrm>
            <a:prstGeom prst="rect">
              <a:avLst/>
            </a:prstGeom>
            <a:noFill/>
          </p:spPr>
          <p:txBody>
            <a:bodyPr wrap="square" rtlCol="0">
              <a:spAutoFit/>
            </a:bodyPr>
            <a:lstStyle/>
            <a:p>
              <a:pPr marL="171450" indent="-171450">
                <a:spcAft>
                  <a:spcPts val="600"/>
                </a:spcAft>
                <a:buFont typeface="Wingdings" panose="05000000000000000000" pitchFamily="2" charset="2"/>
                <a:buChar char="§"/>
              </a:pPr>
              <a:r>
                <a:rPr lang="en-US" sz="1400" b="1" dirty="0">
                  <a:solidFill>
                    <a:srgbClr val="333333"/>
                  </a:solidFill>
                  <a:latin typeface="Arial Narrow" pitchFamily="34" charset="0"/>
                </a:rPr>
                <a:t>Beating the Blues </a:t>
              </a:r>
              <a:r>
                <a:rPr lang="en-US" sz="1400" dirty="0">
                  <a:solidFill>
                    <a:srgbClr val="333333"/>
                  </a:solidFill>
                  <a:latin typeface="Arial Narrow" pitchFamily="34" charset="0"/>
                </a:rPr>
                <a:t>– online cognitive behavior therapy tool</a:t>
              </a:r>
            </a:p>
            <a:p>
              <a:pPr marL="171450" indent="-171450">
                <a:spcAft>
                  <a:spcPts val="600"/>
                </a:spcAft>
                <a:buFont typeface="Wingdings" panose="05000000000000000000" pitchFamily="2" charset="2"/>
                <a:buChar char="§"/>
              </a:pPr>
              <a:r>
                <a:rPr lang="en-US" sz="1400" dirty="0">
                  <a:solidFill>
                    <a:srgbClr val="333333"/>
                  </a:solidFill>
                  <a:latin typeface="Arial Narrow" pitchFamily="34" charset="0"/>
                </a:rPr>
                <a:t>Life Solutions (EAP) – 24/7 support, access to attorneys, financial advisors, etc. </a:t>
              </a:r>
            </a:p>
            <a:p>
              <a:pPr marL="171450" indent="-171450">
                <a:buFont typeface="Wingdings" panose="05000000000000000000" pitchFamily="2" charset="2"/>
                <a:buChar char="§"/>
              </a:pPr>
              <a:r>
                <a:rPr lang="en-US" sz="1400" dirty="0">
                  <a:solidFill>
                    <a:srgbClr val="333333"/>
                  </a:solidFill>
                  <a:latin typeface="Arial Narrow" pitchFamily="34" charset="0"/>
                </a:rPr>
                <a:t>Magee and UPMC </a:t>
              </a:r>
              <a:r>
                <a:rPr lang="en-US" sz="1400" dirty="0" err="1">
                  <a:solidFill>
                    <a:srgbClr val="333333"/>
                  </a:solidFill>
                  <a:latin typeface="Arial Narrow" pitchFamily="34" charset="0"/>
                </a:rPr>
                <a:t>Hamot</a:t>
              </a:r>
              <a:r>
                <a:rPr lang="en-US" sz="1400" dirty="0">
                  <a:solidFill>
                    <a:srgbClr val="333333"/>
                  </a:solidFill>
                  <a:latin typeface="Arial Narrow" pitchFamily="34" charset="0"/>
                </a:rPr>
                <a:t> offering an opioid addiction treatment program for pregnant women</a:t>
              </a:r>
            </a:p>
            <a:p>
              <a:endParaRPr lang="en-US" sz="1400" dirty="0">
                <a:solidFill>
                  <a:srgbClr val="333333"/>
                </a:solidFill>
                <a:latin typeface="Arial Narrow" pitchFamily="34" charset="0"/>
              </a:endParaRPr>
            </a:p>
            <a:p>
              <a:pPr marL="171450" indent="-171450">
                <a:buFont typeface="Wingdings" panose="05000000000000000000" pitchFamily="2" charset="2"/>
                <a:buChar char="§"/>
              </a:pPr>
              <a:r>
                <a:rPr lang="en-US" sz="1400" dirty="0">
                  <a:solidFill>
                    <a:srgbClr val="333333"/>
                  </a:solidFill>
                  <a:latin typeface="Arial Narrow" pitchFamily="34" charset="0"/>
                </a:rPr>
                <a:t>Five-year study improve outcomes of patients with IBD and BH conditions through a team or tech-based program</a:t>
              </a:r>
            </a:p>
            <a:p>
              <a:pPr marL="171450" indent="-171450">
                <a:buFont typeface="Wingdings" panose="05000000000000000000" pitchFamily="2" charset="2"/>
                <a:buChar char="§"/>
              </a:pPr>
              <a:endParaRPr lang="en-US" sz="1400" dirty="0">
                <a:solidFill>
                  <a:srgbClr val="333333"/>
                </a:solidFill>
                <a:latin typeface="Arial Narrow" pitchFamily="34" charset="0"/>
              </a:endParaRPr>
            </a:p>
          </p:txBody>
        </p:sp>
        <p:sp>
          <p:nvSpPr>
            <p:cNvPr id="22" name="TextBox 21"/>
            <p:cNvSpPr txBox="1"/>
            <p:nvPr/>
          </p:nvSpPr>
          <p:spPr>
            <a:xfrm>
              <a:off x="2428963" y="1874918"/>
              <a:ext cx="2631328" cy="1031051"/>
            </a:xfrm>
            <a:prstGeom prst="rect">
              <a:avLst/>
            </a:prstGeom>
            <a:noFill/>
          </p:spPr>
          <p:txBody>
            <a:bodyPr wrap="square" rtlCol="0">
              <a:spAutoFit/>
            </a:bodyPr>
            <a:lstStyle/>
            <a:p>
              <a:pPr marL="171450" indent="-171450">
                <a:spcAft>
                  <a:spcPts val="600"/>
                </a:spcAft>
                <a:buFont typeface="Wingdings" panose="05000000000000000000" pitchFamily="2" charset="2"/>
                <a:buChar char="§"/>
              </a:pPr>
              <a:r>
                <a:rPr lang="en-US" sz="1400" dirty="0">
                  <a:solidFill>
                    <a:srgbClr val="333333"/>
                  </a:solidFill>
                  <a:latin typeface="Arial Narrow" pitchFamily="34" charset="0"/>
                </a:rPr>
                <a:t>Virtual BH through American Well</a:t>
              </a:r>
            </a:p>
            <a:p>
              <a:pPr marL="171450" indent="-171450">
                <a:buFont typeface="Wingdings" panose="05000000000000000000" pitchFamily="2" charset="2"/>
                <a:buChar char="§"/>
              </a:pPr>
              <a:r>
                <a:rPr lang="en-US" sz="1400" dirty="0">
                  <a:solidFill>
                    <a:srgbClr val="333333"/>
                  </a:solidFill>
                  <a:latin typeface="Arial Narrow" pitchFamily="34" charset="0"/>
                </a:rPr>
                <a:t>Benefits are managed through </a:t>
              </a:r>
              <a:r>
                <a:rPr lang="en-US" sz="1400" b="1" dirty="0">
                  <a:solidFill>
                    <a:srgbClr val="333333"/>
                  </a:solidFill>
                  <a:latin typeface="Arial Narrow" pitchFamily="34" charset="0"/>
                </a:rPr>
                <a:t>Magellan Healthcare, Inc. </a:t>
              </a:r>
              <a:r>
                <a:rPr lang="en-US" sz="1400" dirty="0">
                  <a:solidFill>
                    <a:srgbClr val="333333"/>
                  </a:solidFill>
                  <a:latin typeface="Arial Narrow" pitchFamily="34" charset="0"/>
                </a:rPr>
                <a:t>(pre-</a:t>
              </a:r>
              <a:r>
                <a:rPr lang="en-US" sz="1400" dirty="0" err="1">
                  <a:solidFill>
                    <a:srgbClr val="333333"/>
                  </a:solidFill>
                  <a:latin typeface="Arial Narrow" pitchFamily="34" charset="0"/>
                </a:rPr>
                <a:t>auth</a:t>
              </a:r>
              <a:r>
                <a:rPr lang="en-US" sz="1400" dirty="0">
                  <a:solidFill>
                    <a:srgbClr val="333333"/>
                  </a:solidFill>
                  <a:latin typeface="Arial Narrow" pitchFamily="34" charset="0"/>
                </a:rPr>
                <a:t>, d/c planning)</a:t>
              </a:r>
            </a:p>
          </p:txBody>
        </p:sp>
        <p:pic>
          <p:nvPicPr>
            <p:cNvPr id="23" name="Picture 22"/>
            <p:cNvPicPr>
              <a:picLocks noChangeAspect="1"/>
            </p:cNvPicPr>
            <p:nvPr/>
          </p:nvPicPr>
          <p:blipFill rotWithShape="1">
            <a:blip r:embed="rId4"/>
            <a:srcRect t="13027"/>
            <a:stretch/>
          </p:blipFill>
          <p:spPr>
            <a:xfrm>
              <a:off x="2829866" y="1371176"/>
              <a:ext cx="1829522" cy="322728"/>
            </a:xfrm>
            <a:prstGeom prst="rect">
              <a:avLst/>
            </a:prstGeom>
          </p:spPr>
        </p:pic>
        <p:sp>
          <p:nvSpPr>
            <p:cNvPr id="24" name="Round Diagonal Corner Rectangle 14"/>
            <p:cNvSpPr/>
            <p:nvPr/>
          </p:nvSpPr>
          <p:spPr>
            <a:xfrm>
              <a:off x="5677598" y="1080036"/>
              <a:ext cx="2926080" cy="4114800"/>
            </a:xfrm>
            <a:prstGeom prst="rect">
              <a:avLst/>
            </a:prstGeom>
            <a:ln/>
          </p:spPr>
          <p:style>
            <a:lnRef idx="0">
              <a:schemeClr val="dk1"/>
            </a:lnRef>
            <a:fillRef idx="3">
              <a:schemeClr val="dk1"/>
            </a:fillRef>
            <a:effectRef idx="3">
              <a:schemeClr val="dk1"/>
            </a:effectRef>
            <a:fontRef idx="minor">
              <a:schemeClr val="lt1"/>
            </a:fontRef>
          </p:style>
          <p:txBody>
            <a:bodyPr rtlCol="0" anchor="t"/>
            <a:lstStyle/>
            <a:p>
              <a:pPr algn="ctr"/>
              <a:endParaRPr lang="en-US" sz="1400" b="1" dirty="0">
                <a:solidFill>
                  <a:srgbClr val="333333"/>
                </a:solidFill>
                <a:latin typeface="Arial Narrow" panose="020B0606020202030204" pitchFamily="34" charset="0"/>
              </a:endParaRPr>
            </a:p>
            <a:p>
              <a:pPr algn="ctr"/>
              <a:endParaRPr lang="en-US" sz="1400" b="1" dirty="0">
                <a:solidFill>
                  <a:srgbClr val="333333"/>
                </a:solidFill>
                <a:latin typeface="Arial Narrow" panose="020B0606020202030204" pitchFamily="34" charset="0"/>
              </a:endParaRPr>
            </a:p>
            <a:p>
              <a:pPr marL="171450" indent="-171450">
                <a:buFont typeface="Wingdings" panose="05000000000000000000" pitchFamily="2" charset="2"/>
                <a:buChar char="§"/>
              </a:pPr>
              <a:endParaRPr lang="en-US" sz="1200" dirty="0">
                <a:solidFill>
                  <a:srgbClr val="333333"/>
                </a:solidFill>
                <a:latin typeface="Arial Narrow" panose="020B0606020202030204" pitchFamily="34" charset="0"/>
              </a:endParaRPr>
            </a:p>
            <a:p>
              <a:endParaRPr lang="en-US" sz="1200" dirty="0">
                <a:solidFill>
                  <a:srgbClr val="333333"/>
                </a:solidFill>
                <a:latin typeface="Arial Narrow" panose="020B0606020202030204" pitchFamily="34" charset="0"/>
              </a:endParaRPr>
            </a:p>
            <a:p>
              <a:endParaRPr lang="en-US" sz="1200" dirty="0">
                <a:solidFill>
                  <a:srgbClr val="333333"/>
                </a:solidFill>
                <a:latin typeface="Arial Narrow" panose="020B0606020202030204" pitchFamily="34" charset="0"/>
              </a:endParaRPr>
            </a:p>
            <a:p>
              <a:endParaRPr lang="en-US" sz="1400" dirty="0">
                <a:solidFill>
                  <a:srgbClr val="FF0000"/>
                </a:solidFill>
                <a:latin typeface="Arial Narrow" panose="020B0606020202030204" pitchFamily="34" charset="0"/>
              </a:endParaRPr>
            </a:p>
            <a:p>
              <a:endParaRPr lang="en-US" sz="1200" dirty="0">
                <a:solidFill>
                  <a:srgbClr val="333333"/>
                </a:solidFill>
                <a:latin typeface="Arial Narrow" panose="020B0606020202030204" pitchFamily="34" charset="0"/>
              </a:endParaRPr>
            </a:p>
          </p:txBody>
        </p:sp>
        <p:pic>
          <p:nvPicPr>
            <p:cNvPr id="13" name="Picture 12"/>
            <p:cNvPicPr>
              <a:picLocks noChangeAspect="1"/>
            </p:cNvPicPr>
            <p:nvPr/>
          </p:nvPicPr>
          <p:blipFill>
            <a:blip r:embed="rId5"/>
            <a:stretch>
              <a:fillRect/>
            </a:stretch>
          </p:blipFill>
          <p:spPr>
            <a:xfrm>
              <a:off x="6590353" y="1293843"/>
              <a:ext cx="1302363" cy="477393"/>
            </a:xfrm>
            <a:prstGeom prst="rect">
              <a:avLst/>
            </a:prstGeom>
          </p:spPr>
        </p:pic>
        <p:sp>
          <p:nvSpPr>
            <p:cNvPr id="25" name="TextBox 24"/>
            <p:cNvSpPr txBox="1"/>
            <p:nvPr/>
          </p:nvSpPr>
          <p:spPr>
            <a:xfrm>
              <a:off x="5944008" y="1874918"/>
              <a:ext cx="2393259" cy="1677382"/>
            </a:xfrm>
            <a:prstGeom prst="rect">
              <a:avLst/>
            </a:prstGeom>
            <a:noFill/>
          </p:spPr>
          <p:txBody>
            <a:bodyPr wrap="square" rtlCol="0">
              <a:spAutoFit/>
            </a:bodyPr>
            <a:lstStyle/>
            <a:p>
              <a:pPr marL="171450" indent="-171450">
                <a:spcAft>
                  <a:spcPts val="600"/>
                </a:spcAft>
                <a:buFont typeface="Wingdings" panose="05000000000000000000" pitchFamily="2" charset="2"/>
                <a:buChar char="§"/>
              </a:pPr>
              <a:r>
                <a:rPr lang="en-US" sz="1400" dirty="0">
                  <a:solidFill>
                    <a:srgbClr val="333333"/>
                  </a:solidFill>
                  <a:latin typeface="Arial Narrow" pitchFamily="34" charset="0"/>
                </a:rPr>
                <a:t>Online resources for stress, depression, anxiety</a:t>
              </a:r>
            </a:p>
            <a:p>
              <a:pPr marL="171450" indent="-171450">
                <a:buFont typeface="Wingdings" panose="05000000000000000000" pitchFamily="2" charset="2"/>
                <a:buChar char="§"/>
              </a:pPr>
              <a:r>
                <a:rPr lang="en-US" sz="1400" dirty="0">
                  <a:solidFill>
                    <a:srgbClr val="333333"/>
                  </a:solidFill>
                  <a:latin typeface="Arial Narrow" pitchFamily="34" charset="0"/>
                </a:rPr>
                <a:t>BH provider network managed by </a:t>
              </a:r>
              <a:r>
                <a:rPr lang="en-US" sz="1400" b="1" dirty="0">
                  <a:solidFill>
                    <a:srgbClr val="333333"/>
                  </a:solidFill>
                  <a:latin typeface="Arial Narrow" pitchFamily="34" charset="0"/>
                </a:rPr>
                <a:t>Magellan Healthcare, Inc. </a:t>
              </a:r>
            </a:p>
            <a:p>
              <a:pPr marL="171450" indent="-171450">
                <a:buFont typeface="Wingdings" panose="05000000000000000000" pitchFamily="2" charset="2"/>
                <a:buChar char="§"/>
              </a:pPr>
              <a:r>
                <a:rPr lang="en-US" sz="1400" dirty="0">
                  <a:solidFill>
                    <a:srgbClr val="333333"/>
                  </a:solidFill>
                  <a:latin typeface="Arial Narrow" pitchFamily="34" charset="0"/>
                </a:rPr>
                <a:t>Speak to Personal Care Advocate for guidance with depression, stress, anxiety</a:t>
              </a:r>
            </a:p>
          </p:txBody>
        </p:sp>
      </p:grpSp>
      <p:sp>
        <p:nvSpPr>
          <p:cNvPr id="15" name="TextBox 14"/>
          <p:cNvSpPr txBox="1"/>
          <p:nvPr/>
        </p:nvSpPr>
        <p:spPr>
          <a:xfrm>
            <a:off x="379679" y="655111"/>
            <a:ext cx="11649322" cy="646331"/>
          </a:xfrm>
          <a:prstGeom prst="rect">
            <a:avLst/>
          </a:prstGeom>
          <a:noFill/>
        </p:spPr>
        <p:txBody>
          <a:bodyPr wrap="square" rtlCol="0">
            <a:spAutoFit/>
          </a:bodyPr>
          <a:lstStyle/>
          <a:p>
            <a:r>
              <a:rPr lang="en-US" b="1" dirty="0">
                <a:solidFill>
                  <a:schemeClr val="tx1">
                    <a:lumMod val="65000"/>
                  </a:schemeClr>
                </a:solidFill>
                <a:latin typeface="Arial Narrow" pitchFamily="34" charset="0"/>
              </a:rPr>
              <a:t>Highmark is on par with regional competitors who are offering behavioral health support through case management, EAP and telemedicine. </a:t>
            </a:r>
          </a:p>
        </p:txBody>
      </p:sp>
    </p:spTree>
    <p:extLst>
      <p:ext uri="{BB962C8B-B14F-4D97-AF65-F5344CB8AC3E}">
        <p14:creationId xmlns:p14="http://schemas.microsoft.com/office/powerpoint/2010/main" val="1420161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185738" y="5514975"/>
            <a:ext cx="3186112" cy="126818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09516" y="338055"/>
            <a:ext cx="11279717" cy="1181100"/>
          </a:xfrm>
        </p:spPr>
        <p:txBody>
          <a:bodyPr/>
          <a:lstStyle/>
          <a:p>
            <a:r>
              <a:rPr lang="en-US" dirty="0"/>
              <a:t>The Impact to Highmark</a:t>
            </a:r>
            <a:endParaRPr lang="en-US" dirty="0">
              <a:solidFill>
                <a:srgbClr val="FF0000"/>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2853919290"/>
              </p:ext>
            </p:extLst>
          </p:nvPr>
        </p:nvGraphicFramePr>
        <p:xfrm>
          <a:off x="1712753" y="1154363"/>
          <a:ext cx="8278971" cy="3729957"/>
        </p:xfrm>
        <a:graphic>
          <a:graphicData uri="http://schemas.openxmlformats.org/drawingml/2006/table">
            <a:tbl>
              <a:tblPr/>
              <a:tblGrid>
                <a:gridCol w="1953986">
                  <a:extLst>
                    <a:ext uri="{9D8B030D-6E8A-4147-A177-3AD203B41FA5}">
                      <a16:colId xmlns:a16="http://schemas.microsoft.com/office/drawing/2014/main" val="20000"/>
                    </a:ext>
                  </a:extLst>
                </a:gridCol>
                <a:gridCol w="944581">
                  <a:extLst>
                    <a:ext uri="{9D8B030D-6E8A-4147-A177-3AD203B41FA5}">
                      <a16:colId xmlns:a16="http://schemas.microsoft.com/office/drawing/2014/main" val="20001"/>
                    </a:ext>
                  </a:extLst>
                </a:gridCol>
                <a:gridCol w="944581">
                  <a:extLst>
                    <a:ext uri="{9D8B030D-6E8A-4147-A177-3AD203B41FA5}">
                      <a16:colId xmlns:a16="http://schemas.microsoft.com/office/drawing/2014/main" val="20002"/>
                    </a:ext>
                  </a:extLst>
                </a:gridCol>
                <a:gridCol w="592677">
                  <a:extLst>
                    <a:ext uri="{9D8B030D-6E8A-4147-A177-3AD203B41FA5}">
                      <a16:colId xmlns:a16="http://schemas.microsoft.com/office/drawing/2014/main" val="20003"/>
                    </a:ext>
                  </a:extLst>
                </a:gridCol>
                <a:gridCol w="1953986">
                  <a:extLst>
                    <a:ext uri="{9D8B030D-6E8A-4147-A177-3AD203B41FA5}">
                      <a16:colId xmlns:a16="http://schemas.microsoft.com/office/drawing/2014/main" val="20004"/>
                    </a:ext>
                  </a:extLst>
                </a:gridCol>
                <a:gridCol w="917610">
                  <a:extLst>
                    <a:ext uri="{9D8B030D-6E8A-4147-A177-3AD203B41FA5}">
                      <a16:colId xmlns:a16="http://schemas.microsoft.com/office/drawing/2014/main" val="20005"/>
                    </a:ext>
                  </a:extLst>
                </a:gridCol>
                <a:gridCol w="971550">
                  <a:extLst>
                    <a:ext uri="{9D8B030D-6E8A-4147-A177-3AD203B41FA5}">
                      <a16:colId xmlns:a16="http://schemas.microsoft.com/office/drawing/2014/main" val="20006"/>
                    </a:ext>
                  </a:extLst>
                </a:gridCol>
              </a:tblGrid>
              <a:tr h="190500">
                <a:tc gridSpan="3">
                  <a:txBody>
                    <a:bodyPr/>
                    <a:lstStyle/>
                    <a:p>
                      <a:pPr algn="ctr" fontAlgn="b"/>
                      <a:r>
                        <a:rPr lang="en-US" sz="1000" b="1" i="0" u="none" strike="noStrike" dirty="0">
                          <a:solidFill>
                            <a:srgbClr val="000000"/>
                          </a:solidFill>
                          <a:effectLst/>
                          <a:latin typeface="Arial Narrow" panose="020B0606020202030204" pitchFamily="34" charset="0"/>
                        </a:rPr>
                        <a:t>Top Total Spend BH Conditions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algn="l" fontAlgn="b"/>
                      <a:endParaRPr lang="en-US" sz="1000" b="0" i="0" u="none" strike="noStrike">
                        <a:solidFill>
                          <a:srgbClr val="000000"/>
                        </a:solidFill>
                        <a:effectLst/>
                        <a:latin typeface="Arial Narrow" panose="020B0606020202030204" pitchFamily="34" charset="0"/>
                      </a:endParaRPr>
                    </a:p>
                  </a:txBody>
                  <a:tcPr marL="9525" marR="9525" marT="9525" marB="0" anchor="b">
                    <a:lnL>
                      <a:noFill/>
                    </a:lnL>
                    <a:lnR>
                      <a:noFill/>
                    </a:lnR>
                    <a:lnT>
                      <a:noFill/>
                    </a:lnT>
                    <a:lnB>
                      <a:noFill/>
                    </a:lnB>
                  </a:tcPr>
                </a:tc>
                <a:tc gridSpan="2">
                  <a:txBody>
                    <a:bodyPr/>
                    <a:lstStyle/>
                    <a:p>
                      <a:pPr algn="ctr" fontAlgn="b"/>
                      <a:r>
                        <a:rPr lang="en-US" sz="1000" b="1" i="0" u="none" strike="noStrike" dirty="0">
                          <a:solidFill>
                            <a:srgbClr val="000000"/>
                          </a:solidFill>
                          <a:effectLst/>
                          <a:latin typeface="Arial Narrow" panose="020B0606020202030204" pitchFamily="34" charset="0"/>
                        </a:rPr>
                        <a:t>Top Prevalent BH Conditions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algn="ctr" fontAlgn="b"/>
                      <a:endParaRPr lang="en-US" sz="1000" b="1" i="0" u="none" strike="noStrike" dirty="0">
                        <a:solidFill>
                          <a:srgbClr val="000000"/>
                        </a:solidFill>
                        <a:effectLst/>
                        <a:latin typeface="Arial Narrow" panose="020B0606020202030204" pitchFamily="34" charset="0"/>
                      </a:endParaRP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69625">
                <a:tc>
                  <a:txBody>
                    <a:bodyPr/>
                    <a:lstStyle/>
                    <a:p>
                      <a:pPr algn="ctr" fontAlgn="b"/>
                      <a:r>
                        <a:rPr lang="en-US" sz="1000" b="1" i="0" u="none" strike="noStrike">
                          <a:solidFill>
                            <a:srgbClr val="000000"/>
                          </a:solidFill>
                          <a:effectLst/>
                          <a:latin typeface="Arial Narrow" panose="020B0606020202030204" pitchFamily="34" charset="0"/>
                        </a:rPr>
                        <a:t>ETG Base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000" b="1" i="0" u="none" strike="noStrike">
                          <a:solidFill>
                            <a:srgbClr val="000000"/>
                          </a:solidFill>
                          <a:effectLst/>
                          <a:latin typeface="Arial Narrow" panose="020B0606020202030204" pitchFamily="34" charset="0"/>
                        </a:rPr>
                        <a:t>Total Spend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000" b="1" i="0" u="none" strike="noStrike" dirty="0">
                          <a:solidFill>
                            <a:srgbClr val="000000"/>
                          </a:solidFill>
                          <a:effectLst/>
                          <a:latin typeface="Arial Narrow" panose="020B0606020202030204" pitchFamily="34" charset="0"/>
                        </a:rPr>
                        <a:t>Rx Spend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Arial Narrow" panose="020B0606020202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b"/>
                      <a:r>
                        <a:rPr lang="en-US" sz="1000" b="1" i="0" u="none" strike="noStrike">
                          <a:solidFill>
                            <a:srgbClr val="000000"/>
                          </a:solidFill>
                          <a:effectLst/>
                          <a:latin typeface="Arial Narrow" panose="020B0606020202030204" pitchFamily="34" charset="0"/>
                        </a:rPr>
                        <a:t>ETG Base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000" b="1" i="0" u="none" strike="noStrike" dirty="0">
                          <a:solidFill>
                            <a:srgbClr val="000000"/>
                          </a:solidFill>
                          <a:effectLst/>
                          <a:latin typeface="Arial Narrow" panose="020B0606020202030204" pitchFamily="34" charset="0"/>
                        </a:rPr>
                        <a:t>Claimants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n-US" sz="1000" b="1" i="0" u="none" strike="noStrike" dirty="0">
                          <a:solidFill>
                            <a:srgbClr val="000000"/>
                          </a:solidFill>
                          <a:effectLst/>
                          <a:latin typeface="Arial Narrow" panose="020B0606020202030204" pitchFamily="34" charset="0"/>
                        </a:rPr>
                        <a:t>% Membership*</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0001"/>
                  </a:ext>
                </a:extLst>
              </a:tr>
              <a:tr h="250407">
                <a:tc>
                  <a:txBody>
                    <a:bodyPr/>
                    <a:lstStyle/>
                    <a:p>
                      <a:pPr algn="l" fontAlgn="t"/>
                      <a:r>
                        <a:rPr lang="en-US" sz="1000" b="0" i="0" u="none" strike="noStrike" dirty="0">
                          <a:solidFill>
                            <a:schemeClr val="bg1"/>
                          </a:solidFill>
                          <a:effectLst/>
                          <a:latin typeface="Arial Narrow" panose="020B0606020202030204" pitchFamily="34" charset="0"/>
                        </a:rPr>
                        <a:t>238800 Mood disorder, depressed</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$188,033,191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$31,085,808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endParaRPr lang="en-US" sz="1000" b="0" i="0" u="none" strike="noStrike">
                        <a:solidFill>
                          <a:srgbClr val="000000"/>
                        </a:solidFill>
                        <a:effectLst/>
                        <a:latin typeface="Arial Narrow" panose="020B0606020202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t"/>
                      <a:r>
                        <a:rPr lang="en-US" sz="1000" b="0" i="0" u="none" strike="noStrike" dirty="0">
                          <a:solidFill>
                            <a:schemeClr val="bg1"/>
                          </a:solidFill>
                          <a:effectLst/>
                          <a:latin typeface="Arial Narrow" panose="020B0606020202030204" pitchFamily="34" charset="0"/>
                        </a:rPr>
                        <a:t>238800 Mood disorder, depressed</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211,684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b"/>
                      <a:r>
                        <a:rPr lang="en-US" sz="1000" b="0" i="0" u="none" strike="noStrike" dirty="0">
                          <a:solidFill>
                            <a:srgbClr val="000000"/>
                          </a:solidFill>
                          <a:effectLst/>
                          <a:latin typeface="Arial Narrow" panose="020B0606020202030204" pitchFamily="34" charset="0"/>
                        </a:rPr>
                        <a:t>6.83%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90500">
                <a:tc>
                  <a:txBody>
                    <a:bodyPr/>
                    <a:lstStyle/>
                    <a:p>
                      <a:pPr algn="l" fontAlgn="t"/>
                      <a:r>
                        <a:rPr lang="en-US" sz="1000" b="1" i="0" u="none" strike="noStrike" dirty="0">
                          <a:solidFill>
                            <a:schemeClr val="bg1"/>
                          </a:solidFill>
                          <a:effectLst/>
                          <a:latin typeface="Arial Narrow" panose="020B0606020202030204" pitchFamily="34" charset="0"/>
                        </a:rPr>
                        <a:t>271500 Opioid/barbiturate dependence</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$71,588,831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$12,212,811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endParaRPr lang="en-US" sz="1000" b="0" i="0" u="none" strike="noStrike">
                        <a:solidFill>
                          <a:srgbClr val="000000"/>
                        </a:solidFill>
                        <a:effectLst/>
                        <a:latin typeface="Arial Narrow" panose="020B0606020202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t"/>
                      <a:r>
                        <a:rPr lang="en-US" sz="1000" b="0" i="0" u="none" strike="noStrike" dirty="0">
                          <a:solidFill>
                            <a:schemeClr val="bg1"/>
                          </a:solidFill>
                          <a:effectLst/>
                          <a:latin typeface="Arial Narrow" panose="020B0606020202030204" pitchFamily="34" charset="0"/>
                        </a:rPr>
                        <a:t>239800 Anxiety disorder/ phobia</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201,765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b"/>
                      <a:r>
                        <a:rPr lang="en-US" sz="1000" b="0" i="0" u="none" strike="noStrike" dirty="0">
                          <a:solidFill>
                            <a:srgbClr val="000000"/>
                          </a:solidFill>
                          <a:effectLst/>
                          <a:latin typeface="Arial Narrow" panose="020B0606020202030204" pitchFamily="34" charset="0"/>
                        </a:rPr>
                        <a:t>6.51%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6200">
                <a:tc>
                  <a:txBody>
                    <a:bodyPr/>
                    <a:lstStyle/>
                    <a:p>
                      <a:pPr algn="l" fontAlgn="t"/>
                      <a:r>
                        <a:rPr lang="en-US" sz="1000" b="0" i="0" u="none" strike="noStrike" dirty="0">
                          <a:solidFill>
                            <a:schemeClr val="bg1"/>
                          </a:solidFill>
                          <a:effectLst/>
                          <a:latin typeface="Arial Narrow" panose="020B0606020202030204" pitchFamily="34" charset="0"/>
                        </a:rPr>
                        <a:t>239800 Anxiety disorder/ phobia</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$68,227,580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$9,221,948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endParaRPr lang="en-US" sz="1000" b="0" i="0" u="none" strike="noStrike">
                        <a:solidFill>
                          <a:srgbClr val="000000"/>
                        </a:solidFill>
                        <a:effectLst/>
                        <a:latin typeface="Arial Narrow" panose="020B0606020202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t"/>
                      <a:r>
                        <a:rPr lang="en-US" sz="1000" b="0" i="0" u="none" strike="noStrike" dirty="0">
                          <a:solidFill>
                            <a:srgbClr val="000000"/>
                          </a:solidFill>
                          <a:effectLst/>
                          <a:latin typeface="Arial Narrow" panose="020B0606020202030204" pitchFamily="34" charset="0"/>
                        </a:rPr>
                        <a:t>240600 Other psych/behavior disorder</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105,260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b"/>
                      <a:r>
                        <a:rPr lang="en-US" sz="1000" b="0" i="0" u="none" strike="noStrike" dirty="0">
                          <a:solidFill>
                            <a:srgbClr val="000000"/>
                          </a:solidFill>
                          <a:effectLst/>
                          <a:latin typeface="Arial Narrow" panose="020B0606020202030204" pitchFamily="34" charset="0"/>
                        </a:rPr>
                        <a:t>3.40%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90500">
                <a:tc>
                  <a:txBody>
                    <a:bodyPr/>
                    <a:lstStyle/>
                    <a:p>
                      <a:pPr algn="l" fontAlgn="t"/>
                      <a:r>
                        <a:rPr lang="en-US" sz="1000" b="0" i="0" u="none" strike="noStrike" dirty="0">
                          <a:solidFill>
                            <a:schemeClr val="bg1"/>
                          </a:solidFill>
                          <a:effectLst/>
                          <a:latin typeface="Arial Narrow" panose="020B0606020202030204" pitchFamily="34" charset="0"/>
                        </a:rPr>
                        <a:t>238900 Mood disorder, bipolar</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$68,044,133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$16,989,596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endParaRPr lang="en-US" sz="1000" b="0" i="0" u="none" strike="noStrike" dirty="0">
                        <a:solidFill>
                          <a:srgbClr val="000000"/>
                        </a:solidFill>
                        <a:effectLst/>
                        <a:latin typeface="Arial Narrow" panose="020B0606020202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t"/>
                      <a:r>
                        <a:rPr lang="en-US" sz="1000" b="1" i="0" u="none" strike="noStrike" dirty="0">
                          <a:solidFill>
                            <a:schemeClr val="bg1"/>
                          </a:solidFill>
                          <a:effectLst/>
                          <a:latin typeface="Arial Narrow" panose="020B0606020202030204" pitchFamily="34" charset="0"/>
                        </a:rPr>
                        <a:t>271600 Other drug dependence</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91,017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b"/>
                      <a:r>
                        <a:rPr lang="en-US" sz="1000" b="0" i="0" u="none" strike="noStrike" dirty="0">
                          <a:solidFill>
                            <a:srgbClr val="000000"/>
                          </a:solidFill>
                          <a:effectLst/>
                          <a:latin typeface="Arial Narrow" panose="020B0606020202030204" pitchFamily="34" charset="0"/>
                        </a:rPr>
                        <a:t>2.94%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90500">
                <a:tc>
                  <a:txBody>
                    <a:bodyPr/>
                    <a:lstStyle/>
                    <a:p>
                      <a:pPr algn="l" fontAlgn="t"/>
                      <a:r>
                        <a:rPr lang="en-US" sz="1000" b="0" i="0" u="none" strike="noStrike" dirty="0">
                          <a:solidFill>
                            <a:schemeClr val="bg1"/>
                          </a:solidFill>
                          <a:effectLst/>
                          <a:latin typeface="Arial Narrow" panose="020B0606020202030204" pitchFamily="34" charset="0"/>
                        </a:rPr>
                        <a:t>240100 Attention deficit disorder</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$66,458,511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$45,923,712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endParaRPr lang="en-US" sz="1000" b="0" i="0" u="none" strike="noStrike" dirty="0">
                        <a:solidFill>
                          <a:srgbClr val="000000"/>
                        </a:solidFill>
                        <a:effectLst/>
                        <a:latin typeface="Arial Narrow" panose="020B0606020202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t"/>
                      <a:r>
                        <a:rPr lang="en-US" sz="1000" b="0" i="0" u="none" strike="noStrike" dirty="0">
                          <a:solidFill>
                            <a:schemeClr val="bg1"/>
                          </a:solidFill>
                          <a:effectLst/>
                          <a:latin typeface="Arial Narrow" panose="020B0606020202030204" pitchFamily="34" charset="0"/>
                        </a:rPr>
                        <a:t>240100 Attention deficit disorder</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87,501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b"/>
                      <a:r>
                        <a:rPr lang="en-US" sz="1000" b="0" i="0" u="none" strike="noStrike" dirty="0">
                          <a:solidFill>
                            <a:srgbClr val="000000"/>
                          </a:solidFill>
                          <a:effectLst/>
                          <a:latin typeface="Arial Narrow" panose="020B0606020202030204" pitchFamily="34" charset="0"/>
                        </a:rPr>
                        <a:t>2.82%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90500">
                <a:tc>
                  <a:txBody>
                    <a:bodyPr/>
                    <a:lstStyle/>
                    <a:p>
                      <a:pPr algn="l" fontAlgn="t"/>
                      <a:r>
                        <a:rPr lang="en-US" sz="1000" b="1" i="0" u="none" strike="noStrike" dirty="0">
                          <a:solidFill>
                            <a:schemeClr val="bg1"/>
                          </a:solidFill>
                          <a:effectLst/>
                          <a:latin typeface="Arial Narrow" panose="020B0606020202030204" pitchFamily="34" charset="0"/>
                        </a:rPr>
                        <a:t>271600 Other drug dependence</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$58,143,741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$8,258,080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endParaRPr lang="en-US" sz="1000" b="0" i="0" u="none" strike="noStrike">
                        <a:solidFill>
                          <a:srgbClr val="000000"/>
                        </a:solidFill>
                        <a:effectLst/>
                        <a:latin typeface="Arial Narrow" panose="020B0606020202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t"/>
                      <a:r>
                        <a:rPr lang="en-US" sz="1000" b="0" i="0" u="none" strike="noStrike" dirty="0">
                          <a:solidFill>
                            <a:schemeClr val="bg1"/>
                          </a:solidFill>
                          <a:effectLst/>
                          <a:latin typeface="Arial Narrow" panose="020B0606020202030204" pitchFamily="34" charset="0"/>
                        </a:rPr>
                        <a:t>238900 Mood disorder, bipolar</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27,236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b"/>
                      <a:r>
                        <a:rPr lang="en-US" sz="1000" b="0" i="0" u="none" strike="noStrike" dirty="0">
                          <a:solidFill>
                            <a:srgbClr val="000000"/>
                          </a:solidFill>
                          <a:effectLst/>
                          <a:latin typeface="Arial Narrow" panose="020B0606020202030204" pitchFamily="34" charset="0"/>
                        </a:rPr>
                        <a:t>0.88%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90500">
                <a:tc>
                  <a:txBody>
                    <a:bodyPr/>
                    <a:lstStyle/>
                    <a:p>
                      <a:pPr algn="l" fontAlgn="t"/>
                      <a:r>
                        <a:rPr lang="en-US" sz="1000" b="1" i="0" u="none" strike="noStrike" dirty="0">
                          <a:solidFill>
                            <a:schemeClr val="bg1"/>
                          </a:solidFill>
                          <a:effectLst/>
                          <a:latin typeface="Arial Narrow" panose="020B0606020202030204" pitchFamily="34" charset="0"/>
                        </a:rPr>
                        <a:t>271400 Alcohol dependence</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$57,811,981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$1,700,421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endParaRPr lang="en-US" sz="1000" b="0" i="0" u="none" strike="noStrike">
                        <a:solidFill>
                          <a:srgbClr val="00B050"/>
                        </a:solidFill>
                        <a:effectLst/>
                        <a:latin typeface="Arial Narrow" panose="020B0606020202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t"/>
                      <a:r>
                        <a:rPr lang="en-US" sz="1000" b="1" i="0" u="none" strike="noStrike" dirty="0">
                          <a:solidFill>
                            <a:schemeClr val="bg1"/>
                          </a:solidFill>
                          <a:effectLst/>
                          <a:latin typeface="Arial Narrow" panose="020B0606020202030204" pitchFamily="34" charset="0"/>
                        </a:rPr>
                        <a:t>271500 Opioid/barbiturate dependence</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14,483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b"/>
                      <a:r>
                        <a:rPr lang="en-US" sz="1000" b="0" i="0" u="none" strike="noStrike" dirty="0">
                          <a:solidFill>
                            <a:srgbClr val="000000"/>
                          </a:solidFill>
                          <a:effectLst/>
                          <a:latin typeface="Arial Narrow" panose="020B0606020202030204" pitchFamily="34" charset="0"/>
                        </a:rPr>
                        <a:t>0.47%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190500">
                <a:tc>
                  <a:txBody>
                    <a:bodyPr/>
                    <a:lstStyle/>
                    <a:p>
                      <a:pPr algn="l" fontAlgn="t"/>
                      <a:r>
                        <a:rPr lang="en-US" sz="1000" b="0" i="0" u="none" strike="noStrike">
                          <a:solidFill>
                            <a:srgbClr val="000000"/>
                          </a:solidFill>
                          <a:effectLst/>
                          <a:latin typeface="Arial Narrow" panose="020B0606020202030204" pitchFamily="34" charset="0"/>
                        </a:rPr>
                        <a:t>240600 Other psych/behavior disorder</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$45,408,367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$6,256,488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endParaRPr lang="en-US" sz="1000" b="0" i="0" u="none" strike="noStrike">
                        <a:solidFill>
                          <a:srgbClr val="000000"/>
                        </a:solidFill>
                        <a:effectLst/>
                        <a:latin typeface="Arial Narrow" panose="020B0606020202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t"/>
                      <a:r>
                        <a:rPr lang="en-US" sz="1000" b="1" i="0" u="none" strike="noStrike" dirty="0">
                          <a:solidFill>
                            <a:schemeClr val="bg1"/>
                          </a:solidFill>
                          <a:effectLst/>
                          <a:latin typeface="Arial Narrow" panose="020B0606020202030204" pitchFamily="34" charset="0"/>
                        </a:rPr>
                        <a:t>271400 Alcohol dependence</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12,163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b"/>
                      <a:r>
                        <a:rPr lang="en-US" sz="1000" b="0" i="0" u="none" strike="noStrike">
                          <a:solidFill>
                            <a:srgbClr val="000000"/>
                          </a:solidFill>
                          <a:effectLst/>
                          <a:latin typeface="Arial Narrow" panose="020B0606020202030204" pitchFamily="34" charset="0"/>
                        </a:rPr>
                        <a:t>0.39%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90500">
                <a:tc>
                  <a:txBody>
                    <a:bodyPr/>
                    <a:lstStyle/>
                    <a:p>
                      <a:pPr algn="l" fontAlgn="t"/>
                      <a:r>
                        <a:rPr lang="en-US" sz="1000" b="0" i="0" u="none" strike="noStrike" dirty="0">
                          <a:solidFill>
                            <a:srgbClr val="000000"/>
                          </a:solidFill>
                          <a:effectLst/>
                          <a:latin typeface="Arial Narrow" panose="020B0606020202030204" pitchFamily="34" charset="0"/>
                        </a:rPr>
                        <a:t>239200 Autism spectrum disorders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$38,039,060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$1,502,943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endParaRPr lang="en-US" sz="1000" b="0" i="0" u="none" strike="noStrike">
                        <a:solidFill>
                          <a:srgbClr val="000000"/>
                        </a:solidFill>
                        <a:effectLst/>
                        <a:latin typeface="Arial Narrow" panose="020B0606020202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t"/>
                      <a:r>
                        <a:rPr lang="en-US" sz="1000" b="0" i="0" u="none" strike="noStrike">
                          <a:solidFill>
                            <a:srgbClr val="000000"/>
                          </a:solidFill>
                          <a:effectLst/>
                          <a:latin typeface="Arial Narrow" panose="020B0606020202030204" pitchFamily="34" charset="0"/>
                        </a:rPr>
                        <a:t>239200 Autism spectrum disorders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10,049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b"/>
                      <a:r>
                        <a:rPr lang="en-US" sz="1000" b="0" i="0" u="none" strike="noStrike" dirty="0">
                          <a:solidFill>
                            <a:srgbClr val="000000"/>
                          </a:solidFill>
                          <a:effectLst/>
                          <a:latin typeface="Arial Narrow" panose="020B0606020202030204" pitchFamily="34" charset="0"/>
                        </a:rPr>
                        <a:t>0.32%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190500">
                <a:tc>
                  <a:txBody>
                    <a:bodyPr/>
                    <a:lstStyle/>
                    <a:p>
                      <a:pPr algn="l" fontAlgn="t"/>
                      <a:r>
                        <a:rPr lang="en-US" sz="1000" b="0" i="0" u="none" strike="noStrike">
                          <a:solidFill>
                            <a:srgbClr val="000000"/>
                          </a:solidFill>
                          <a:effectLst/>
                          <a:latin typeface="Arial Narrow" panose="020B0606020202030204" pitchFamily="34" charset="0"/>
                        </a:rPr>
                        <a:t>239300 Psych &amp; schizo disorder</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$29,633,208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$3,797,523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endParaRPr lang="en-US" sz="1000" b="0" i="0" u="none" strike="noStrike">
                        <a:solidFill>
                          <a:srgbClr val="000000"/>
                        </a:solidFill>
                        <a:effectLst/>
                        <a:latin typeface="Arial Narrow" panose="020B0606020202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t"/>
                      <a:r>
                        <a:rPr lang="en-US" sz="1000" b="0" i="0" u="none" strike="noStrike" dirty="0">
                          <a:solidFill>
                            <a:srgbClr val="000000"/>
                          </a:solidFill>
                          <a:effectLst/>
                          <a:latin typeface="Arial Narrow" panose="020B0606020202030204" pitchFamily="34" charset="0"/>
                        </a:rPr>
                        <a:t>317100 Cong disorder CNS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6,366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b"/>
                      <a:r>
                        <a:rPr lang="en-US" sz="1000" b="0" i="0" u="none" strike="noStrike" dirty="0">
                          <a:solidFill>
                            <a:srgbClr val="000000"/>
                          </a:solidFill>
                          <a:effectLst/>
                          <a:latin typeface="Arial Narrow" panose="020B0606020202030204" pitchFamily="34" charset="0"/>
                        </a:rPr>
                        <a:t>0.21%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90500">
                <a:tc>
                  <a:txBody>
                    <a:bodyPr/>
                    <a:lstStyle/>
                    <a:p>
                      <a:pPr algn="l" fontAlgn="t"/>
                      <a:r>
                        <a:rPr lang="en-US" sz="1000" b="0" i="0" u="none" strike="noStrike">
                          <a:solidFill>
                            <a:srgbClr val="000000"/>
                          </a:solidFill>
                          <a:effectLst/>
                          <a:latin typeface="Arial Narrow" panose="020B0606020202030204" pitchFamily="34" charset="0"/>
                        </a:rPr>
                        <a:t>317100 Cong disorder CNS</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$28,727,063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$1,049,167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endParaRPr lang="en-US" sz="1000" b="0" i="0" u="none" strike="noStrike">
                        <a:solidFill>
                          <a:srgbClr val="000000"/>
                        </a:solidFill>
                        <a:effectLst/>
                        <a:latin typeface="Arial Narrow" panose="020B0606020202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t"/>
                      <a:r>
                        <a:rPr lang="en-US" sz="1000" b="0" i="0" u="none" strike="noStrike" dirty="0">
                          <a:solidFill>
                            <a:srgbClr val="000000"/>
                          </a:solidFill>
                          <a:effectLst/>
                          <a:latin typeface="Arial Narrow" panose="020B0606020202030204" pitchFamily="34" charset="0"/>
                        </a:rPr>
                        <a:t>271200 Acute alcohol intoxication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5,883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b"/>
                      <a:r>
                        <a:rPr lang="en-US" sz="1000" b="0" i="0" u="none" strike="noStrike" dirty="0">
                          <a:solidFill>
                            <a:srgbClr val="000000"/>
                          </a:solidFill>
                          <a:effectLst/>
                          <a:latin typeface="Arial Narrow" panose="020B0606020202030204" pitchFamily="34" charset="0"/>
                        </a:rPr>
                        <a:t>0.19%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190500">
                <a:tc>
                  <a:txBody>
                    <a:bodyPr/>
                    <a:lstStyle/>
                    <a:p>
                      <a:pPr algn="l" fontAlgn="t"/>
                      <a:r>
                        <a:rPr lang="en-US" sz="1000" b="0" i="0" u="none" strike="noStrike">
                          <a:solidFill>
                            <a:srgbClr val="000000"/>
                          </a:solidFill>
                          <a:effectLst/>
                          <a:latin typeface="Arial Narrow" panose="020B0606020202030204" pitchFamily="34" charset="0"/>
                        </a:rPr>
                        <a:t>239700 Eating disorder</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$11,946,453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$254,837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endParaRPr lang="en-US" sz="1000" b="0" i="0" u="none" strike="noStrike">
                        <a:solidFill>
                          <a:srgbClr val="000000"/>
                        </a:solidFill>
                        <a:effectLst/>
                        <a:latin typeface="Arial Narrow" panose="020B0606020202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t"/>
                      <a:r>
                        <a:rPr lang="en-US" sz="1000" b="0" i="0" u="none" strike="noStrike">
                          <a:solidFill>
                            <a:srgbClr val="000000"/>
                          </a:solidFill>
                          <a:effectLst/>
                          <a:latin typeface="Arial Narrow" panose="020B0606020202030204" pitchFamily="34" charset="0"/>
                        </a:rPr>
                        <a:t>239700 Eating disorder</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5,103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b"/>
                      <a:r>
                        <a:rPr lang="en-US" sz="1000" b="0" i="0" u="none" strike="noStrike" dirty="0">
                          <a:solidFill>
                            <a:srgbClr val="000000"/>
                          </a:solidFill>
                          <a:effectLst/>
                          <a:latin typeface="Arial Narrow" panose="020B0606020202030204" pitchFamily="34" charset="0"/>
                        </a:rPr>
                        <a:t>0.16%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190500">
                <a:tc>
                  <a:txBody>
                    <a:bodyPr/>
                    <a:lstStyle/>
                    <a:p>
                      <a:pPr algn="l" fontAlgn="t"/>
                      <a:r>
                        <a:rPr lang="en-US" sz="1000" b="1" i="0" u="none" strike="noStrike" dirty="0">
                          <a:solidFill>
                            <a:schemeClr val="bg1"/>
                          </a:solidFill>
                          <a:effectLst/>
                          <a:latin typeface="Arial Narrow" panose="020B0606020202030204" pitchFamily="34" charset="0"/>
                        </a:rPr>
                        <a:t>271100 Cocaine or </a:t>
                      </a:r>
                      <a:r>
                        <a:rPr lang="en-US" sz="1000" b="1" i="0" u="none" strike="noStrike" dirty="0" err="1">
                          <a:solidFill>
                            <a:schemeClr val="bg1"/>
                          </a:solidFill>
                          <a:effectLst/>
                          <a:latin typeface="Arial Narrow" panose="020B0606020202030204" pitchFamily="34" charset="0"/>
                        </a:rPr>
                        <a:t>amph</a:t>
                      </a:r>
                      <a:r>
                        <a:rPr lang="en-US" sz="1000" b="1" i="0" u="none" strike="noStrike" dirty="0">
                          <a:solidFill>
                            <a:schemeClr val="bg1"/>
                          </a:solidFill>
                          <a:effectLst/>
                          <a:latin typeface="Arial Narrow" panose="020B0606020202030204" pitchFamily="34" charset="0"/>
                        </a:rPr>
                        <a:t> dep</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$7,677,276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$30,449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endParaRPr lang="en-US" sz="1000" b="0" i="0" u="none" strike="noStrike">
                        <a:solidFill>
                          <a:srgbClr val="000000"/>
                        </a:solidFill>
                        <a:effectLst/>
                        <a:latin typeface="Arial Narrow" panose="020B0606020202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t"/>
                      <a:r>
                        <a:rPr lang="en-US" sz="1000" b="0" i="0" u="none" strike="noStrike">
                          <a:solidFill>
                            <a:srgbClr val="000000"/>
                          </a:solidFill>
                          <a:effectLst/>
                          <a:latin typeface="Arial Narrow" panose="020B0606020202030204" pitchFamily="34" charset="0"/>
                        </a:rPr>
                        <a:t>239100 Mental disorder organic/drug</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4,738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b"/>
                      <a:r>
                        <a:rPr lang="en-US" sz="1000" b="0" i="0" u="none" strike="noStrike" dirty="0">
                          <a:solidFill>
                            <a:srgbClr val="000000"/>
                          </a:solidFill>
                          <a:effectLst/>
                          <a:latin typeface="Arial Narrow" panose="020B0606020202030204" pitchFamily="34" charset="0"/>
                        </a:rPr>
                        <a:t>0.15%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190500">
                <a:tc>
                  <a:txBody>
                    <a:bodyPr/>
                    <a:lstStyle/>
                    <a:p>
                      <a:pPr algn="l" fontAlgn="t"/>
                      <a:r>
                        <a:rPr lang="en-US" sz="1000" b="0" i="0" u="none" strike="noStrike">
                          <a:solidFill>
                            <a:srgbClr val="000000"/>
                          </a:solidFill>
                          <a:effectLst/>
                          <a:latin typeface="Arial Narrow" panose="020B0606020202030204" pitchFamily="34" charset="0"/>
                        </a:rPr>
                        <a:t>271200 Acute alcohol intoxication</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$4,789,384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$64,693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endParaRPr lang="en-US" sz="1000" b="0" i="0" u="none" strike="noStrike">
                        <a:solidFill>
                          <a:srgbClr val="000000"/>
                        </a:solidFill>
                        <a:effectLst/>
                        <a:latin typeface="Arial Narrow" panose="020B0606020202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t"/>
                      <a:r>
                        <a:rPr lang="en-US" sz="1000" b="0" i="0" u="none" strike="noStrike" dirty="0">
                          <a:solidFill>
                            <a:srgbClr val="000000"/>
                          </a:solidFill>
                          <a:effectLst/>
                          <a:latin typeface="Arial Narrow" panose="020B0606020202030204" pitchFamily="34" charset="0"/>
                        </a:rPr>
                        <a:t>239300 Psych &amp; </a:t>
                      </a:r>
                      <a:r>
                        <a:rPr lang="en-US" sz="1000" b="0" i="0" u="none" strike="noStrike" dirty="0" err="1">
                          <a:solidFill>
                            <a:srgbClr val="000000"/>
                          </a:solidFill>
                          <a:effectLst/>
                          <a:latin typeface="Arial Narrow" panose="020B0606020202030204" pitchFamily="34" charset="0"/>
                        </a:rPr>
                        <a:t>schizo</a:t>
                      </a:r>
                      <a:r>
                        <a:rPr lang="en-US" sz="1000" b="0" i="0" u="none" strike="noStrike" dirty="0">
                          <a:solidFill>
                            <a:srgbClr val="000000"/>
                          </a:solidFill>
                          <a:effectLst/>
                          <a:latin typeface="Arial Narrow" panose="020B0606020202030204" pitchFamily="34" charset="0"/>
                        </a:rPr>
                        <a:t> disorder</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4,630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b"/>
                      <a:r>
                        <a:rPr lang="en-US" sz="1000" b="0" i="0" u="none" strike="noStrike" dirty="0">
                          <a:solidFill>
                            <a:srgbClr val="000000"/>
                          </a:solidFill>
                          <a:effectLst/>
                          <a:latin typeface="Arial Narrow" panose="020B0606020202030204" pitchFamily="34" charset="0"/>
                        </a:rPr>
                        <a:t>0.15%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190500">
                <a:tc>
                  <a:txBody>
                    <a:bodyPr/>
                    <a:lstStyle/>
                    <a:p>
                      <a:pPr algn="l" fontAlgn="t"/>
                      <a:r>
                        <a:rPr lang="en-US" sz="1000" b="0" i="0" u="none" strike="noStrike">
                          <a:solidFill>
                            <a:srgbClr val="000000"/>
                          </a:solidFill>
                          <a:effectLst/>
                          <a:latin typeface="Arial Narrow" panose="020B0606020202030204" pitchFamily="34" charset="0"/>
                        </a:rPr>
                        <a:t>240000 Psychosexual disorder</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$2,881,742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$1,942,486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endParaRPr lang="en-US" sz="1000" b="0" i="0" u="none" strike="noStrike">
                        <a:solidFill>
                          <a:srgbClr val="000000"/>
                        </a:solidFill>
                        <a:effectLst/>
                        <a:latin typeface="Arial Narrow" panose="020B0606020202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t"/>
                      <a:r>
                        <a:rPr lang="en-US" sz="1000" b="0" i="0" u="none" strike="noStrike">
                          <a:solidFill>
                            <a:srgbClr val="000000"/>
                          </a:solidFill>
                          <a:effectLst/>
                          <a:latin typeface="Arial Narrow" panose="020B0606020202030204" pitchFamily="34" charset="0"/>
                        </a:rPr>
                        <a:t>240000 Psychosexual disorder</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4,318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b"/>
                      <a:r>
                        <a:rPr lang="en-US" sz="1000" b="0" i="0" u="none" strike="noStrike" dirty="0">
                          <a:solidFill>
                            <a:srgbClr val="000000"/>
                          </a:solidFill>
                          <a:effectLst/>
                          <a:latin typeface="Arial Narrow" panose="020B0606020202030204" pitchFamily="34" charset="0"/>
                        </a:rPr>
                        <a:t>0.14%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6"/>
                  </a:ext>
                </a:extLst>
              </a:tr>
              <a:tr h="190500">
                <a:tc>
                  <a:txBody>
                    <a:bodyPr/>
                    <a:lstStyle/>
                    <a:p>
                      <a:pPr algn="l" fontAlgn="t"/>
                      <a:r>
                        <a:rPr lang="en-US" sz="1000" b="0" i="0" u="none" strike="noStrike">
                          <a:solidFill>
                            <a:srgbClr val="000000"/>
                          </a:solidFill>
                          <a:effectLst/>
                          <a:latin typeface="Arial Narrow" panose="020B0606020202030204" pitchFamily="34" charset="0"/>
                        </a:rPr>
                        <a:t>239100 Mental disorder organic/drug</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$2,581,257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$169,133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endParaRPr lang="en-US" sz="1000" b="0" i="0" u="none" strike="noStrike">
                        <a:solidFill>
                          <a:srgbClr val="000000"/>
                        </a:solidFill>
                        <a:effectLst/>
                        <a:latin typeface="Arial Narrow" panose="020B0606020202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t"/>
                      <a:r>
                        <a:rPr lang="en-US" sz="1000" b="1" i="0" u="none" strike="noStrike" dirty="0">
                          <a:solidFill>
                            <a:schemeClr val="bg1"/>
                          </a:solidFill>
                          <a:effectLst/>
                          <a:latin typeface="Arial Narrow" panose="020B0606020202030204" pitchFamily="34" charset="0"/>
                        </a:rPr>
                        <a:t>271100 Cocaine or </a:t>
                      </a:r>
                      <a:r>
                        <a:rPr lang="en-US" sz="1000" b="1" i="0" u="none" strike="noStrike" dirty="0" err="1">
                          <a:solidFill>
                            <a:schemeClr val="bg1"/>
                          </a:solidFill>
                          <a:effectLst/>
                          <a:latin typeface="Arial Narrow" panose="020B0606020202030204" pitchFamily="34" charset="0"/>
                        </a:rPr>
                        <a:t>amph</a:t>
                      </a:r>
                      <a:r>
                        <a:rPr lang="en-US" sz="1000" b="1" i="0" u="none" strike="noStrike" dirty="0">
                          <a:solidFill>
                            <a:schemeClr val="bg1"/>
                          </a:solidFill>
                          <a:effectLst/>
                          <a:latin typeface="Arial Narrow" panose="020B0606020202030204" pitchFamily="34" charset="0"/>
                        </a:rPr>
                        <a:t> dep</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2,061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b"/>
                      <a:r>
                        <a:rPr lang="en-US" sz="1000" b="0" i="0" u="none" strike="noStrike" dirty="0">
                          <a:solidFill>
                            <a:srgbClr val="000000"/>
                          </a:solidFill>
                          <a:effectLst/>
                          <a:latin typeface="Arial Narrow" panose="020B0606020202030204" pitchFamily="34" charset="0"/>
                        </a:rPr>
                        <a:t>0.07%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7"/>
                  </a:ext>
                </a:extLst>
              </a:tr>
              <a:tr h="190500">
                <a:tc>
                  <a:txBody>
                    <a:bodyPr/>
                    <a:lstStyle/>
                    <a:p>
                      <a:pPr algn="l" fontAlgn="t"/>
                      <a:r>
                        <a:rPr lang="en-US" sz="1000" b="0" i="0" u="none" strike="noStrike" dirty="0">
                          <a:solidFill>
                            <a:srgbClr val="000000"/>
                          </a:solidFill>
                          <a:effectLst/>
                          <a:latin typeface="Arial Narrow" panose="020B0606020202030204" pitchFamily="34" charset="0"/>
                        </a:rPr>
                        <a:t>239400 Personality disorder</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$707,735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a:solidFill>
                            <a:srgbClr val="000000"/>
                          </a:solidFill>
                          <a:effectLst/>
                          <a:latin typeface="Arial Narrow" panose="020B0606020202030204" pitchFamily="34" charset="0"/>
                        </a:rPr>
                        <a:t>$61,358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b"/>
                      <a:endParaRPr lang="en-US" sz="1000" b="0" i="0" u="none" strike="noStrike" dirty="0">
                        <a:solidFill>
                          <a:srgbClr val="000000"/>
                        </a:solidFill>
                        <a:effectLst/>
                        <a:latin typeface="Arial Narrow" panose="020B0606020202030204" pitchFamily="34" charset="0"/>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l" fontAlgn="t"/>
                      <a:r>
                        <a:rPr lang="en-US" sz="1000" b="0" i="0" u="none" strike="noStrike">
                          <a:solidFill>
                            <a:srgbClr val="000000"/>
                          </a:solidFill>
                          <a:effectLst/>
                          <a:latin typeface="Arial Narrow" panose="020B0606020202030204" pitchFamily="34" charset="0"/>
                        </a:rPr>
                        <a:t>239400 Personality disorder</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ctr"/>
                      <a:r>
                        <a:rPr lang="en-US" sz="1000" b="0" i="0" u="none" strike="noStrike" dirty="0">
                          <a:solidFill>
                            <a:srgbClr val="000000"/>
                          </a:solidFill>
                          <a:effectLst/>
                          <a:latin typeface="Arial Narrow" panose="020B0606020202030204" pitchFamily="34" charset="0"/>
                        </a:rPr>
                        <a:t>887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r" fontAlgn="b"/>
                      <a:r>
                        <a:rPr lang="en-US" sz="1000" b="0" i="0" u="none" strike="noStrike" dirty="0">
                          <a:solidFill>
                            <a:srgbClr val="000000"/>
                          </a:solidFill>
                          <a:effectLst/>
                          <a:latin typeface="Arial Narrow" panose="020B0606020202030204" pitchFamily="34" charset="0"/>
                        </a:rPr>
                        <a:t>0.03%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8"/>
                  </a:ext>
                </a:extLst>
              </a:tr>
            </a:tbl>
          </a:graphicData>
        </a:graphic>
      </p:graphicFrame>
      <p:sp>
        <p:nvSpPr>
          <p:cNvPr id="7" name="Down Arrow 6"/>
          <p:cNvSpPr/>
          <p:nvPr/>
        </p:nvSpPr>
        <p:spPr>
          <a:xfrm>
            <a:off x="5323151" y="4863914"/>
            <a:ext cx="1058174" cy="332700"/>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33333"/>
              </a:solidFill>
            </a:endParaRPr>
          </a:p>
        </p:txBody>
      </p:sp>
      <p:sp>
        <p:nvSpPr>
          <p:cNvPr id="8" name="Rectangle 7"/>
          <p:cNvSpPr/>
          <p:nvPr/>
        </p:nvSpPr>
        <p:spPr>
          <a:xfrm>
            <a:off x="149067" y="5286665"/>
            <a:ext cx="1885473" cy="7200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Depression</a:t>
            </a:r>
          </a:p>
        </p:txBody>
      </p:sp>
      <p:sp>
        <p:nvSpPr>
          <p:cNvPr id="9" name="Rectangle 8"/>
          <p:cNvSpPr/>
          <p:nvPr/>
        </p:nvSpPr>
        <p:spPr>
          <a:xfrm>
            <a:off x="2481860" y="5286665"/>
            <a:ext cx="2101744" cy="7200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Anxiety Disorder</a:t>
            </a:r>
          </a:p>
        </p:txBody>
      </p:sp>
      <p:sp>
        <p:nvSpPr>
          <p:cNvPr id="10" name="Rectangle 9"/>
          <p:cNvSpPr/>
          <p:nvPr/>
        </p:nvSpPr>
        <p:spPr>
          <a:xfrm>
            <a:off x="9915322" y="5251347"/>
            <a:ext cx="1821595" cy="7200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Bipolar Disorder</a:t>
            </a:r>
          </a:p>
        </p:txBody>
      </p:sp>
      <p:sp>
        <p:nvSpPr>
          <p:cNvPr id="11" name="Rectangle 10"/>
          <p:cNvSpPr/>
          <p:nvPr/>
        </p:nvSpPr>
        <p:spPr>
          <a:xfrm>
            <a:off x="5030924" y="5286665"/>
            <a:ext cx="2044117" cy="7200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Substance Use Disorder</a:t>
            </a:r>
          </a:p>
        </p:txBody>
      </p:sp>
      <p:sp>
        <p:nvSpPr>
          <p:cNvPr id="3" name="TextBox 2"/>
          <p:cNvSpPr txBox="1"/>
          <p:nvPr/>
        </p:nvSpPr>
        <p:spPr>
          <a:xfrm>
            <a:off x="9077324" y="6710853"/>
            <a:ext cx="1828800" cy="215444"/>
          </a:xfrm>
          <a:prstGeom prst="rect">
            <a:avLst/>
          </a:prstGeom>
          <a:noFill/>
        </p:spPr>
        <p:txBody>
          <a:bodyPr wrap="square" rtlCol="0">
            <a:spAutoFit/>
          </a:bodyPr>
          <a:lstStyle/>
          <a:p>
            <a:r>
              <a:rPr lang="en-US" sz="800" dirty="0">
                <a:solidFill>
                  <a:srgbClr val="333333"/>
                </a:solidFill>
                <a:latin typeface="Arial Narrow" pitchFamily="34" charset="0"/>
              </a:rPr>
              <a:t>*3.1 M members (does not include MA)</a:t>
            </a:r>
          </a:p>
        </p:txBody>
      </p:sp>
      <p:sp>
        <p:nvSpPr>
          <p:cNvPr id="5" name="TextBox 4"/>
          <p:cNvSpPr txBox="1"/>
          <p:nvPr/>
        </p:nvSpPr>
        <p:spPr>
          <a:xfrm>
            <a:off x="5028491" y="5972189"/>
            <a:ext cx="2035120" cy="738664"/>
          </a:xfrm>
          <a:prstGeom prst="rect">
            <a:avLst/>
          </a:prstGeom>
          <a:solidFill>
            <a:schemeClr val="tx1"/>
          </a:solidFill>
          <a:ln>
            <a:solidFill>
              <a:srgbClr val="00B0F0"/>
            </a:solidFill>
          </a:ln>
        </p:spPr>
        <p:txBody>
          <a:bodyPr wrap="square" rtlCol="0">
            <a:spAutoFit/>
          </a:bodyPr>
          <a:lstStyle/>
          <a:p>
            <a:pPr algn="ctr"/>
            <a:r>
              <a:rPr lang="en-US" sz="1400" dirty="0">
                <a:solidFill>
                  <a:srgbClr val="333333">
                    <a:lumMod val="60000"/>
                    <a:lumOff val="40000"/>
                  </a:srgbClr>
                </a:solidFill>
                <a:latin typeface="Arial Narrow" pitchFamily="34" charset="0"/>
              </a:rPr>
              <a:t>119,724 claimants</a:t>
            </a:r>
          </a:p>
          <a:p>
            <a:pPr algn="ctr"/>
            <a:r>
              <a:rPr lang="en-US" sz="1400" dirty="0">
                <a:solidFill>
                  <a:srgbClr val="333333">
                    <a:lumMod val="60000"/>
                    <a:lumOff val="40000"/>
                  </a:srgbClr>
                </a:solidFill>
                <a:latin typeface="Arial Narrow" pitchFamily="34" charset="0"/>
              </a:rPr>
              <a:t>$195,221,830 total spend</a:t>
            </a:r>
          </a:p>
          <a:p>
            <a:pPr algn="ctr"/>
            <a:r>
              <a:rPr lang="en-US" sz="1400" dirty="0">
                <a:solidFill>
                  <a:srgbClr val="333333">
                    <a:lumMod val="60000"/>
                    <a:lumOff val="40000"/>
                  </a:srgbClr>
                </a:solidFill>
                <a:latin typeface="Arial Narrow" pitchFamily="34" charset="0"/>
              </a:rPr>
              <a:t>$22,201,761 Rx spend</a:t>
            </a:r>
          </a:p>
        </p:txBody>
      </p:sp>
      <p:sp>
        <p:nvSpPr>
          <p:cNvPr id="12" name="TextBox 11"/>
          <p:cNvSpPr txBox="1"/>
          <p:nvPr/>
        </p:nvSpPr>
        <p:spPr>
          <a:xfrm>
            <a:off x="9915322" y="5966560"/>
            <a:ext cx="1809749" cy="738664"/>
          </a:xfrm>
          <a:prstGeom prst="rect">
            <a:avLst/>
          </a:prstGeom>
          <a:noFill/>
          <a:ln>
            <a:solidFill>
              <a:srgbClr val="00B0F0"/>
            </a:solidFill>
          </a:ln>
        </p:spPr>
        <p:txBody>
          <a:bodyPr wrap="square" rtlCol="0">
            <a:spAutoFit/>
          </a:bodyPr>
          <a:lstStyle/>
          <a:p>
            <a:pPr algn="ctr"/>
            <a:r>
              <a:rPr lang="en-US" sz="1400" dirty="0">
                <a:solidFill>
                  <a:srgbClr val="333333">
                    <a:lumMod val="60000"/>
                    <a:lumOff val="40000"/>
                  </a:srgbClr>
                </a:solidFill>
                <a:latin typeface="Arial Narrow" pitchFamily="34" charset="0"/>
              </a:rPr>
              <a:t>27,236 claimants</a:t>
            </a:r>
          </a:p>
          <a:p>
            <a:pPr algn="ctr"/>
            <a:r>
              <a:rPr lang="en-US" sz="1400" dirty="0">
                <a:solidFill>
                  <a:srgbClr val="333333">
                    <a:lumMod val="60000"/>
                    <a:lumOff val="40000"/>
                  </a:srgbClr>
                </a:solidFill>
                <a:latin typeface="Arial Narrow" pitchFamily="34" charset="0"/>
              </a:rPr>
              <a:t>$68,044,133 total spend</a:t>
            </a:r>
          </a:p>
          <a:p>
            <a:pPr algn="ctr"/>
            <a:r>
              <a:rPr lang="en-US" sz="1400" dirty="0">
                <a:solidFill>
                  <a:srgbClr val="333333">
                    <a:lumMod val="60000"/>
                    <a:lumOff val="40000"/>
                  </a:srgbClr>
                </a:solidFill>
                <a:latin typeface="Arial Narrow" pitchFamily="34" charset="0"/>
              </a:rPr>
              <a:t>$16,989,596 Rx spend</a:t>
            </a:r>
          </a:p>
        </p:txBody>
      </p:sp>
      <p:sp>
        <p:nvSpPr>
          <p:cNvPr id="13" name="TextBox 12"/>
          <p:cNvSpPr txBox="1"/>
          <p:nvPr/>
        </p:nvSpPr>
        <p:spPr>
          <a:xfrm>
            <a:off x="2490857" y="5962713"/>
            <a:ext cx="2092747" cy="738664"/>
          </a:xfrm>
          <a:prstGeom prst="rect">
            <a:avLst/>
          </a:prstGeom>
          <a:noFill/>
          <a:ln>
            <a:solidFill>
              <a:srgbClr val="00B0F0"/>
            </a:solidFill>
          </a:ln>
        </p:spPr>
        <p:txBody>
          <a:bodyPr wrap="square" rtlCol="0">
            <a:spAutoFit/>
          </a:bodyPr>
          <a:lstStyle/>
          <a:p>
            <a:pPr algn="ctr"/>
            <a:r>
              <a:rPr lang="en-US" sz="1400" dirty="0">
                <a:solidFill>
                  <a:srgbClr val="333333">
                    <a:lumMod val="60000"/>
                    <a:lumOff val="40000"/>
                  </a:srgbClr>
                </a:solidFill>
                <a:latin typeface="Arial Narrow" pitchFamily="34" charset="0"/>
              </a:rPr>
              <a:t>201,765 claimants</a:t>
            </a:r>
          </a:p>
          <a:p>
            <a:pPr algn="ctr"/>
            <a:r>
              <a:rPr lang="en-US" sz="1400" dirty="0">
                <a:solidFill>
                  <a:srgbClr val="333333">
                    <a:lumMod val="60000"/>
                    <a:lumOff val="40000"/>
                  </a:srgbClr>
                </a:solidFill>
                <a:latin typeface="Arial Narrow" pitchFamily="34" charset="0"/>
              </a:rPr>
              <a:t>$68,227,580 total spend</a:t>
            </a:r>
          </a:p>
          <a:p>
            <a:pPr algn="ctr"/>
            <a:r>
              <a:rPr lang="en-US" sz="1400" dirty="0">
                <a:solidFill>
                  <a:srgbClr val="333333">
                    <a:lumMod val="60000"/>
                    <a:lumOff val="40000"/>
                  </a:srgbClr>
                </a:solidFill>
                <a:latin typeface="Arial Narrow" pitchFamily="34" charset="0"/>
              </a:rPr>
              <a:t>$9,221,948 Rx spend</a:t>
            </a:r>
          </a:p>
        </p:txBody>
      </p:sp>
      <p:sp>
        <p:nvSpPr>
          <p:cNvPr id="14" name="TextBox 13"/>
          <p:cNvSpPr txBox="1"/>
          <p:nvPr/>
        </p:nvSpPr>
        <p:spPr>
          <a:xfrm>
            <a:off x="149067" y="5962713"/>
            <a:ext cx="1874043" cy="738664"/>
          </a:xfrm>
          <a:prstGeom prst="rect">
            <a:avLst/>
          </a:prstGeom>
          <a:noFill/>
          <a:ln>
            <a:solidFill>
              <a:srgbClr val="00B0F0"/>
            </a:solidFill>
          </a:ln>
        </p:spPr>
        <p:txBody>
          <a:bodyPr wrap="square" rtlCol="0">
            <a:spAutoFit/>
          </a:bodyPr>
          <a:lstStyle/>
          <a:p>
            <a:pPr algn="ctr"/>
            <a:r>
              <a:rPr lang="en-US" sz="1400" dirty="0">
                <a:solidFill>
                  <a:srgbClr val="333333">
                    <a:lumMod val="60000"/>
                    <a:lumOff val="40000"/>
                  </a:srgbClr>
                </a:solidFill>
                <a:latin typeface="Arial Narrow" pitchFamily="34" charset="0"/>
              </a:rPr>
              <a:t>211,684 claimants</a:t>
            </a:r>
          </a:p>
          <a:p>
            <a:pPr algn="ctr"/>
            <a:r>
              <a:rPr lang="en-US" sz="1400" dirty="0">
                <a:solidFill>
                  <a:srgbClr val="333333">
                    <a:lumMod val="60000"/>
                    <a:lumOff val="40000"/>
                  </a:srgbClr>
                </a:solidFill>
                <a:latin typeface="Arial Narrow" pitchFamily="34" charset="0"/>
              </a:rPr>
              <a:t>$188,033,191 total spend</a:t>
            </a:r>
          </a:p>
          <a:p>
            <a:pPr algn="ctr"/>
            <a:r>
              <a:rPr lang="en-US" sz="1400" dirty="0">
                <a:solidFill>
                  <a:srgbClr val="333333">
                    <a:lumMod val="60000"/>
                    <a:lumOff val="40000"/>
                  </a:srgbClr>
                </a:solidFill>
                <a:latin typeface="Arial Narrow" pitchFamily="34" charset="0"/>
              </a:rPr>
              <a:t>$31,085,808 Rx spend</a:t>
            </a:r>
          </a:p>
        </p:txBody>
      </p:sp>
      <p:sp>
        <p:nvSpPr>
          <p:cNvPr id="16" name="Rectangle 15"/>
          <p:cNvSpPr/>
          <p:nvPr/>
        </p:nvSpPr>
        <p:spPr>
          <a:xfrm>
            <a:off x="7522361" y="5266568"/>
            <a:ext cx="1945641" cy="7200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Attention Deficit Disorder</a:t>
            </a:r>
          </a:p>
        </p:txBody>
      </p:sp>
      <p:sp>
        <p:nvSpPr>
          <p:cNvPr id="17" name="TextBox 16"/>
          <p:cNvSpPr txBox="1"/>
          <p:nvPr/>
        </p:nvSpPr>
        <p:spPr>
          <a:xfrm>
            <a:off x="7522361" y="5962713"/>
            <a:ext cx="1945641" cy="738664"/>
          </a:xfrm>
          <a:prstGeom prst="rect">
            <a:avLst/>
          </a:prstGeom>
          <a:noFill/>
          <a:ln>
            <a:solidFill>
              <a:srgbClr val="00B0F0"/>
            </a:solidFill>
          </a:ln>
        </p:spPr>
        <p:txBody>
          <a:bodyPr wrap="square" rtlCol="0">
            <a:spAutoFit/>
          </a:bodyPr>
          <a:lstStyle/>
          <a:p>
            <a:pPr algn="ctr"/>
            <a:r>
              <a:rPr lang="en-US" sz="1400" dirty="0">
                <a:solidFill>
                  <a:srgbClr val="333333">
                    <a:lumMod val="60000"/>
                    <a:lumOff val="40000"/>
                  </a:srgbClr>
                </a:solidFill>
                <a:latin typeface="Arial Narrow" pitchFamily="34" charset="0"/>
              </a:rPr>
              <a:t>87,501 claimants</a:t>
            </a:r>
          </a:p>
          <a:p>
            <a:pPr algn="ctr"/>
            <a:r>
              <a:rPr lang="en-US" sz="1400" dirty="0">
                <a:solidFill>
                  <a:srgbClr val="333333">
                    <a:lumMod val="60000"/>
                    <a:lumOff val="40000"/>
                  </a:srgbClr>
                </a:solidFill>
                <a:latin typeface="Arial Narrow" pitchFamily="34" charset="0"/>
              </a:rPr>
              <a:t>$66,458,511 total spend</a:t>
            </a:r>
          </a:p>
          <a:p>
            <a:pPr algn="ctr"/>
            <a:r>
              <a:rPr lang="en-US" sz="1400" dirty="0">
                <a:solidFill>
                  <a:srgbClr val="333333">
                    <a:lumMod val="60000"/>
                    <a:lumOff val="40000"/>
                  </a:srgbClr>
                </a:solidFill>
                <a:latin typeface="Arial Narrow" pitchFamily="34" charset="0"/>
              </a:rPr>
              <a:t>$45,923,712 Rx spend</a:t>
            </a:r>
          </a:p>
        </p:txBody>
      </p:sp>
      <p:sp>
        <p:nvSpPr>
          <p:cNvPr id="18" name="TextBox 17"/>
          <p:cNvSpPr txBox="1"/>
          <p:nvPr/>
        </p:nvSpPr>
        <p:spPr>
          <a:xfrm>
            <a:off x="379679" y="655111"/>
            <a:ext cx="11649322" cy="646331"/>
          </a:xfrm>
          <a:prstGeom prst="rect">
            <a:avLst/>
          </a:prstGeom>
          <a:noFill/>
        </p:spPr>
        <p:txBody>
          <a:bodyPr wrap="square" rtlCol="0">
            <a:spAutoFit/>
          </a:bodyPr>
          <a:lstStyle/>
          <a:p>
            <a:r>
              <a:rPr lang="en-US" b="1" dirty="0">
                <a:solidFill>
                  <a:schemeClr val="tx1">
                    <a:lumMod val="65000"/>
                  </a:schemeClr>
                </a:solidFill>
                <a:latin typeface="Arial Narrow" pitchFamily="34" charset="0"/>
              </a:rPr>
              <a:t>A product strategy that targets the highest cost and prevalent behavioral health conditions will drive outcomes and cost savings.</a:t>
            </a:r>
          </a:p>
        </p:txBody>
      </p:sp>
    </p:spTree>
    <p:extLst>
      <p:ext uri="{BB962C8B-B14F-4D97-AF65-F5344CB8AC3E}">
        <p14:creationId xmlns:p14="http://schemas.microsoft.com/office/powerpoint/2010/main" val="3160522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Behavioral Health Spectrum </a:t>
            </a:r>
          </a:p>
        </p:txBody>
      </p:sp>
      <p:sp>
        <p:nvSpPr>
          <p:cNvPr id="4" name="Slide Number Placeholder 3"/>
          <p:cNvSpPr>
            <a:spLocks noGrp="1"/>
          </p:cNvSpPr>
          <p:nvPr>
            <p:ph type="sldNum" sz="quarter" idx="10"/>
          </p:nvPr>
        </p:nvSpPr>
        <p:spPr/>
        <p:txBody>
          <a:bodyPr/>
          <a:lstStyle/>
          <a:p>
            <a:pPr>
              <a:defRPr/>
            </a:pPr>
            <a:fld id="{3369F550-7AC1-4C1C-83E8-1EB487366A85}" type="slidenum">
              <a:rPr lang="en-US">
                <a:solidFill>
                  <a:srgbClr val="333333"/>
                </a:solidFill>
              </a:rPr>
              <a:pPr>
                <a:defRPr/>
              </a:pPr>
              <a:t>14</a:t>
            </a:fld>
            <a:endParaRPr lang="en-US" dirty="0">
              <a:solidFill>
                <a:srgbClr val="333333"/>
              </a:solidFill>
            </a:endParaRPr>
          </a:p>
        </p:txBody>
      </p:sp>
      <p:sp>
        <p:nvSpPr>
          <p:cNvPr id="35" name="TextBox 34"/>
          <p:cNvSpPr txBox="1"/>
          <p:nvPr/>
        </p:nvSpPr>
        <p:spPr>
          <a:xfrm>
            <a:off x="6899105" y="3868803"/>
            <a:ext cx="2514600" cy="2000548"/>
          </a:xfrm>
          <a:prstGeom prst="rect">
            <a:avLst/>
          </a:prstGeom>
          <a:noFill/>
        </p:spPr>
        <p:txBody>
          <a:bodyPr wrap="square" rtlCol="0">
            <a:spAutoFit/>
          </a:bodyPr>
          <a:lstStyle/>
          <a:p>
            <a:pPr algn="ctr"/>
            <a:r>
              <a:rPr lang="en-US" sz="1600" dirty="0">
                <a:solidFill>
                  <a:schemeClr val="bg1">
                    <a:lumMod val="40000"/>
                    <a:lumOff val="60000"/>
                  </a:schemeClr>
                </a:solidFill>
                <a:latin typeface="Arial Narrow" pitchFamily="34" charset="0"/>
              </a:rPr>
              <a:t>Depression</a:t>
            </a:r>
          </a:p>
          <a:p>
            <a:pPr algn="ctr"/>
            <a:r>
              <a:rPr lang="en-US" sz="1600" dirty="0">
                <a:solidFill>
                  <a:schemeClr val="bg1">
                    <a:lumMod val="40000"/>
                    <a:lumOff val="60000"/>
                  </a:schemeClr>
                </a:solidFill>
                <a:latin typeface="Arial Narrow" pitchFamily="34" charset="0"/>
              </a:rPr>
              <a:t>Anxiety Disorder</a:t>
            </a:r>
          </a:p>
          <a:p>
            <a:pPr algn="ctr"/>
            <a:r>
              <a:rPr lang="en-US" sz="1600" dirty="0">
                <a:solidFill>
                  <a:schemeClr val="bg1">
                    <a:lumMod val="40000"/>
                    <a:lumOff val="60000"/>
                  </a:schemeClr>
                </a:solidFill>
                <a:latin typeface="Arial Narrow" pitchFamily="34" charset="0"/>
              </a:rPr>
              <a:t>Substance Use Disorder</a:t>
            </a:r>
          </a:p>
          <a:p>
            <a:pPr algn="ctr"/>
            <a:r>
              <a:rPr lang="en-US" sz="1600" dirty="0">
                <a:solidFill>
                  <a:schemeClr val="bg1">
                    <a:lumMod val="40000"/>
                    <a:lumOff val="60000"/>
                  </a:schemeClr>
                </a:solidFill>
                <a:latin typeface="Arial Narrow" pitchFamily="34" charset="0"/>
              </a:rPr>
              <a:t>Attention Deficit Disorder</a:t>
            </a:r>
          </a:p>
          <a:p>
            <a:pPr algn="ctr"/>
            <a:r>
              <a:rPr lang="en-US" sz="1600" dirty="0">
                <a:solidFill>
                  <a:schemeClr val="bg1">
                    <a:lumMod val="40000"/>
                    <a:lumOff val="60000"/>
                  </a:schemeClr>
                </a:solidFill>
                <a:latin typeface="Arial Narrow" pitchFamily="34" charset="0"/>
              </a:rPr>
              <a:t>Bipolar Disorder</a:t>
            </a:r>
          </a:p>
          <a:p>
            <a:pPr lvl="0" algn="ctr"/>
            <a:r>
              <a:rPr lang="en-US" sz="1600" dirty="0">
                <a:solidFill>
                  <a:schemeClr val="bg1">
                    <a:lumMod val="40000"/>
                    <a:lumOff val="60000"/>
                  </a:schemeClr>
                </a:solidFill>
                <a:latin typeface="Arial Narrow" pitchFamily="34" charset="0"/>
              </a:rPr>
              <a:t>Schizophrenia - C2V focus</a:t>
            </a:r>
          </a:p>
          <a:p>
            <a:pPr lvl="0" algn="ctr"/>
            <a:r>
              <a:rPr lang="en-US" sz="1600" dirty="0">
                <a:solidFill>
                  <a:schemeClr val="bg1">
                    <a:lumMod val="40000"/>
                    <a:lumOff val="60000"/>
                  </a:schemeClr>
                </a:solidFill>
                <a:latin typeface="Arial Narrow" pitchFamily="34" charset="0"/>
              </a:rPr>
              <a:t>Child/Adolescent - C2V focus</a:t>
            </a:r>
          </a:p>
          <a:p>
            <a:endParaRPr lang="en-US" sz="1200" b="1" dirty="0">
              <a:solidFill>
                <a:schemeClr val="bg1">
                  <a:lumMod val="40000"/>
                  <a:lumOff val="60000"/>
                </a:schemeClr>
              </a:solidFill>
              <a:latin typeface="Arial Narrow" pitchFamily="34" charset="0"/>
            </a:endParaRPr>
          </a:p>
        </p:txBody>
      </p:sp>
      <p:grpSp>
        <p:nvGrpSpPr>
          <p:cNvPr id="3" name="Group 2"/>
          <p:cNvGrpSpPr/>
          <p:nvPr/>
        </p:nvGrpSpPr>
        <p:grpSpPr>
          <a:xfrm>
            <a:off x="164888" y="1789383"/>
            <a:ext cx="11864340" cy="1360675"/>
            <a:chOff x="164888" y="1468438"/>
            <a:chExt cx="11864340" cy="1360675"/>
          </a:xfrm>
        </p:grpSpPr>
        <p:sp>
          <p:nvSpPr>
            <p:cNvPr id="9" name="Left-Right Arrow 8"/>
            <p:cNvSpPr/>
            <p:nvPr/>
          </p:nvSpPr>
          <p:spPr>
            <a:xfrm>
              <a:off x="164888" y="1468438"/>
              <a:ext cx="11864340" cy="1175629"/>
            </a:xfrm>
            <a:prstGeom prst="leftRightArrow">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33333"/>
                </a:solidFill>
              </a:endParaRPr>
            </a:p>
          </p:txBody>
        </p:sp>
        <p:sp>
          <p:nvSpPr>
            <p:cNvPr id="19" name="Round Diagonal Corner Rectangle 18"/>
            <p:cNvSpPr/>
            <p:nvPr/>
          </p:nvSpPr>
          <p:spPr>
            <a:xfrm>
              <a:off x="876436" y="1894699"/>
              <a:ext cx="1828800" cy="914400"/>
            </a:xfrm>
            <a:prstGeom prst="round2Diag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Well</a:t>
              </a:r>
            </a:p>
          </p:txBody>
        </p:sp>
        <p:sp>
          <p:nvSpPr>
            <p:cNvPr id="20" name="Round Diagonal Corner Rectangle 19"/>
            <p:cNvSpPr/>
            <p:nvPr/>
          </p:nvSpPr>
          <p:spPr>
            <a:xfrm>
              <a:off x="3010753" y="1894699"/>
              <a:ext cx="1828800" cy="914400"/>
            </a:xfrm>
            <a:prstGeom prst="round2Diag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Undiagnosed</a:t>
              </a:r>
            </a:p>
          </p:txBody>
        </p:sp>
        <p:sp>
          <p:nvSpPr>
            <p:cNvPr id="21" name="Round Diagonal Corner Rectangle 20"/>
            <p:cNvSpPr/>
            <p:nvPr/>
          </p:nvSpPr>
          <p:spPr>
            <a:xfrm>
              <a:off x="5145070" y="1894699"/>
              <a:ext cx="1828800" cy="914400"/>
            </a:xfrm>
            <a:prstGeom prst="round2Diag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Diagnosed</a:t>
              </a:r>
            </a:p>
            <a:p>
              <a:pPr algn="ctr"/>
              <a:r>
                <a:rPr lang="en-US" b="1" dirty="0">
                  <a:solidFill>
                    <a:srgbClr val="FFFFFF"/>
                  </a:solidFill>
                </a:rPr>
                <a:t>Untreated</a:t>
              </a:r>
            </a:p>
          </p:txBody>
        </p:sp>
        <p:sp>
          <p:nvSpPr>
            <p:cNvPr id="24" name="Round Diagonal Corner Rectangle 23"/>
            <p:cNvSpPr/>
            <p:nvPr/>
          </p:nvSpPr>
          <p:spPr>
            <a:xfrm>
              <a:off x="7279387" y="1914713"/>
              <a:ext cx="1828800" cy="914400"/>
            </a:xfrm>
            <a:prstGeom prst="round2Diag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Diagnosed Suboptimal Treatment</a:t>
              </a:r>
            </a:p>
          </p:txBody>
        </p:sp>
        <p:sp>
          <p:nvSpPr>
            <p:cNvPr id="11" name="Round Diagonal Corner Rectangle 10"/>
            <p:cNvSpPr/>
            <p:nvPr/>
          </p:nvSpPr>
          <p:spPr>
            <a:xfrm>
              <a:off x="9413705" y="1914713"/>
              <a:ext cx="1828800" cy="914400"/>
            </a:xfrm>
            <a:prstGeom prst="round2Diag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FFFF"/>
                  </a:solidFill>
                </a:rPr>
                <a:t>Diagnosed </a:t>
              </a:r>
            </a:p>
            <a:p>
              <a:pPr algn="ctr"/>
              <a:r>
                <a:rPr lang="en-US" b="1" dirty="0">
                  <a:solidFill>
                    <a:srgbClr val="FFFFFF"/>
                  </a:solidFill>
                </a:rPr>
                <a:t>Optimal Treatment</a:t>
              </a:r>
            </a:p>
          </p:txBody>
        </p:sp>
      </p:grpSp>
      <p:sp>
        <p:nvSpPr>
          <p:cNvPr id="5" name="Right Brace 4"/>
          <p:cNvSpPr/>
          <p:nvPr/>
        </p:nvSpPr>
        <p:spPr>
          <a:xfrm rot="5400000">
            <a:off x="7850338" y="494119"/>
            <a:ext cx="600074" cy="6010610"/>
          </a:xfrm>
          <a:prstGeom prst="rightBrace">
            <a:avLst>
              <a:gd name="adj1" fmla="val 8333"/>
              <a:gd name="adj2" fmla="val 51313"/>
            </a:avLst>
          </a:prstGeom>
          <a:ln>
            <a:solidFill>
              <a:schemeClr val="bg1">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9180837" y="6544635"/>
            <a:ext cx="2768600" cy="261610"/>
          </a:xfrm>
          <a:prstGeom prst="rect">
            <a:avLst/>
          </a:prstGeom>
          <a:noFill/>
        </p:spPr>
        <p:txBody>
          <a:bodyPr wrap="square" rtlCol="0">
            <a:spAutoFit/>
          </a:bodyPr>
          <a:lstStyle/>
          <a:p>
            <a:r>
              <a:rPr lang="en-US" sz="1100" dirty="0">
                <a:solidFill>
                  <a:schemeClr val="bg1"/>
                </a:solidFill>
                <a:latin typeface="Arial Narrow" pitchFamily="34" charset="0"/>
              </a:rPr>
              <a:t>*C2V focus areas </a:t>
            </a:r>
          </a:p>
        </p:txBody>
      </p:sp>
      <p:sp>
        <p:nvSpPr>
          <p:cNvPr id="6" name="TextBox 5"/>
          <p:cNvSpPr txBox="1"/>
          <p:nvPr/>
        </p:nvSpPr>
        <p:spPr>
          <a:xfrm>
            <a:off x="1051764" y="3209982"/>
            <a:ext cx="1478144" cy="276999"/>
          </a:xfrm>
          <a:prstGeom prst="rect">
            <a:avLst/>
          </a:prstGeom>
          <a:noFill/>
        </p:spPr>
        <p:txBody>
          <a:bodyPr wrap="square" rtlCol="0">
            <a:spAutoFit/>
          </a:bodyPr>
          <a:lstStyle/>
          <a:p>
            <a:pPr algn="ctr"/>
            <a:r>
              <a:rPr lang="en-US" sz="1200" b="1" dirty="0">
                <a:solidFill>
                  <a:schemeClr val="bg1">
                    <a:lumMod val="40000"/>
                    <a:lumOff val="60000"/>
                  </a:schemeClr>
                </a:solidFill>
                <a:latin typeface="Arial Narrow" pitchFamily="34" charset="0"/>
              </a:rPr>
              <a:t>Keep Well </a:t>
            </a:r>
          </a:p>
        </p:txBody>
      </p:sp>
      <p:sp>
        <p:nvSpPr>
          <p:cNvPr id="15" name="TextBox 14"/>
          <p:cNvSpPr txBox="1"/>
          <p:nvPr/>
        </p:nvSpPr>
        <p:spPr>
          <a:xfrm>
            <a:off x="3186081" y="3199387"/>
            <a:ext cx="1478144" cy="461665"/>
          </a:xfrm>
          <a:prstGeom prst="rect">
            <a:avLst/>
          </a:prstGeom>
          <a:noFill/>
        </p:spPr>
        <p:txBody>
          <a:bodyPr wrap="square" rtlCol="0">
            <a:spAutoFit/>
          </a:bodyPr>
          <a:lstStyle/>
          <a:p>
            <a:pPr algn="ctr"/>
            <a:r>
              <a:rPr lang="en-US" sz="1200" b="1" dirty="0">
                <a:solidFill>
                  <a:schemeClr val="bg1">
                    <a:lumMod val="40000"/>
                    <a:lumOff val="60000"/>
                  </a:schemeClr>
                </a:solidFill>
                <a:latin typeface="Arial Narrow" pitchFamily="34" charset="0"/>
              </a:rPr>
              <a:t>Identify and Engage in Treatment</a:t>
            </a:r>
          </a:p>
        </p:txBody>
      </p:sp>
      <p:sp>
        <p:nvSpPr>
          <p:cNvPr id="16" name="TextBox 15"/>
          <p:cNvSpPr txBox="1"/>
          <p:nvPr/>
        </p:nvSpPr>
        <p:spPr>
          <a:xfrm>
            <a:off x="6331090" y="3238389"/>
            <a:ext cx="3638570" cy="276999"/>
          </a:xfrm>
          <a:prstGeom prst="rect">
            <a:avLst/>
          </a:prstGeom>
          <a:noFill/>
        </p:spPr>
        <p:txBody>
          <a:bodyPr wrap="square" rtlCol="0">
            <a:spAutoFit/>
          </a:bodyPr>
          <a:lstStyle/>
          <a:p>
            <a:pPr algn="ctr"/>
            <a:r>
              <a:rPr lang="en-US" sz="1200" b="1" dirty="0">
                <a:solidFill>
                  <a:schemeClr val="bg1">
                    <a:lumMod val="40000"/>
                    <a:lumOff val="60000"/>
                  </a:schemeClr>
                </a:solidFill>
                <a:latin typeface="Arial Narrow" pitchFamily="34" charset="0"/>
              </a:rPr>
              <a:t>Optimize Treatment throughout acute and chronic phases</a:t>
            </a:r>
          </a:p>
        </p:txBody>
      </p:sp>
      <p:sp>
        <p:nvSpPr>
          <p:cNvPr id="17" name="TextBox 16"/>
          <p:cNvSpPr txBox="1"/>
          <p:nvPr/>
        </p:nvSpPr>
        <p:spPr>
          <a:xfrm>
            <a:off x="379679" y="655111"/>
            <a:ext cx="11649322" cy="646331"/>
          </a:xfrm>
          <a:prstGeom prst="rect">
            <a:avLst/>
          </a:prstGeom>
          <a:noFill/>
        </p:spPr>
        <p:txBody>
          <a:bodyPr wrap="square" rtlCol="0">
            <a:spAutoFit/>
          </a:bodyPr>
          <a:lstStyle/>
          <a:p>
            <a:r>
              <a:rPr lang="en-US" b="1" dirty="0">
                <a:solidFill>
                  <a:schemeClr val="tx1">
                    <a:lumMod val="65000"/>
                  </a:schemeClr>
                </a:solidFill>
                <a:latin typeface="Arial Narrow" pitchFamily="34" charset="0"/>
              </a:rPr>
              <a:t>The Highmark Behavioral Health Product Strategy spans across the spectrum from keeping members well to optimizing treatment. </a:t>
            </a:r>
          </a:p>
        </p:txBody>
      </p:sp>
    </p:spTree>
    <p:extLst>
      <p:ext uri="{BB962C8B-B14F-4D97-AF65-F5344CB8AC3E}">
        <p14:creationId xmlns:p14="http://schemas.microsoft.com/office/powerpoint/2010/main" val="5813354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Box 36"/>
          <p:cNvSpPr txBox="1"/>
          <p:nvPr/>
        </p:nvSpPr>
        <p:spPr>
          <a:xfrm>
            <a:off x="8319170" y="359187"/>
            <a:ext cx="1823292" cy="246221"/>
          </a:xfrm>
          <a:prstGeom prst="rect">
            <a:avLst/>
          </a:prstGeom>
          <a:noFill/>
        </p:spPr>
        <p:txBody>
          <a:bodyPr wrap="square" rtlCol="0">
            <a:spAutoFit/>
          </a:bodyPr>
          <a:lstStyle/>
          <a:p>
            <a:r>
              <a:rPr lang="en-US" sz="1000" dirty="0">
                <a:solidFill>
                  <a:schemeClr val="bg1"/>
                </a:solidFill>
                <a:latin typeface="Arial Narrow" panose="020B0606020202030204" pitchFamily="34" charset="0"/>
              </a:rPr>
              <a:t>Exists Today/Opportunity to expand</a:t>
            </a:r>
          </a:p>
        </p:txBody>
      </p:sp>
      <p:sp>
        <p:nvSpPr>
          <p:cNvPr id="3" name="Rectangle 2"/>
          <p:cNvSpPr/>
          <p:nvPr/>
        </p:nvSpPr>
        <p:spPr>
          <a:xfrm>
            <a:off x="125730" y="5763899"/>
            <a:ext cx="3166110" cy="91122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7200" y="287338"/>
            <a:ext cx="11279717" cy="469407"/>
          </a:xfrm>
        </p:spPr>
        <p:txBody>
          <a:bodyPr/>
          <a:lstStyle/>
          <a:p>
            <a:r>
              <a:rPr lang="en-US" dirty="0"/>
              <a:t>Current Initiatives and Opportunities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700838856"/>
              </p:ext>
            </p:extLst>
          </p:nvPr>
        </p:nvGraphicFramePr>
        <p:xfrm>
          <a:off x="191815" y="673283"/>
          <a:ext cx="11887201" cy="5762901"/>
        </p:xfrm>
        <a:graphic>
          <a:graphicData uri="http://schemas.openxmlformats.org/drawingml/2006/table">
            <a:tbl>
              <a:tblPr firstRow="1" bandRow="1">
                <a:tableStyleId>{5C22544A-7EE6-4342-B048-85BDC9FD1C3A}</a:tableStyleId>
              </a:tblPr>
              <a:tblGrid>
                <a:gridCol w="1037813">
                  <a:extLst>
                    <a:ext uri="{9D8B030D-6E8A-4147-A177-3AD203B41FA5}">
                      <a16:colId xmlns:a16="http://schemas.microsoft.com/office/drawing/2014/main" val="20000"/>
                    </a:ext>
                  </a:extLst>
                </a:gridCol>
                <a:gridCol w="1390077">
                  <a:extLst>
                    <a:ext uri="{9D8B030D-6E8A-4147-A177-3AD203B41FA5}">
                      <a16:colId xmlns:a16="http://schemas.microsoft.com/office/drawing/2014/main" val="20001"/>
                    </a:ext>
                  </a:extLst>
                </a:gridCol>
                <a:gridCol w="1387365">
                  <a:extLst>
                    <a:ext uri="{9D8B030D-6E8A-4147-A177-3AD203B41FA5}">
                      <a16:colId xmlns:a16="http://schemas.microsoft.com/office/drawing/2014/main" val="20002"/>
                    </a:ext>
                  </a:extLst>
                </a:gridCol>
                <a:gridCol w="1364655">
                  <a:extLst>
                    <a:ext uri="{9D8B030D-6E8A-4147-A177-3AD203B41FA5}">
                      <a16:colId xmlns:a16="http://schemas.microsoft.com/office/drawing/2014/main" val="20003"/>
                    </a:ext>
                  </a:extLst>
                </a:gridCol>
                <a:gridCol w="1251481">
                  <a:extLst>
                    <a:ext uri="{9D8B030D-6E8A-4147-A177-3AD203B41FA5}">
                      <a16:colId xmlns:a16="http://schemas.microsoft.com/office/drawing/2014/main" val="20004"/>
                    </a:ext>
                  </a:extLst>
                </a:gridCol>
                <a:gridCol w="1531751">
                  <a:extLst>
                    <a:ext uri="{9D8B030D-6E8A-4147-A177-3AD203B41FA5}">
                      <a16:colId xmlns:a16="http://schemas.microsoft.com/office/drawing/2014/main" val="20005"/>
                    </a:ext>
                  </a:extLst>
                </a:gridCol>
                <a:gridCol w="1175171">
                  <a:extLst>
                    <a:ext uri="{9D8B030D-6E8A-4147-A177-3AD203B41FA5}">
                      <a16:colId xmlns:a16="http://schemas.microsoft.com/office/drawing/2014/main" val="20006"/>
                    </a:ext>
                  </a:extLst>
                </a:gridCol>
                <a:gridCol w="1330246">
                  <a:extLst>
                    <a:ext uri="{9D8B030D-6E8A-4147-A177-3AD203B41FA5}">
                      <a16:colId xmlns:a16="http://schemas.microsoft.com/office/drawing/2014/main" val="20007"/>
                    </a:ext>
                  </a:extLst>
                </a:gridCol>
                <a:gridCol w="1418642">
                  <a:extLst>
                    <a:ext uri="{9D8B030D-6E8A-4147-A177-3AD203B41FA5}">
                      <a16:colId xmlns:a16="http://schemas.microsoft.com/office/drawing/2014/main" val="20008"/>
                    </a:ext>
                  </a:extLst>
                </a:gridCol>
              </a:tblGrid>
              <a:tr h="695506">
                <a:tc>
                  <a:txBody>
                    <a:bodyPr/>
                    <a:lstStyle/>
                    <a:p>
                      <a:endParaRPr lang="en-US" dirty="0"/>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dirty="0">
                          <a:solidFill>
                            <a:schemeClr val="tx1"/>
                          </a:solidFill>
                          <a:latin typeface="Arial Narrow" panose="020B0606020202030204" pitchFamily="34" charset="0"/>
                        </a:rPr>
                        <a:t>Well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65000"/>
                      </a:schemeClr>
                    </a:solidFill>
                  </a:tcPr>
                </a:tc>
                <a:tc>
                  <a:txBody>
                    <a:bodyPr/>
                    <a:lstStyle/>
                    <a:p>
                      <a:pPr algn="ctr"/>
                      <a:r>
                        <a:rPr lang="en-US" sz="1400" dirty="0">
                          <a:solidFill>
                            <a:schemeClr val="tx1"/>
                          </a:solidFill>
                          <a:latin typeface="Arial Narrow" panose="020B0606020202030204" pitchFamily="34" charset="0"/>
                        </a:rPr>
                        <a:t>Undiagnosed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65000"/>
                      </a:schemeClr>
                    </a:solidFill>
                  </a:tcPr>
                </a:tc>
                <a:tc>
                  <a:txBody>
                    <a:bodyPr/>
                    <a:lstStyle/>
                    <a:p>
                      <a:pPr algn="ctr"/>
                      <a:r>
                        <a:rPr lang="en-US" sz="1400" dirty="0">
                          <a:solidFill>
                            <a:schemeClr val="tx1"/>
                          </a:solidFill>
                          <a:latin typeface="Arial Narrow" panose="020B0606020202030204" pitchFamily="34" charset="0"/>
                        </a:rPr>
                        <a:t>Depression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65000"/>
                      </a:schemeClr>
                    </a:solidFill>
                  </a:tcPr>
                </a:tc>
                <a:tc>
                  <a:txBody>
                    <a:bodyPr/>
                    <a:lstStyle/>
                    <a:p>
                      <a:pPr algn="ctr"/>
                      <a:r>
                        <a:rPr lang="en-US" sz="1400" dirty="0">
                          <a:solidFill>
                            <a:schemeClr val="tx1"/>
                          </a:solidFill>
                          <a:latin typeface="Arial Narrow" panose="020B0606020202030204" pitchFamily="34" charset="0"/>
                        </a:rPr>
                        <a:t>Anxiety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65000"/>
                      </a:schemeClr>
                    </a:solidFill>
                  </a:tcPr>
                </a:tc>
                <a:tc>
                  <a:txBody>
                    <a:bodyPr/>
                    <a:lstStyle/>
                    <a:p>
                      <a:pPr algn="ctr"/>
                      <a:r>
                        <a:rPr lang="en-US" sz="1400" dirty="0">
                          <a:solidFill>
                            <a:schemeClr val="tx1"/>
                          </a:solidFill>
                          <a:latin typeface="Arial Narrow" panose="020B0606020202030204" pitchFamily="34" charset="0"/>
                        </a:rPr>
                        <a:t>Substance Use Disorder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65000"/>
                      </a:schemeClr>
                    </a:solidFill>
                  </a:tcPr>
                </a:tc>
                <a:tc>
                  <a:txBody>
                    <a:bodyPr/>
                    <a:lstStyle/>
                    <a:p>
                      <a:pPr algn="ctr"/>
                      <a:r>
                        <a:rPr lang="en-US" sz="1400" dirty="0">
                          <a:solidFill>
                            <a:schemeClr val="tx1"/>
                          </a:solidFill>
                          <a:latin typeface="Arial Narrow" panose="020B0606020202030204" pitchFamily="34" charset="0"/>
                        </a:rPr>
                        <a:t>Bipolar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65000"/>
                      </a:schemeClr>
                    </a:solidFill>
                  </a:tcPr>
                </a:tc>
                <a:tc>
                  <a:txBody>
                    <a:bodyPr/>
                    <a:lstStyle/>
                    <a:p>
                      <a:pPr algn="ctr"/>
                      <a:r>
                        <a:rPr lang="en-US" sz="1400" dirty="0">
                          <a:solidFill>
                            <a:schemeClr val="tx1"/>
                          </a:solidFill>
                          <a:latin typeface="Arial Narrow" panose="020B0606020202030204" pitchFamily="34" charset="0"/>
                        </a:rPr>
                        <a:t>Child</a:t>
                      </a:r>
                      <a:r>
                        <a:rPr lang="en-US" sz="1400" baseline="0" dirty="0">
                          <a:solidFill>
                            <a:schemeClr val="tx1"/>
                          </a:solidFill>
                          <a:latin typeface="Arial Narrow" panose="020B0606020202030204" pitchFamily="34" charset="0"/>
                        </a:rPr>
                        <a:t> a</a:t>
                      </a:r>
                      <a:r>
                        <a:rPr lang="en-US" sz="1400" dirty="0">
                          <a:solidFill>
                            <a:schemeClr val="tx1"/>
                          </a:solidFill>
                          <a:latin typeface="Arial Narrow" panose="020B0606020202030204" pitchFamily="34" charset="0"/>
                        </a:rPr>
                        <a:t>nd</a:t>
                      </a:r>
                      <a:r>
                        <a:rPr lang="en-US" sz="1400" baseline="0" dirty="0">
                          <a:solidFill>
                            <a:schemeClr val="tx1"/>
                          </a:solidFill>
                          <a:latin typeface="Arial Narrow" panose="020B0606020202030204" pitchFamily="34" charset="0"/>
                        </a:rPr>
                        <a:t> </a:t>
                      </a:r>
                      <a:r>
                        <a:rPr lang="en-US" sz="1400" dirty="0">
                          <a:solidFill>
                            <a:schemeClr val="tx1"/>
                          </a:solidFill>
                          <a:latin typeface="Arial Narrow" panose="020B0606020202030204" pitchFamily="34" charset="0"/>
                        </a:rPr>
                        <a:t>Adolescent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65000"/>
                      </a:schemeClr>
                    </a:solidFill>
                  </a:tcPr>
                </a:tc>
                <a:tc>
                  <a:txBody>
                    <a:bodyPr/>
                    <a:lstStyle/>
                    <a:p>
                      <a:pPr algn="ctr"/>
                      <a:r>
                        <a:rPr lang="en-US" sz="1400" dirty="0">
                          <a:solidFill>
                            <a:schemeClr val="tx1"/>
                          </a:solidFill>
                          <a:latin typeface="Arial Narrow" panose="020B0606020202030204" pitchFamily="34" charset="0"/>
                        </a:rPr>
                        <a:t>Schizophrenia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65000"/>
                      </a:schemeClr>
                    </a:solidFill>
                  </a:tcPr>
                </a:tc>
                <a:extLst>
                  <a:ext uri="{0D108BD9-81ED-4DB2-BD59-A6C34878D82A}">
                    <a16:rowId xmlns:a16="http://schemas.microsoft.com/office/drawing/2014/main" val="10000"/>
                  </a:ext>
                </a:extLst>
              </a:tr>
              <a:tr h="1202961">
                <a:tc>
                  <a:txBody>
                    <a:bodyPr/>
                    <a:lstStyle/>
                    <a:p>
                      <a:pPr algn="ctr"/>
                      <a:r>
                        <a:rPr lang="en-US" sz="1400" b="1" dirty="0">
                          <a:latin typeface="Arial Narrow" panose="020B0606020202030204" pitchFamily="34" charset="0"/>
                        </a:rPr>
                        <a:t>Benefit Coverage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0000"/>
                        <a:lumOff val="4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0000"/>
                        <a:lumOff val="40000"/>
                        <a:alpha val="2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0000"/>
                        <a:lumOff val="40000"/>
                        <a:alpha val="2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0000"/>
                        <a:lumOff val="40000"/>
                        <a:alpha val="2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0000"/>
                        <a:lumOff val="40000"/>
                        <a:alpha val="2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0000"/>
                        <a:lumOff val="40000"/>
                        <a:alpha val="2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0000"/>
                        <a:lumOff val="40000"/>
                        <a:alpha val="2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0000"/>
                        <a:lumOff val="40000"/>
                        <a:alpha val="2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0000"/>
                        <a:lumOff val="40000"/>
                        <a:alpha val="20000"/>
                      </a:schemeClr>
                    </a:solidFill>
                  </a:tcPr>
                </a:tc>
                <a:extLst>
                  <a:ext uri="{0D108BD9-81ED-4DB2-BD59-A6C34878D82A}">
                    <a16:rowId xmlns:a16="http://schemas.microsoft.com/office/drawing/2014/main" val="10001"/>
                  </a:ext>
                </a:extLst>
              </a:tr>
              <a:tr h="982980">
                <a:tc>
                  <a:txBody>
                    <a:bodyPr/>
                    <a:lstStyle/>
                    <a:p>
                      <a:pPr algn="ctr"/>
                      <a:r>
                        <a:rPr lang="en-US" sz="1400" b="1" dirty="0">
                          <a:latin typeface="Arial Narrow" panose="020B0606020202030204" pitchFamily="34" charset="0"/>
                        </a:rPr>
                        <a:t>Client Levers</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tc>
                  <a:txBody>
                    <a:bodyPr/>
                    <a:lstStyle/>
                    <a:p>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tc>
                  <a:txBody>
                    <a:bodyPr/>
                    <a:lstStyle/>
                    <a:p>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tc>
                  <a:txBody>
                    <a:bodyPr/>
                    <a:lstStyle/>
                    <a:p>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tc>
                  <a:txBody>
                    <a:bodyPr/>
                    <a:lstStyle/>
                    <a:p>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tc>
                  <a:txBody>
                    <a:bodyPr/>
                    <a:lstStyle/>
                    <a:p>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tc>
                  <a:txBody>
                    <a:bodyPr/>
                    <a:lstStyle/>
                    <a:p>
                      <a:endParaRPr lang="en-US"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tc>
                  <a:txBody>
                    <a:bodyPr/>
                    <a:lstStyle/>
                    <a:p>
                      <a:endParaRPr lang="en-US" dirty="0"/>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alpha val="20000"/>
                      </a:schemeClr>
                    </a:solidFill>
                  </a:tcPr>
                </a:tc>
                <a:extLst>
                  <a:ext uri="{0D108BD9-81ED-4DB2-BD59-A6C34878D82A}">
                    <a16:rowId xmlns:a16="http://schemas.microsoft.com/office/drawing/2014/main" val="10002"/>
                  </a:ext>
                </a:extLst>
              </a:tr>
              <a:tr h="1531620">
                <a:tc>
                  <a:txBody>
                    <a:bodyPr/>
                    <a:lstStyle/>
                    <a:p>
                      <a:pPr algn="ctr"/>
                      <a:r>
                        <a:rPr lang="en-US" sz="1400" b="1" dirty="0">
                          <a:latin typeface="Arial Narrow" panose="020B0606020202030204" pitchFamily="34" charset="0"/>
                        </a:rPr>
                        <a:t>Member Support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alpha val="2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alpha val="2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alpha val="2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alpha val="2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alpha val="2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alpha val="2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alpha val="2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alpha val="20000"/>
                      </a:schemeClr>
                    </a:solidFill>
                  </a:tcPr>
                </a:tc>
                <a:extLst>
                  <a:ext uri="{0D108BD9-81ED-4DB2-BD59-A6C34878D82A}">
                    <a16:rowId xmlns:a16="http://schemas.microsoft.com/office/drawing/2014/main" val="10003"/>
                  </a:ext>
                </a:extLst>
              </a:tr>
              <a:tr h="1349834">
                <a:tc>
                  <a:txBody>
                    <a:bodyPr/>
                    <a:lstStyle/>
                    <a:p>
                      <a:pPr algn="ctr"/>
                      <a:r>
                        <a:rPr lang="en-US" sz="1400" b="1" dirty="0">
                          <a:latin typeface="Arial Narrow" panose="020B0606020202030204" pitchFamily="34" charset="0"/>
                        </a:rPr>
                        <a:t>Provider</a:t>
                      </a:r>
                      <a:r>
                        <a:rPr lang="en-US" sz="1400" b="1" baseline="0" dirty="0">
                          <a:latin typeface="Arial Narrow" panose="020B0606020202030204" pitchFamily="34" charset="0"/>
                        </a:rPr>
                        <a:t> Support</a:t>
                      </a:r>
                      <a:endParaRPr lang="en-US" sz="1400" b="1" dirty="0">
                        <a:latin typeface="Arial Narrow" panose="020B0606020202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alpha val="2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alpha val="2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alpha val="2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alpha val="2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alpha val="2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alpha val="2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alpha val="20000"/>
                      </a:schemeClr>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alpha val="20000"/>
                      </a:schemeClr>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1279636" y="1442442"/>
            <a:ext cx="1258617" cy="182880"/>
          </a:xfrm>
          <a:prstGeom prst="roundRect">
            <a:avLst/>
          </a:prstGeom>
          <a:solidFill>
            <a:schemeClr val="tx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Narrow" panose="020B0606020202030204" pitchFamily="34" charset="0"/>
              </a:rPr>
              <a:t>Blue 365/CAM </a:t>
            </a:r>
          </a:p>
        </p:txBody>
      </p:sp>
      <p:sp>
        <p:nvSpPr>
          <p:cNvPr id="7" name="Rounded Rectangle 6"/>
          <p:cNvSpPr/>
          <p:nvPr/>
        </p:nvSpPr>
        <p:spPr>
          <a:xfrm>
            <a:off x="1266499" y="1932134"/>
            <a:ext cx="2663053" cy="183699"/>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Narrow" panose="020B0606020202030204" pitchFamily="34" charset="0"/>
              </a:rPr>
              <a:t>Preventive Mental Health Care</a:t>
            </a:r>
          </a:p>
        </p:txBody>
      </p:sp>
      <p:sp>
        <p:nvSpPr>
          <p:cNvPr id="8" name="Rounded Rectangle 7"/>
          <p:cNvSpPr/>
          <p:nvPr/>
        </p:nvSpPr>
        <p:spPr>
          <a:xfrm>
            <a:off x="4096404" y="1434261"/>
            <a:ext cx="7883474" cy="172074"/>
          </a:xfrm>
          <a:prstGeom prst="roundRect">
            <a:avLst/>
          </a:prstGeom>
          <a:solidFill>
            <a:schemeClr val="tx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Narrow" panose="020B0606020202030204" pitchFamily="34" charset="0"/>
              </a:rPr>
              <a:t>Mental Health Benefits (Face to Face/Virtual)</a:t>
            </a:r>
          </a:p>
        </p:txBody>
      </p:sp>
      <p:sp>
        <p:nvSpPr>
          <p:cNvPr id="9" name="Rounded Rectangle 8"/>
          <p:cNvSpPr/>
          <p:nvPr/>
        </p:nvSpPr>
        <p:spPr>
          <a:xfrm>
            <a:off x="4106915" y="1683130"/>
            <a:ext cx="7872963" cy="205886"/>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Narrow" panose="020B0606020202030204" pitchFamily="34" charset="0"/>
              </a:rPr>
              <a:t>PCP Copay for Mental Health</a:t>
            </a:r>
          </a:p>
        </p:txBody>
      </p:sp>
      <p:sp>
        <p:nvSpPr>
          <p:cNvPr id="10" name="Rounded Rectangle 9"/>
          <p:cNvSpPr/>
          <p:nvPr/>
        </p:nvSpPr>
        <p:spPr>
          <a:xfrm>
            <a:off x="6695466" y="1917089"/>
            <a:ext cx="1397884" cy="548640"/>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Narrow" panose="020B0606020202030204" pitchFamily="34" charset="0"/>
              </a:rPr>
              <a:t>Virtual Treatment</a:t>
            </a:r>
          </a:p>
          <a:p>
            <a:pPr algn="ctr"/>
            <a:r>
              <a:rPr lang="en-US" sz="1200" dirty="0">
                <a:solidFill>
                  <a:schemeClr val="tx1"/>
                </a:solidFill>
                <a:latin typeface="Arial Narrow" panose="020B0606020202030204" pitchFamily="34" charset="0"/>
              </a:rPr>
              <a:t>Peer Recovery Support</a:t>
            </a:r>
          </a:p>
        </p:txBody>
      </p:sp>
      <p:sp>
        <p:nvSpPr>
          <p:cNvPr id="11" name="Rounded Rectangle 10"/>
          <p:cNvSpPr/>
          <p:nvPr/>
        </p:nvSpPr>
        <p:spPr>
          <a:xfrm>
            <a:off x="5440415" y="1946642"/>
            <a:ext cx="1077306" cy="18288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Narrow" panose="020B0606020202030204" pitchFamily="34" charset="0"/>
              </a:rPr>
              <a:t>Freespira</a:t>
            </a:r>
          </a:p>
        </p:txBody>
      </p:sp>
      <p:sp>
        <p:nvSpPr>
          <p:cNvPr id="12" name="Rounded Rectangle 11"/>
          <p:cNvSpPr/>
          <p:nvPr/>
        </p:nvSpPr>
        <p:spPr>
          <a:xfrm>
            <a:off x="1284380" y="2875658"/>
            <a:ext cx="10715910" cy="16130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Narrow" panose="020B0606020202030204" pitchFamily="34" charset="0"/>
              </a:rPr>
              <a:t>Employee Assistance Program (EAP)</a:t>
            </a:r>
          </a:p>
        </p:txBody>
      </p:sp>
      <p:sp>
        <p:nvSpPr>
          <p:cNvPr id="13" name="Rounded Rectangle 12"/>
          <p:cNvSpPr/>
          <p:nvPr/>
        </p:nvSpPr>
        <p:spPr>
          <a:xfrm>
            <a:off x="4096403" y="3124527"/>
            <a:ext cx="1195683" cy="36647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Narrow" panose="020B0606020202030204" pitchFamily="34" charset="0"/>
              </a:rPr>
              <a:t>Value Based Benefits</a:t>
            </a:r>
          </a:p>
        </p:txBody>
      </p:sp>
      <p:sp>
        <p:nvSpPr>
          <p:cNvPr id="14" name="Rounded Rectangle 13"/>
          <p:cNvSpPr/>
          <p:nvPr/>
        </p:nvSpPr>
        <p:spPr>
          <a:xfrm>
            <a:off x="1296711" y="2662235"/>
            <a:ext cx="2683422" cy="170371"/>
          </a:xfrm>
          <a:prstGeom prst="roundRect">
            <a:avLst/>
          </a:prstGeom>
          <a:solidFill>
            <a:schemeClr val="tx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Narrow" panose="020B0606020202030204" pitchFamily="34" charset="0"/>
              </a:rPr>
              <a:t>Rewards &amp; Challenges*</a:t>
            </a:r>
          </a:p>
        </p:txBody>
      </p:sp>
      <p:sp>
        <p:nvSpPr>
          <p:cNvPr id="15" name="Rounded Rectangle 14"/>
          <p:cNvSpPr/>
          <p:nvPr/>
        </p:nvSpPr>
        <p:spPr>
          <a:xfrm>
            <a:off x="4096404" y="2650739"/>
            <a:ext cx="1195683" cy="182880"/>
          </a:xfrm>
          <a:prstGeom prst="roundRect">
            <a:avLst/>
          </a:prstGeom>
          <a:solidFill>
            <a:schemeClr val="tx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Narrow" panose="020B0606020202030204" pitchFamily="34" charset="0"/>
              </a:rPr>
              <a:t>Well 360 Advisor*</a:t>
            </a:r>
          </a:p>
        </p:txBody>
      </p:sp>
      <p:sp>
        <p:nvSpPr>
          <p:cNvPr id="16" name="Rounded Rectangle 15"/>
          <p:cNvSpPr/>
          <p:nvPr/>
        </p:nvSpPr>
        <p:spPr>
          <a:xfrm>
            <a:off x="1313789" y="3621225"/>
            <a:ext cx="1258619" cy="182880"/>
          </a:xfrm>
          <a:prstGeom prst="roundRect">
            <a:avLst/>
          </a:prstGeom>
          <a:solidFill>
            <a:schemeClr val="tx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Narrow" panose="020B0606020202030204" pitchFamily="34" charset="0"/>
              </a:rPr>
              <a:t>SC RAT/Content</a:t>
            </a:r>
          </a:p>
        </p:txBody>
      </p:sp>
      <p:sp>
        <p:nvSpPr>
          <p:cNvPr id="17" name="Rounded Rectangle 16"/>
          <p:cNvSpPr/>
          <p:nvPr/>
        </p:nvSpPr>
        <p:spPr>
          <a:xfrm>
            <a:off x="2697213" y="4812989"/>
            <a:ext cx="3860606" cy="171574"/>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LARK</a:t>
            </a:r>
          </a:p>
        </p:txBody>
      </p:sp>
      <p:sp>
        <p:nvSpPr>
          <p:cNvPr id="18" name="Rounded Rectangle 17"/>
          <p:cNvSpPr/>
          <p:nvPr/>
        </p:nvSpPr>
        <p:spPr>
          <a:xfrm>
            <a:off x="1296712" y="3860054"/>
            <a:ext cx="1258618" cy="365760"/>
          </a:xfrm>
          <a:prstGeom prst="roundRect">
            <a:avLst/>
          </a:prstGeom>
          <a:solidFill>
            <a:schemeClr val="tx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Narrow" panose="020B0606020202030204" pitchFamily="34" charset="0"/>
              </a:rPr>
              <a:t>Daily Steps to Less Stress </a:t>
            </a:r>
          </a:p>
        </p:txBody>
      </p:sp>
      <p:sp>
        <p:nvSpPr>
          <p:cNvPr id="19" name="Rounded Rectangle 18"/>
          <p:cNvSpPr/>
          <p:nvPr/>
        </p:nvSpPr>
        <p:spPr>
          <a:xfrm>
            <a:off x="1262558" y="4551844"/>
            <a:ext cx="1292771" cy="365760"/>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Narrow" panose="020B0606020202030204" pitchFamily="34" charset="0"/>
              </a:rPr>
              <a:t>Mindfulness </a:t>
            </a:r>
          </a:p>
          <a:p>
            <a:pPr algn="ctr"/>
            <a:r>
              <a:rPr lang="en-US" sz="1200" dirty="0">
                <a:solidFill>
                  <a:schemeClr val="tx1"/>
                </a:solidFill>
                <a:latin typeface="Arial Narrow" panose="020B0606020202030204" pitchFamily="34" charset="0"/>
              </a:rPr>
              <a:t>(SC Inspirations)</a:t>
            </a:r>
          </a:p>
        </p:txBody>
      </p:sp>
      <p:sp>
        <p:nvSpPr>
          <p:cNvPr id="20" name="Rounded Rectangle 19"/>
          <p:cNvSpPr/>
          <p:nvPr/>
        </p:nvSpPr>
        <p:spPr>
          <a:xfrm>
            <a:off x="2691957" y="5159203"/>
            <a:ext cx="5381294" cy="18288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Quartet/Joyable</a:t>
            </a:r>
          </a:p>
        </p:txBody>
      </p:sp>
      <p:sp>
        <p:nvSpPr>
          <p:cNvPr id="21" name="Rounded Rectangle 20"/>
          <p:cNvSpPr/>
          <p:nvPr/>
        </p:nvSpPr>
        <p:spPr>
          <a:xfrm>
            <a:off x="5440415" y="5400269"/>
            <a:ext cx="1077306" cy="18288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Freespira</a:t>
            </a:r>
          </a:p>
        </p:txBody>
      </p:sp>
      <p:sp>
        <p:nvSpPr>
          <p:cNvPr id="22" name="Rounded Rectangle 21"/>
          <p:cNvSpPr/>
          <p:nvPr/>
        </p:nvSpPr>
        <p:spPr>
          <a:xfrm>
            <a:off x="6695466" y="5413586"/>
            <a:ext cx="1377785" cy="18406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Axial</a:t>
            </a:r>
          </a:p>
        </p:txBody>
      </p:sp>
      <p:sp>
        <p:nvSpPr>
          <p:cNvPr id="25" name="Rounded Rectangle 24"/>
          <p:cNvSpPr/>
          <p:nvPr/>
        </p:nvSpPr>
        <p:spPr>
          <a:xfrm>
            <a:off x="1313789" y="5918763"/>
            <a:ext cx="10677404" cy="182880"/>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Value Based Reimbursement</a:t>
            </a:r>
          </a:p>
        </p:txBody>
      </p:sp>
      <p:sp>
        <p:nvSpPr>
          <p:cNvPr id="26" name="Rounded Rectangle 25"/>
          <p:cNvSpPr/>
          <p:nvPr/>
        </p:nvSpPr>
        <p:spPr>
          <a:xfrm>
            <a:off x="1301162" y="6165173"/>
            <a:ext cx="10678716" cy="182880"/>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Education on HMK Resources</a:t>
            </a:r>
          </a:p>
        </p:txBody>
      </p:sp>
      <p:sp>
        <p:nvSpPr>
          <p:cNvPr id="27" name="Rounded Rectangle 26"/>
          <p:cNvSpPr/>
          <p:nvPr/>
        </p:nvSpPr>
        <p:spPr>
          <a:xfrm>
            <a:off x="4080311" y="5658736"/>
            <a:ext cx="7915659" cy="184440"/>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Integrated BH Case Managers</a:t>
            </a:r>
          </a:p>
        </p:txBody>
      </p:sp>
      <p:sp>
        <p:nvSpPr>
          <p:cNvPr id="28" name="Rounded Rectangle 27"/>
          <p:cNvSpPr/>
          <p:nvPr/>
        </p:nvSpPr>
        <p:spPr>
          <a:xfrm>
            <a:off x="2724809" y="4100204"/>
            <a:ext cx="1255324" cy="365760"/>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Narrow" panose="020B0606020202030204" pitchFamily="34" charset="0"/>
              </a:rPr>
              <a:t>SC RAT and</a:t>
            </a:r>
          </a:p>
          <a:p>
            <a:pPr algn="ctr"/>
            <a:r>
              <a:rPr lang="en-US" sz="1200" dirty="0">
                <a:solidFill>
                  <a:schemeClr val="tx1"/>
                </a:solidFill>
                <a:latin typeface="Arial Narrow" panose="020B0606020202030204" pitchFamily="34" charset="0"/>
              </a:rPr>
              <a:t>Green Days Data</a:t>
            </a:r>
          </a:p>
        </p:txBody>
      </p:sp>
      <p:sp>
        <p:nvSpPr>
          <p:cNvPr id="29" name="Rounded Rectangle 28"/>
          <p:cNvSpPr/>
          <p:nvPr/>
        </p:nvSpPr>
        <p:spPr>
          <a:xfrm>
            <a:off x="6683271" y="4404272"/>
            <a:ext cx="1389980" cy="365760"/>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Narrow" panose="020B0606020202030204" pitchFamily="34" charset="0"/>
              </a:rPr>
              <a:t>Member Education Campaign</a:t>
            </a:r>
          </a:p>
        </p:txBody>
      </p:sp>
      <p:sp>
        <p:nvSpPr>
          <p:cNvPr id="30" name="Rounded Rectangle 29"/>
          <p:cNvSpPr/>
          <p:nvPr/>
        </p:nvSpPr>
        <p:spPr>
          <a:xfrm>
            <a:off x="4025806" y="4140562"/>
            <a:ext cx="7954072" cy="182880"/>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Narrow" panose="020B0606020202030204" pitchFamily="34" charset="0"/>
              </a:rPr>
              <a:t>Medication Adherence</a:t>
            </a:r>
          </a:p>
        </p:txBody>
      </p:sp>
      <p:sp>
        <p:nvSpPr>
          <p:cNvPr id="31" name="Rounded Rectangle 30"/>
          <p:cNvSpPr/>
          <p:nvPr/>
        </p:nvSpPr>
        <p:spPr>
          <a:xfrm>
            <a:off x="2714241" y="3621225"/>
            <a:ext cx="9308333" cy="182880"/>
          </a:xfrm>
          <a:prstGeom prst="roundRect">
            <a:avLst/>
          </a:prstGeom>
          <a:solidFill>
            <a:schemeClr val="tx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Narrow" panose="020B0606020202030204" pitchFamily="34" charset="0"/>
              </a:rPr>
              <a:t>BH Case Manager (Well 360) Support</a:t>
            </a:r>
          </a:p>
        </p:txBody>
      </p:sp>
      <p:sp>
        <p:nvSpPr>
          <p:cNvPr id="32" name="Rounded Rectangle 31"/>
          <p:cNvSpPr/>
          <p:nvPr/>
        </p:nvSpPr>
        <p:spPr>
          <a:xfrm>
            <a:off x="2724808" y="3847098"/>
            <a:ext cx="9275481" cy="209953"/>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Narrow" panose="020B0606020202030204" pitchFamily="34" charset="0"/>
              </a:rPr>
              <a:t>Well 360 Focus/Connect Differentiation</a:t>
            </a:r>
          </a:p>
        </p:txBody>
      </p:sp>
      <p:sp>
        <p:nvSpPr>
          <p:cNvPr id="33" name="Rounded Rectangle 32"/>
          <p:cNvSpPr/>
          <p:nvPr/>
        </p:nvSpPr>
        <p:spPr>
          <a:xfrm>
            <a:off x="2711026" y="4552448"/>
            <a:ext cx="3846793" cy="182880"/>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Narrow" panose="020B0606020202030204" pitchFamily="34" charset="0"/>
              </a:rPr>
              <a:t>Livongo/MyStrength</a:t>
            </a:r>
          </a:p>
        </p:txBody>
      </p:sp>
      <p:sp>
        <p:nvSpPr>
          <p:cNvPr id="34" name="Oval 33"/>
          <p:cNvSpPr/>
          <p:nvPr/>
        </p:nvSpPr>
        <p:spPr>
          <a:xfrm>
            <a:off x="8146311" y="414201"/>
            <a:ext cx="164592" cy="16459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10218420" y="404140"/>
            <a:ext cx="164592" cy="164592"/>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p:nvSpPr>
        <p:spPr>
          <a:xfrm>
            <a:off x="10368324" y="358442"/>
            <a:ext cx="1631966" cy="248195"/>
          </a:xfrm>
          <a:prstGeom prst="rect">
            <a:avLst/>
          </a:prstGeom>
          <a:noFill/>
        </p:spPr>
        <p:txBody>
          <a:bodyPr wrap="square" rtlCol="0">
            <a:spAutoFit/>
          </a:bodyPr>
          <a:lstStyle/>
          <a:p>
            <a:r>
              <a:rPr lang="en-US" sz="1000" dirty="0">
                <a:solidFill>
                  <a:schemeClr val="bg1"/>
                </a:solidFill>
                <a:latin typeface="Arial Narrow" panose="020B0606020202030204" pitchFamily="34" charset="0"/>
              </a:rPr>
              <a:t>Opportunity/Not in place today</a:t>
            </a:r>
          </a:p>
        </p:txBody>
      </p:sp>
      <p:sp>
        <p:nvSpPr>
          <p:cNvPr id="38" name="Rounded Rectangle 37"/>
          <p:cNvSpPr/>
          <p:nvPr/>
        </p:nvSpPr>
        <p:spPr>
          <a:xfrm>
            <a:off x="1279636" y="1690736"/>
            <a:ext cx="2649916" cy="182880"/>
          </a:xfrm>
          <a:prstGeom prst="roundRect">
            <a:avLst/>
          </a:prstGeom>
          <a:solidFill>
            <a:schemeClr val="tx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Narrow" panose="020B0606020202030204" pitchFamily="34" charset="0"/>
              </a:rPr>
              <a:t>Preventive Care</a:t>
            </a:r>
          </a:p>
        </p:txBody>
      </p:sp>
      <p:sp>
        <p:nvSpPr>
          <p:cNvPr id="39" name="TextBox 38"/>
          <p:cNvSpPr txBox="1"/>
          <p:nvPr/>
        </p:nvSpPr>
        <p:spPr>
          <a:xfrm>
            <a:off x="7089685" y="355559"/>
            <a:ext cx="793253" cy="246221"/>
          </a:xfrm>
          <a:prstGeom prst="rect">
            <a:avLst/>
          </a:prstGeom>
          <a:noFill/>
        </p:spPr>
        <p:txBody>
          <a:bodyPr wrap="square" rtlCol="0">
            <a:spAutoFit/>
          </a:bodyPr>
          <a:lstStyle/>
          <a:p>
            <a:r>
              <a:rPr lang="en-US" sz="1000" dirty="0">
                <a:solidFill>
                  <a:schemeClr val="bg1"/>
                </a:solidFill>
                <a:latin typeface="Arial Narrow" panose="020B0606020202030204" pitchFamily="34" charset="0"/>
              </a:rPr>
              <a:t>Exists Today</a:t>
            </a:r>
          </a:p>
        </p:txBody>
      </p:sp>
      <p:sp>
        <p:nvSpPr>
          <p:cNvPr id="40" name="Oval 39"/>
          <p:cNvSpPr/>
          <p:nvPr/>
        </p:nvSpPr>
        <p:spPr>
          <a:xfrm>
            <a:off x="6925093" y="395378"/>
            <a:ext cx="164592" cy="164592"/>
          </a:xfrm>
          <a:prstGeom prst="ellipse">
            <a:avLst/>
          </a:prstGeom>
          <a:solidFill>
            <a:schemeClr val="bg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ounded Rectangle 40"/>
          <p:cNvSpPr/>
          <p:nvPr/>
        </p:nvSpPr>
        <p:spPr>
          <a:xfrm>
            <a:off x="1279636" y="4313371"/>
            <a:ext cx="1292770" cy="182880"/>
          </a:xfrm>
          <a:prstGeom prst="roundRect">
            <a:avLst/>
          </a:prstGeom>
          <a:solidFill>
            <a:schemeClr val="tx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Arial Narrow" panose="020B0606020202030204" pitchFamily="34" charset="0"/>
              </a:rPr>
              <a:t>LARK</a:t>
            </a:r>
          </a:p>
        </p:txBody>
      </p:sp>
    </p:spTree>
    <p:extLst>
      <p:ext uri="{BB962C8B-B14F-4D97-AF65-F5344CB8AC3E}">
        <p14:creationId xmlns:p14="http://schemas.microsoft.com/office/powerpoint/2010/main" val="2018850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9190851" y="1611606"/>
            <a:ext cx="2834640" cy="4572000"/>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182606" y="1595856"/>
            <a:ext cx="2834640" cy="4572000"/>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3185354" y="1611606"/>
            <a:ext cx="2834640" cy="4572000"/>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6188102" y="1611606"/>
            <a:ext cx="2834640" cy="4572000"/>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Problem and Opportunities</a:t>
            </a:r>
          </a:p>
        </p:txBody>
      </p:sp>
      <p:sp>
        <p:nvSpPr>
          <p:cNvPr id="3" name="Content Placeholder 2"/>
          <p:cNvSpPr>
            <a:spLocks noGrp="1"/>
          </p:cNvSpPr>
          <p:nvPr>
            <p:ph idx="1"/>
          </p:nvPr>
        </p:nvSpPr>
        <p:spPr>
          <a:xfrm>
            <a:off x="291272" y="1754774"/>
            <a:ext cx="2501823" cy="3834635"/>
          </a:xfrm>
        </p:spPr>
        <p:txBody>
          <a:bodyPr>
            <a:normAutofit/>
          </a:bodyPr>
          <a:lstStyle/>
          <a:p>
            <a:pPr algn="ctr">
              <a:spcBef>
                <a:spcPts val="0"/>
              </a:spcBef>
              <a:spcAft>
                <a:spcPts val="600"/>
              </a:spcAft>
            </a:pPr>
            <a:r>
              <a:rPr lang="en-US" dirty="0">
                <a:solidFill>
                  <a:schemeClr val="tx1"/>
                </a:solidFill>
              </a:rPr>
              <a:t>Cost of Care</a:t>
            </a:r>
          </a:p>
          <a:p>
            <a:pPr lvl="1" indent="0" algn="ctr">
              <a:spcBef>
                <a:spcPts val="0"/>
              </a:spcBef>
              <a:spcAft>
                <a:spcPts val="600"/>
              </a:spcAft>
              <a:buClr>
                <a:schemeClr val="tx1"/>
              </a:buClr>
              <a:buNone/>
            </a:pPr>
            <a:r>
              <a:rPr lang="en-US" sz="1300" dirty="0">
                <a:solidFill>
                  <a:schemeClr val="tx1"/>
                </a:solidFill>
              </a:rPr>
              <a:t>R</a:t>
            </a:r>
            <a:r>
              <a:rPr lang="en-US" sz="1300" b="0" dirty="0">
                <a:solidFill>
                  <a:schemeClr val="tx1"/>
                </a:solidFill>
              </a:rPr>
              <a:t>outine and consistent care is not affordable</a:t>
            </a:r>
          </a:p>
          <a:p>
            <a:pPr>
              <a:spcBef>
                <a:spcPts val="0"/>
              </a:spcBef>
              <a:spcAft>
                <a:spcPts val="0"/>
              </a:spcAft>
              <a:buClr>
                <a:schemeClr val="tx1"/>
              </a:buClr>
            </a:pPr>
            <a:r>
              <a:rPr lang="en-US" sz="1300" b="0" dirty="0">
                <a:solidFill>
                  <a:schemeClr val="tx1"/>
                </a:solidFill>
              </a:rPr>
              <a:t>Opportunities… </a:t>
            </a:r>
          </a:p>
          <a:p>
            <a:pPr marL="455613" lvl="1" indent="-285750">
              <a:spcBef>
                <a:spcPts val="0"/>
              </a:spcBef>
              <a:spcAft>
                <a:spcPts val="0"/>
              </a:spcAft>
              <a:buClr>
                <a:schemeClr val="tx1"/>
              </a:buClr>
            </a:pPr>
            <a:r>
              <a:rPr lang="en-US" sz="1300" b="0" dirty="0">
                <a:solidFill>
                  <a:schemeClr val="tx1"/>
                </a:solidFill>
              </a:rPr>
              <a:t>Reduce member cost share for behavioral health services (mirror PCP copay structure) </a:t>
            </a:r>
          </a:p>
          <a:p>
            <a:pPr marL="455613" lvl="1" indent="-285750">
              <a:spcBef>
                <a:spcPts val="0"/>
              </a:spcBef>
              <a:spcAft>
                <a:spcPts val="0"/>
              </a:spcAft>
              <a:buClr>
                <a:schemeClr val="tx1"/>
              </a:buClr>
            </a:pPr>
            <a:r>
              <a:rPr lang="en-US" sz="1300" dirty="0">
                <a:solidFill>
                  <a:schemeClr val="tx1"/>
                </a:solidFill>
              </a:rPr>
              <a:t>Coverage of Alternative Therapies (med marijuana, acupuncture, herbals)</a:t>
            </a:r>
            <a:endParaRPr lang="en-US" sz="1300" b="0" dirty="0">
              <a:solidFill>
                <a:schemeClr val="tx1"/>
              </a:solidFill>
            </a:endParaRPr>
          </a:p>
          <a:p>
            <a:pPr algn="ctr">
              <a:spcBef>
                <a:spcPts val="600"/>
              </a:spcBef>
            </a:pPr>
            <a:endParaRPr lang="en-US" sz="1300" dirty="0"/>
          </a:p>
          <a:p>
            <a:pPr>
              <a:spcBef>
                <a:spcPts val="600"/>
              </a:spcBef>
            </a:pPr>
            <a:endParaRPr lang="en-US" sz="1400" dirty="0"/>
          </a:p>
        </p:txBody>
      </p:sp>
      <p:sp>
        <p:nvSpPr>
          <p:cNvPr id="4" name="Slide Number Placeholder 3"/>
          <p:cNvSpPr>
            <a:spLocks noGrp="1"/>
          </p:cNvSpPr>
          <p:nvPr>
            <p:ph type="sldNum" sz="quarter" idx="10"/>
          </p:nvPr>
        </p:nvSpPr>
        <p:spPr/>
        <p:txBody>
          <a:bodyPr/>
          <a:lstStyle/>
          <a:p>
            <a:pPr>
              <a:defRPr/>
            </a:pPr>
            <a:fld id="{3369F550-7AC1-4C1C-83E8-1EB487366A85}" type="slidenum">
              <a:rPr lang="en-US">
                <a:solidFill>
                  <a:srgbClr val="333333"/>
                </a:solidFill>
              </a:rPr>
              <a:pPr>
                <a:defRPr/>
              </a:pPr>
              <a:t>16</a:t>
            </a:fld>
            <a:endParaRPr lang="en-US" dirty="0">
              <a:solidFill>
                <a:srgbClr val="333333"/>
              </a:solidFill>
            </a:endParaRPr>
          </a:p>
        </p:txBody>
      </p:sp>
      <p:sp>
        <p:nvSpPr>
          <p:cNvPr id="6" name="Content Placeholder 5"/>
          <p:cNvSpPr>
            <a:spLocks noGrp="1"/>
          </p:cNvSpPr>
          <p:nvPr>
            <p:ph idx="4294967295"/>
          </p:nvPr>
        </p:nvSpPr>
        <p:spPr>
          <a:xfrm>
            <a:off x="3309894" y="1754774"/>
            <a:ext cx="2585559" cy="4218806"/>
          </a:xfrm>
        </p:spPr>
        <p:txBody>
          <a:bodyPr>
            <a:noAutofit/>
          </a:bodyPr>
          <a:lstStyle/>
          <a:p>
            <a:pPr algn="ctr">
              <a:spcAft>
                <a:spcPts val="600"/>
              </a:spcAft>
              <a:buClr>
                <a:schemeClr val="tx1"/>
              </a:buClr>
            </a:pPr>
            <a:r>
              <a:rPr lang="en-US" dirty="0">
                <a:solidFill>
                  <a:schemeClr val="tx1"/>
                </a:solidFill>
              </a:rPr>
              <a:t>Identification</a:t>
            </a:r>
          </a:p>
          <a:p>
            <a:pPr marL="0" indent="0" algn="ctr">
              <a:spcAft>
                <a:spcPts val="600"/>
              </a:spcAft>
              <a:buClr>
                <a:schemeClr val="tx1"/>
              </a:buClr>
            </a:pPr>
            <a:r>
              <a:rPr lang="en-US" sz="1300" b="0" dirty="0">
                <a:solidFill>
                  <a:schemeClr val="tx1"/>
                </a:solidFill>
              </a:rPr>
              <a:t>Member, Health Plan, Provider are unaware of existing BH issue</a:t>
            </a:r>
          </a:p>
          <a:p>
            <a:pPr marL="0" indent="0">
              <a:spcAft>
                <a:spcPts val="0"/>
              </a:spcAft>
              <a:buClr>
                <a:schemeClr val="tx1"/>
              </a:buClr>
            </a:pPr>
            <a:r>
              <a:rPr lang="en-US" sz="1300" b="0" dirty="0">
                <a:solidFill>
                  <a:schemeClr val="tx1"/>
                </a:solidFill>
              </a:rPr>
              <a:t>Opportunities…</a:t>
            </a:r>
          </a:p>
          <a:p>
            <a:pPr marL="341313" lvl="1" indent="-171450">
              <a:spcAft>
                <a:spcPts val="0"/>
              </a:spcAft>
              <a:buClr>
                <a:schemeClr val="tx1"/>
              </a:buClr>
            </a:pPr>
            <a:r>
              <a:rPr lang="en-US" sz="1300" dirty="0">
                <a:solidFill>
                  <a:schemeClr val="tx1"/>
                </a:solidFill>
              </a:rPr>
              <a:t>Predictive analytics to identify and engage</a:t>
            </a:r>
          </a:p>
          <a:p>
            <a:pPr marL="341313" lvl="1" indent="-171450">
              <a:spcAft>
                <a:spcPts val="0"/>
              </a:spcAft>
              <a:buClr>
                <a:schemeClr val="tx1"/>
              </a:buClr>
            </a:pPr>
            <a:r>
              <a:rPr lang="en-US" sz="1300" dirty="0">
                <a:solidFill>
                  <a:schemeClr val="tx1"/>
                </a:solidFill>
              </a:rPr>
              <a:t>Leverage vendor data to identify and monitor (Sharecare, Catapult) </a:t>
            </a:r>
          </a:p>
          <a:p>
            <a:pPr marL="341313" lvl="1" indent="-171450">
              <a:spcAft>
                <a:spcPts val="0"/>
              </a:spcAft>
              <a:buClr>
                <a:schemeClr val="tx1"/>
              </a:buClr>
            </a:pPr>
            <a:r>
              <a:rPr lang="en-US" sz="1300" dirty="0">
                <a:solidFill>
                  <a:schemeClr val="tx1"/>
                </a:solidFill>
              </a:rPr>
              <a:t>Post-partum depression screenings and provider/health plan integration</a:t>
            </a:r>
          </a:p>
          <a:p>
            <a:pPr marL="341313" lvl="1" indent="-171450">
              <a:spcAft>
                <a:spcPts val="0"/>
              </a:spcAft>
              <a:buClr>
                <a:schemeClr val="tx1"/>
              </a:buClr>
            </a:pPr>
            <a:r>
              <a:rPr lang="en-US" sz="1300" dirty="0">
                <a:solidFill>
                  <a:schemeClr val="tx1"/>
                </a:solidFill>
              </a:rPr>
              <a:t>Annual preventive visit with BH provider</a:t>
            </a:r>
          </a:p>
          <a:p>
            <a:pPr lvl="1" indent="0">
              <a:spcAft>
                <a:spcPts val="0"/>
              </a:spcAft>
              <a:buClr>
                <a:schemeClr val="tx1"/>
              </a:buClr>
              <a:buNone/>
            </a:pPr>
            <a:endParaRPr lang="en-US" sz="1400" dirty="0">
              <a:solidFill>
                <a:schemeClr val="tx1"/>
              </a:solidFill>
            </a:endParaRPr>
          </a:p>
          <a:p>
            <a:pPr marL="341313" lvl="1" indent="-171450">
              <a:spcAft>
                <a:spcPts val="0"/>
              </a:spcAft>
              <a:buClr>
                <a:schemeClr val="tx1"/>
              </a:buClr>
            </a:pPr>
            <a:endParaRPr lang="en-US" sz="1400" dirty="0">
              <a:solidFill>
                <a:schemeClr val="tx1"/>
              </a:solidFill>
            </a:endParaRPr>
          </a:p>
        </p:txBody>
      </p:sp>
      <p:sp>
        <p:nvSpPr>
          <p:cNvPr id="7" name="Content Placeholder 6"/>
          <p:cNvSpPr>
            <a:spLocks noGrp="1"/>
          </p:cNvSpPr>
          <p:nvPr>
            <p:ph idx="4294967295"/>
          </p:nvPr>
        </p:nvSpPr>
        <p:spPr>
          <a:xfrm>
            <a:off x="6235582" y="1754774"/>
            <a:ext cx="2739680" cy="4572000"/>
          </a:xfrm>
        </p:spPr>
        <p:txBody>
          <a:bodyPr>
            <a:noAutofit/>
          </a:bodyPr>
          <a:lstStyle/>
          <a:p>
            <a:pPr algn="ctr">
              <a:spcAft>
                <a:spcPts val="600"/>
              </a:spcAft>
            </a:pPr>
            <a:r>
              <a:rPr lang="en-US" dirty="0">
                <a:solidFill>
                  <a:schemeClr val="tx1"/>
                </a:solidFill>
              </a:rPr>
              <a:t>Inadequate Access </a:t>
            </a:r>
          </a:p>
          <a:p>
            <a:pPr marL="0" indent="0" algn="ctr">
              <a:spcAft>
                <a:spcPts val="600"/>
              </a:spcAft>
            </a:pPr>
            <a:r>
              <a:rPr lang="en-US" sz="1300" b="0" dirty="0">
                <a:solidFill>
                  <a:schemeClr val="tx1"/>
                </a:solidFill>
              </a:rPr>
              <a:t>Lack of providers available to treat BH conditions</a:t>
            </a:r>
          </a:p>
          <a:p>
            <a:pPr marL="0" indent="0">
              <a:spcAft>
                <a:spcPts val="0"/>
              </a:spcAft>
            </a:pPr>
            <a:r>
              <a:rPr lang="en-US" sz="1300" b="0" dirty="0">
                <a:solidFill>
                  <a:schemeClr val="tx1"/>
                </a:solidFill>
              </a:rPr>
              <a:t>Opportunities…</a:t>
            </a:r>
          </a:p>
          <a:p>
            <a:pPr marL="341313" lvl="1" indent="-171450">
              <a:spcAft>
                <a:spcPts val="0"/>
              </a:spcAft>
              <a:buClr>
                <a:schemeClr val="tx1"/>
              </a:buClr>
            </a:pPr>
            <a:r>
              <a:rPr lang="en-US" sz="1300" dirty="0">
                <a:solidFill>
                  <a:schemeClr val="tx1"/>
                </a:solidFill>
              </a:rPr>
              <a:t>Virtual BH through national/local telemedicine partners </a:t>
            </a:r>
          </a:p>
          <a:p>
            <a:pPr marL="341313" lvl="1" indent="-171450">
              <a:spcAft>
                <a:spcPts val="0"/>
              </a:spcAft>
              <a:buClr>
                <a:schemeClr val="tx1"/>
              </a:buClr>
            </a:pPr>
            <a:r>
              <a:rPr lang="en-US" sz="1300" dirty="0">
                <a:solidFill>
                  <a:schemeClr val="tx1"/>
                </a:solidFill>
              </a:rPr>
              <a:t>Virtual Opioid Treatment </a:t>
            </a:r>
          </a:p>
          <a:p>
            <a:pPr marL="341313" lvl="1" indent="-171450">
              <a:spcAft>
                <a:spcPts val="0"/>
              </a:spcAft>
              <a:buClr>
                <a:schemeClr val="tx1"/>
              </a:buClr>
            </a:pPr>
            <a:r>
              <a:rPr lang="en-US" sz="1300" dirty="0">
                <a:solidFill>
                  <a:schemeClr val="tx1"/>
                </a:solidFill>
              </a:rPr>
              <a:t>Multi-modal channels for care that can scale nationally– digital tools and support</a:t>
            </a:r>
          </a:p>
          <a:p>
            <a:pPr marL="341313" lvl="1" indent="-171450">
              <a:spcAft>
                <a:spcPts val="0"/>
              </a:spcAft>
              <a:buClr>
                <a:schemeClr val="tx1"/>
              </a:buClr>
            </a:pPr>
            <a:r>
              <a:rPr lang="en-US" sz="1300" dirty="0">
                <a:solidFill>
                  <a:schemeClr val="tx1"/>
                </a:solidFill>
              </a:rPr>
              <a:t>Integrated PCP/BH care </a:t>
            </a:r>
          </a:p>
          <a:p>
            <a:pPr marL="341313" lvl="1" indent="-171450">
              <a:spcAft>
                <a:spcPts val="0"/>
              </a:spcAft>
              <a:buClr>
                <a:schemeClr val="tx1"/>
              </a:buClr>
            </a:pPr>
            <a:r>
              <a:rPr lang="en-US" sz="1300" dirty="0">
                <a:solidFill>
                  <a:schemeClr val="tx1"/>
                </a:solidFill>
              </a:rPr>
              <a:t>Strategies to attract AHN BH Providers (sign on bonus, reimbursement for school, etc.)</a:t>
            </a:r>
          </a:p>
          <a:p>
            <a:pPr marL="341313" lvl="1" indent="-171450">
              <a:spcAft>
                <a:spcPts val="0"/>
              </a:spcAft>
              <a:buClr>
                <a:schemeClr val="tx1"/>
              </a:buClr>
            </a:pPr>
            <a:r>
              <a:rPr lang="en-US" sz="1300" dirty="0">
                <a:solidFill>
                  <a:schemeClr val="tx1"/>
                </a:solidFill>
              </a:rPr>
              <a:t>Competitive Provider Reimbursement </a:t>
            </a:r>
          </a:p>
          <a:p>
            <a:pPr marL="341313" lvl="1" indent="-171450">
              <a:spcAft>
                <a:spcPts val="0"/>
              </a:spcAft>
              <a:buClr>
                <a:schemeClr val="tx1"/>
              </a:buClr>
            </a:pPr>
            <a:r>
              <a:rPr lang="en-US" sz="1300" dirty="0">
                <a:solidFill>
                  <a:schemeClr val="tx1"/>
                </a:solidFill>
              </a:rPr>
              <a:t>HMK Direct Store Integration</a:t>
            </a:r>
          </a:p>
        </p:txBody>
      </p:sp>
      <p:sp>
        <p:nvSpPr>
          <p:cNvPr id="8" name="Content Placeholder 7"/>
          <p:cNvSpPr>
            <a:spLocks noGrp="1"/>
          </p:cNvSpPr>
          <p:nvPr>
            <p:ph idx="4294967295"/>
          </p:nvPr>
        </p:nvSpPr>
        <p:spPr>
          <a:xfrm>
            <a:off x="9309657" y="1754774"/>
            <a:ext cx="2524836" cy="3013075"/>
          </a:xfrm>
        </p:spPr>
        <p:txBody>
          <a:bodyPr/>
          <a:lstStyle/>
          <a:p>
            <a:pPr algn="ctr">
              <a:spcAft>
                <a:spcPts val="600"/>
              </a:spcAft>
            </a:pPr>
            <a:r>
              <a:rPr lang="en-US" dirty="0">
                <a:solidFill>
                  <a:schemeClr val="tx1"/>
                </a:solidFill>
              </a:rPr>
              <a:t>Social Stigma</a:t>
            </a:r>
          </a:p>
          <a:p>
            <a:pPr marL="0" indent="0" algn="ctr">
              <a:spcAft>
                <a:spcPts val="600"/>
              </a:spcAft>
            </a:pPr>
            <a:r>
              <a:rPr lang="en-US" sz="1300" b="0" dirty="0">
                <a:solidFill>
                  <a:schemeClr val="tx1"/>
                </a:solidFill>
              </a:rPr>
              <a:t>Perception of behavioral health issues are preventing people from seeking care </a:t>
            </a:r>
          </a:p>
          <a:p>
            <a:pPr marL="0" indent="0"/>
            <a:r>
              <a:rPr lang="en-US" sz="1300" b="0" dirty="0">
                <a:solidFill>
                  <a:schemeClr val="tx1"/>
                </a:solidFill>
              </a:rPr>
              <a:t>Opportunities…</a:t>
            </a:r>
          </a:p>
          <a:p>
            <a:pPr>
              <a:buFont typeface="Arial" panose="020B0604020202020204" pitchFamily="34" charset="0"/>
              <a:buChar char="•"/>
            </a:pPr>
            <a:r>
              <a:rPr lang="en-US" sz="1300" b="0" dirty="0">
                <a:solidFill>
                  <a:schemeClr val="tx1"/>
                </a:solidFill>
              </a:rPr>
              <a:t>Create awareness of support and coverage </a:t>
            </a:r>
          </a:p>
          <a:p>
            <a:pPr>
              <a:buFont typeface="Arial" panose="020B0604020202020204" pitchFamily="34" charset="0"/>
              <a:buChar char="•"/>
            </a:pPr>
            <a:r>
              <a:rPr lang="en-US" sz="1300" b="0" dirty="0">
                <a:solidFill>
                  <a:schemeClr val="tx1"/>
                </a:solidFill>
              </a:rPr>
              <a:t>Testimonials (‘All For Her’ campaign for BH) </a:t>
            </a:r>
          </a:p>
          <a:p>
            <a:endParaRPr lang="en-US" sz="1300" dirty="0"/>
          </a:p>
        </p:txBody>
      </p:sp>
      <p:sp>
        <p:nvSpPr>
          <p:cNvPr id="10" name="TextBox 9"/>
          <p:cNvSpPr txBox="1"/>
          <p:nvPr/>
        </p:nvSpPr>
        <p:spPr>
          <a:xfrm>
            <a:off x="339400" y="631549"/>
            <a:ext cx="11086690" cy="646331"/>
          </a:xfrm>
          <a:prstGeom prst="rect">
            <a:avLst/>
          </a:prstGeom>
          <a:noFill/>
        </p:spPr>
        <p:txBody>
          <a:bodyPr wrap="square" rtlCol="0">
            <a:spAutoFit/>
          </a:bodyPr>
          <a:lstStyle/>
          <a:p>
            <a:pPr lvl="0" eaLnBrk="0" fontAlgn="base" hangingPunct="0">
              <a:spcBef>
                <a:spcPts val="600"/>
              </a:spcBef>
              <a:spcAft>
                <a:spcPts val="1400"/>
              </a:spcAft>
            </a:pPr>
            <a:r>
              <a:rPr lang="en-US" b="1" dirty="0">
                <a:solidFill>
                  <a:schemeClr val="bg1">
                    <a:lumMod val="40000"/>
                    <a:lumOff val="60000"/>
                  </a:schemeClr>
                </a:solidFill>
                <a:latin typeface="Arial Narrow" panose="020B0606020202030204" pitchFamily="34" charset="0"/>
                <a:ea typeface="MS PGothic" pitchFamily="34" charset="-128"/>
              </a:rPr>
              <a:t>High cost of care, inadequate access, and fear of social stigma are leaving members with behavioral health conditions unidentified and untreated in turn leading to increased medical costs.  </a:t>
            </a:r>
          </a:p>
        </p:txBody>
      </p:sp>
    </p:spTree>
    <p:extLst>
      <p:ext uri="{BB962C8B-B14F-4D97-AF65-F5344CB8AC3E}">
        <p14:creationId xmlns:p14="http://schemas.microsoft.com/office/powerpoint/2010/main" val="3373839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57200" y="1523515"/>
            <a:ext cx="5111103" cy="4335869"/>
          </a:xfrm>
          <a:prstGeom prst="rect">
            <a:avLst/>
          </a:prstGeom>
          <a:solidFill>
            <a:schemeClr val="accent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097058" y="1523514"/>
            <a:ext cx="5111103" cy="4335869"/>
          </a:xfrm>
          <a:prstGeom prst="rect">
            <a:avLst/>
          </a:prstGeom>
          <a:solidFill>
            <a:srgbClr val="00B050">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Next Steps/Recommendations </a:t>
            </a:r>
          </a:p>
        </p:txBody>
      </p:sp>
      <p:sp>
        <p:nvSpPr>
          <p:cNvPr id="3" name="Content Placeholder 2"/>
          <p:cNvSpPr>
            <a:spLocks noGrp="1"/>
          </p:cNvSpPr>
          <p:nvPr>
            <p:ph idx="1"/>
          </p:nvPr>
        </p:nvSpPr>
        <p:spPr>
          <a:xfrm>
            <a:off x="594496" y="1714073"/>
            <a:ext cx="4836509" cy="4302306"/>
          </a:xfrm>
        </p:spPr>
        <p:txBody>
          <a:bodyPr/>
          <a:lstStyle/>
          <a:p>
            <a:pPr algn="ctr">
              <a:spcAft>
                <a:spcPts val="600"/>
              </a:spcAft>
            </a:pPr>
            <a:r>
              <a:rPr lang="en-US" dirty="0">
                <a:solidFill>
                  <a:schemeClr val="tx1"/>
                </a:solidFill>
              </a:rPr>
              <a:t>Product Strategy Areas of Exploration </a:t>
            </a:r>
          </a:p>
          <a:p>
            <a:pPr>
              <a:spcAft>
                <a:spcPts val="600"/>
              </a:spcAft>
            </a:pPr>
            <a:r>
              <a:rPr lang="en-US" sz="1400" b="0" dirty="0">
                <a:solidFill>
                  <a:schemeClr val="tx1"/>
                </a:solidFill>
              </a:rPr>
              <a:t>Cost of Care </a:t>
            </a:r>
          </a:p>
          <a:p>
            <a:pPr marL="285750" indent="-285750">
              <a:spcAft>
                <a:spcPts val="600"/>
              </a:spcAft>
              <a:buFont typeface="Calibri" panose="020F0502020204030204" pitchFamily="34" charset="0"/>
              <a:buChar char="­"/>
            </a:pPr>
            <a:r>
              <a:rPr lang="en-US" sz="1400" b="0" dirty="0">
                <a:solidFill>
                  <a:schemeClr val="tx1"/>
                </a:solidFill>
              </a:rPr>
              <a:t>Evaluate financial risk of reducing member cost share or offering preventive (free) visits</a:t>
            </a:r>
          </a:p>
          <a:p>
            <a:pPr marL="285750" indent="-285750">
              <a:spcAft>
                <a:spcPts val="600"/>
              </a:spcAft>
              <a:buFont typeface="Calibri" panose="020F0502020204030204" pitchFamily="34" charset="0"/>
              <a:buChar char="­"/>
            </a:pPr>
            <a:r>
              <a:rPr lang="en-US" sz="1400" b="0" dirty="0">
                <a:solidFill>
                  <a:schemeClr val="tx1"/>
                </a:solidFill>
              </a:rPr>
              <a:t>Explore social determinants of health tie in </a:t>
            </a:r>
          </a:p>
          <a:p>
            <a:pPr>
              <a:spcAft>
                <a:spcPts val="600"/>
              </a:spcAft>
            </a:pPr>
            <a:r>
              <a:rPr lang="en-US" sz="1400" b="0" dirty="0">
                <a:solidFill>
                  <a:schemeClr val="tx1"/>
                </a:solidFill>
              </a:rPr>
              <a:t>Identification</a:t>
            </a:r>
          </a:p>
          <a:p>
            <a:pPr marL="285750" indent="-285750">
              <a:spcAft>
                <a:spcPts val="600"/>
              </a:spcAft>
              <a:buFont typeface="Calibri" panose="020F0502020204030204" pitchFamily="34" charset="0"/>
              <a:buChar char="­"/>
            </a:pPr>
            <a:r>
              <a:rPr lang="en-US" sz="1400" b="0" dirty="0">
                <a:solidFill>
                  <a:schemeClr val="tx1"/>
                </a:solidFill>
              </a:rPr>
              <a:t>Explore data vendors are providing back to Highmark and the ability to leverage data for member engagement</a:t>
            </a:r>
          </a:p>
          <a:p>
            <a:pPr marL="285750" indent="-285750">
              <a:spcAft>
                <a:spcPts val="600"/>
              </a:spcAft>
              <a:buFont typeface="Calibri" panose="020F0502020204030204" pitchFamily="34" charset="0"/>
              <a:buChar char="­"/>
            </a:pPr>
            <a:r>
              <a:rPr lang="en-US" sz="1400" b="0" dirty="0">
                <a:solidFill>
                  <a:schemeClr val="tx1"/>
                </a:solidFill>
              </a:rPr>
              <a:t>Explore member journey for additional opportunity identification</a:t>
            </a:r>
          </a:p>
          <a:p>
            <a:pPr>
              <a:spcAft>
                <a:spcPts val="600"/>
              </a:spcAft>
            </a:pPr>
            <a:r>
              <a:rPr lang="en-US" sz="1400" b="0" dirty="0">
                <a:solidFill>
                  <a:schemeClr val="tx1"/>
                </a:solidFill>
              </a:rPr>
              <a:t>Inadequate Access</a:t>
            </a:r>
          </a:p>
          <a:p>
            <a:pPr marL="285750" indent="-285750">
              <a:spcAft>
                <a:spcPts val="600"/>
              </a:spcAft>
              <a:buFont typeface="Calibri" panose="020F0502020204030204" pitchFamily="34" charset="0"/>
              <a:buChar char="­"/>
            </a:pPr>
            <a:r>
              <a:rPr lang="en-US" sz="1400" b="0" dirty="0">
                <a:solidFill>
                  <a:schemeClr val="tx1"/>
                </a:solidFill>
              </a:rPr>
              <a:t>Increase awareness of virtual behavioral health benefits</a:t>
            </a:r>
          </a:p>
          <a:p>
            <a:pPr marL="285750" indent="-285750">
              <a:spcAft>
                <a:spcPts val="600"/>
              </a:spcAft>
              <a:buFont typeface="Calibri" panose="020F0502020204030204" pitchFamily="34" charset="0"/>
              <a:buChar char="­"/>
            </a:pPr>
            <a:r>
              <a:rPr lang="en-US" sz="1400" b="0" dirty="0">
                <a:solidFill>
                  <a:schemeClr val="tx1"/>
                </a:solidFill>
              </a:rPr>
              <a:t>Continue virtual opioid RFI process</a:t>
            </a:r>
          </a:p>
          <a:p>
            <a:pPr marL="285750" indent="-285750">
              <a:spcAft>
                <a:spcPts val="600"/>
              </a:spcAft>
              <a:buFont typeface="Calibri" panose="020F0502020204030204" pitchFamily="34" charset="0"/>
              <a:buChar char="­"/>
            </a:pPr>
            <a:r>
              <a:rPr lang="en-US" sz="1400" b="0" dirty="0">
                <a:solidFill>
                  <a:schemeClr val="tx1"/>
                </a:solidFill>
              </a:rPr>
              <a:t>Explore digital solutions that can be expanded nationally </a:t>
            </a:r>
            <a:endParaRPr lang="en-US" dirty="0">
              <a:solidFill>
                <a:schemeClr val="tx1"/>
              </a:solidFill>
            </a:endParaRPr>
          </a:p>
          <a:p>
            <a:pPr marL="285750" indent="-285750">
              <a:spcAft>
                <a:spcPts val="600"/>
              </a:spcAft>
              <a:buFont typeface="Arial" panose="020B0604020202020204" pitchFamily="34" charset="0"/>
              <a:buChar char="•"/>
            </a:pPr>
            <a:endParaRPr lang="en-US" dirty="0">
              <a:solidFill>
                <a:schemeClr val="tx1"/>
              </a:solidFill>
            </a:endParaRPr>
          </a:p>
          <a:p>
            <a:endParaRPr lang="en-US" dirty="0">
              <a:solidFill>
                <a:schemeClr val="tx1"/>
              </a:solidFill>
            </a:endParaRPr>
          </a:p>
          <a:p>
            <a:endParaRPr lang="en-US" dirty="0">
              <a:solidFill>
                <a:schemeClr val="tx1"/>
              </a:solidFill>
            </a:endParaRPr>
          </a:p>
        </p:txBody>
      </p:sp>
      <p:sp>
        <p:nvSpPr>
          <p:cNvPr id="4" name="Slide Number Placeholder 3"/>
          <p:cNvSpPr>
            <a:spLocks noGrp="1"/>
          </p:cNvSpPr>
          <p:nvPr>
            <p:ph type="sldNum" sz="quarter" idx="10"/>
          </p:nvPr>
        </p:nvSpPr>
        <p:spPr/>
        <p:txBody>
          <a:bodyPr/>
          <a:lstStyle/>
          <a:p>
            <a:pPr>
              <a:defRPr/>
            </a:pPr>
            <a:fld id="{3369F550-7AC1-4C1C-83E8-1EB487366A85}" type="slidenum">
              <a:rPr lang="en-US">
                <a:solidFill>
                  <a:srgbClr val="333333"/>
                </a:solidFill>
              </a:rPr>
              <a:pPr>
                <a:defRPr/>
              </a:pPr>
              <a:t>17</a:t>
            </a:fld>
            <a:endParaRPr lang="en-US" dirty="0">
              <a:solidFill>
                <a:srgbClr val="333333"/>
              </a:solidFill>
            </a:endParaRPr>
          </a:p>
        </p:txBody>
      </p:sp>
      <p:sp>
        <p:nvSpPr>
          <p:cNvPr id="5" name="TextBox 4"/>
          <p:cNvSpPr txBox="1"/>
          <p:nvPr/>
        </p:nvSpPr>
        <p:spPr>
          <a:xfrm>
            <a:off x="339400" y="631549"/>
            <a:ext cx="11086690" cy="646331"/>
          </a:xfrm>
          <a:prstGeom prst="rect">
            <a:avLst/>
          </a:prstGeom>
          <a:noFill/>
        </p:spPr>
        <p:txBody>
          <a:bodyPr wrap="square" rtlCol="0">
            <a:spAutoFit/>
          </a:bodyPr>
          <a:lstStyle/>
          <a:p>
            <a:pPr eaLnBrk="0" fontAlgn="base" hangingPunct="0">
              <a:spcBef>
                <a:spcPts val="600"/>
              </a:spcBef>
              <a:spcAft>
                <a:spcPts val="1400"/>
              </a:spcAft>
            </a:pPr>
            <a:r>
              <a:rPr lang="en-US" b="1" dirty="0">
                <a:solidFill>
                  <a:srgbClr val="333333">
                    <a:lumMod val="40000"/>
                    <a:lumOff val="60000"/>
                  </a:srgbClr>
                </a:solidFill>
                <a:latin typeface="Arial Narrow" panose="020B0606020202030204" pitchFamily="34" charset="0"/>
                <a:ea typeface="MS PGothic" pitchFamily="34" charset="-128"/>
              </a:rPr>
              <a:t>An opportunity exists to improve the behavioral health of our members, reduce medical cost and increase care coordination. Collaboration and support throughout the Enterprise is essential to drive outcomes. </a:t>
            </a:r>
          </a:p>
        </p:txBody>
      </p:sp>
      <p:sp>
        <p:nvSpPr>
          <p:cNvPr id="6" name="Rectangle 5"/>
          <p:cNvSpPr/>
          <p:nvPr/>
        </p:nvSpPr>
        <p:spPr>
          <a:xfrm>
            <a:off x="6292118" y="1714073"/>
            <a:ext cx="4477455" cy="3262432"/>
          </a:xfrm>
          <a:prstGeom prst="rect">
            <a:avLst/>
          </a:prstGeom>
        </p:spPr>
        <p:txBody>
          <a:bodyPr wrap="square">
            <a:spAutoFit/>
          </a:bodyPr>
          <a:lstStyle/>
          <a:p>
            <a:pPr lvl="0" algn="ctr" eaLnBrk="0" fontAlgn="base" hangingPunct="0">
              <a:spcBef>
                <a:spcPct val="0"/>
              </a:spcBef>
              <a:spcAft>
                <a:spcPts val="600"/>
              </a:spcAft>
            </a:pPr>
            <a:r>
              <a:rPr lang="en-US" sz="1600" b="1" dirty="0">
                <a:ea typeface="MS PGothic" pitchFamily="34" charset="-128"/>
              </a:rPr>
              <a:t>Enterprise Alignment and Collaboration</a:t>
            </a:r>
          </a:p>
          <a:p>
            <a:pPr marL="285750" lvl="0" indent="-285750" eaLnBrk="0" fontAlgn="base" hangingPunct="0">
              <a:spcBef>
                <a:spcPct val="0"/>
              </a:spcBef>
              <a:spcAft>
                <a:spcPts val="600"/>
              </a:spcAft>
              <a:buFont typeface="Calibri" panose="020F0502020204030204" pitchFamily="34" charset="0"/>
              <a:buChar char="­"/>
            </a:pPr>
            <a:r>
              <a:rPr lang="en-US" sz="1600" dirty="0">
                <a:ea typeface="MS PGothic" pitchFamily="34" charset="-128"/>
              </a:rPr>
              <a:t>Reimbursement structure for mental health providers </a:t>
            </a:r>
          </a:p>
          <a:p>
            <a:pPr marL="285750" lvl="0" indent="-285750" eaLnBrk="0" fontAlgn="base" hangingPunct="0">
              <a:spcBef>
                <a:spcPct val="0"/>
              </a:spcBef>
              <a:spcAft>
                <a:spcPts val="600"/>
              </a:spcAft>
              <a:buFontTx/>
              <a:buChar char="-"/>
            </a:pPr>
            <a:r>
              <a:rPr lang="en-US" sz="1600" dirty="0">
                <a:ea typeface="MS PGothic" pitchFamily="34" charset="-128"/>
              </a:rPr>
              <a:t>AHN strategies to increase access to care (integrated BH case managers) </a:t>
            </a:r>
          </a:p>
          <a:p>
            <a:pPr marL="285750" lvl="0" indent="-285750" eaLnBrk="0" fontAlgn="base" hangingPunct="0">
              <a:spcBef>
                <a:spcPct val="0"/>
              </a:spcBef>
              <a:spcAft>
                <a:spcPts val="600"/>
              </a:spcAft>
              <a:buFontTx/>
              <a:buChar char="-"/>
            </a:pPr>
            <a:r>
              <a:rPr lang="en-US" sz="1600" dirty="0">
                <a:ea typeface="MS PGothic" pitchFamily="34" charset="-128"/>
              </a:rPr>
              <a:t>Marketing/Digital support of campaigns to reduce stigma</a:t>
            </a:r>
          </a:p>
          <a:p>
            <a:pPr marL="285750" lvl="0" indent="-285750" eaLnBrk="0" fontAlgn="base" hangingPunct="0">
              <a:spcBef>
                <a:spcPct val="0"/>
              </a:spcBef>
              <a:spcAft>
                <a:spcPts val="600"/>
              </a:spcAft>
              <a:buFontTx/>
              <a:buChar char="-"/>
            </a:pPr>
            <a:r>
              <a:rPr lang="en-US" sz="1600" dirty="0">
                <a:ea typeface="MS PGothic" pitchFamily="34" charset="-128"/>
              </a:rPr>
              <a:t>Collaboration with Behavioral Health/Clinical Services/C2V teams </a:t>
            </a:r>
          </a:p>
          <a:p>
            <a:pPr marL="285750" lvl="0" indent="-285750" eaLnBrk="0" fontAlgn="base" hangingPunct="0">
              <a:spcBef>
                <a:spcPct val="0"/>
              </a:spcBef>
              <a:spcAft>
                <a:spcPts val="600"/>
              </a:spcAft>
              <a:buFontTx/>
              <a:buChar char="-"/>
            </a:pPr>
            <a:r>
              <a:rPr lang="en-US" sz="1600" dirty="0">
                <a:ea typeface="MS PGothic" pitchFamily="34" charset="-128"/>
              </a:rPr>
              <a:t>Retail stores as an additional access point</a:t>
            </a:r>
          </a:p>
          <a:p>
            <a:pPr marL="285750" lvl="0" indent="-285750" eaLnBrk="0" fontAlgn="base" hangingPunct="0">
              <a:spcBef>
                <a:spcPct val="0"/>
              </a:spcBef>
              <a:spcAft>
                <a:spcPts val="600"/>
              </a:spcAft>
              <a:buFontTx/>
              <a:buChar char="-"/>
            </a:pPr>
            <a:r>
              <a:rPr lang="en-US" sz="1600" dirty="0">
                <a:ea typeface="MS PGothic" pitchFamily="34" charset="-128"/>
              </a:rPr>
              <a:t>Coverage of alternative therapies </a:t>
            </a:r>
          </a:p>
        </p:txBody>
      </p:sp>
    </p:spTree>
    <p:extLst>
      <p:ext uri="{BB962C8B-B14F-4D97-AF65-F5344CB8AC3E}">
        <p14:creationId xmlns:p14="http://schemas.microsoft.com/office/powerpoint/2010/main" val="15139871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 </a:t>
            </a:r>
          </a:p>
        </p:txBody>
      </p:sp>
      <p:sp>
        <p:nvSpPr>
          <p:cNvPr id="3" name="Content Placeholder 2"/>
          <p:cNvSpPr>
            <a:spLocks noGrp="1"/>
          </p:cNvSpPr>
          <p:nvPr>
            <p:ph idx="1"/>
          </p:nvPr>
        </p:nvSpPr>
        <p:spPr/>
        <p:txBody>
          <a:bodyPr/>
          <a:lstStyle/>
          <a:p>
            <a:r>
              <a:rPr lang="en-US" sz="1400" b="0" dirty="0">
                <a:solidFill>
                  <a:schemeClr val="bg1"/>
                </a:solidFill>
                <a:latin typeface="Arial Narrow" panose="020B0606020202030204" pitchFamily="34" charset="0"/>
              </a:rPr>
              <a:t>https://medcitynews.com/2018/11/beacon-mental-health-walmart/</a:t>
            </a:r>
          </a:p>
          <a:p>
            <a:r>
              <a:rPr lang="en-US" sz="1400" b="0" dirty="0">
                <a:solidFill>
                  <a:schemeClr val="bg1"/>
                </a:solidFill>
                <a:latin typeface="Arial Narrow" panose="020B0606020202030204" pitchFamily="34" charset="0"/>
              </a:rPr>
              <a:t>https://www.supermarketnews.com/health-wellness/albertsons-cos-pharmacies-offer-genetic-testing</a:t>
            </a:r>
          </a:p>
          <a:p>
            <a:r>
              <a:rPr lang="en-US" sz="1400" b="0" dirty="0">
                <a:solidFill>
                  <a:schemeClr val="bg1"/>
                </a:solidFill>
                <a:latin typeface="Arial Narrow" panose="020B0606020202030204" pitchFamily="34" charset="0"/>
              </a:rPr>
              <a:t>http://investor.allscripts.com/phoenix.zhtml?c=112727&amp;p=RssLanding&amp;cat=news&amp;id=2226108 </a:t>
            </a:r>
          </a:p>
          <a:p>
            <a:r>
              <a:rPr lang="en-US" sz="1400" b="0" dirty="0">
                <a:solidFill>
                  <a:schemeClr val="bg1"/>
                </a:solidFill>
                <a:latin typeface="Arial Narrow" panose="020B0606020202030204" pitchFamily="34" charset="0"/>
              </a:rPr>
              <a:t>Andrew J. Vickers, DPhil (attending research methodologist, Department of Epidemiology and Biostatistics, Memorial Sloan-Kettering Cancer Center, New York, New York</a:t>
            </a:r>
          </a:p>
          <a:p>
            <a:r>
              <a:rPr lang="en-US" sz="1400" b="0" dirty="0">
                <a:solidFill>
                  <a:schemeClr val="bg1"/>
                </a:solidFill>
                <a:latin typeface="Arial Narrow" panose="020B0606020202030204" pitchFamily="34" charset="0"/>
              </a:rPr>
              <a:t>https://nccih.nih.gov/health/massage/massageintroduction.htm</a:t>
            </a:r>
          </a:p>
          <a:p>
            <a:r>
              <a:rPr lang="en-US" sz="1400" b="0" dirty="0">
                <a:solidFill>
                  <a:schemeClr val="bg1"/>
                </a:solidFill>
                <a:latin typeface="Arial Narrow" panose="020B0606020202030204" pitchFamily="34" charset="0"/>
              </a:rPr>
              <a:t>https://health.usnews.com/health-care/patient-advice/articles/2018-05-25/whats-the-answer-to-the-shortage-of-mental-health-care-providers</a:t>
            </a:r>
          </a:p>
          <a:p>
            <a:r>
              <a:rPr lang="en-US" sz="1400" b="0" dirty="0">
                <a:solidFill>
                  <a:schemeClr val="bg1"/>
                </a:solidFill>
                <a:latin typeface="Arial Narrow" panose="020B0606020202030204" pitchFamily="34" charset="0"/>
              </a:rPr>
              <a:t>https://www.beckershospitalreview.com/hospital-physician-relationships/new-patient-wait-times-for-dermatologists-in-15-major-cities.html</a:t>
            </a:r>
          </a:p>
          <a:p>
            <a:r>
              <a:rPr lang="en-US" sz="1400" b="0" dirty="0">
                <a:solidFill>
                  <a:schemeClr val="bg1"/>
                </a:solidFill>
                <a:latin typeface="Arial Narrow" panose="020B0606020202030204" pitchFamily="34" charset="0"/>
              </a:rPr>
              <a:t>*https://www.americanwell.com/tele-behavioral-health-reduces-the-cost-of-mental-illnesses</a:t>
            </a:r>
          </a:p>
          <a:p>
            <a:r>
              <a:rPr lang="en-US" sz="1400" b="0" dirty="0">
                <a:solidFill>
                  <a:schemeClr val="bg1"/>
                </a:solidFill>
                <a:latin typeface="Arial Narrow" panose="020B0606020202030204" pitchFamily="34" charset="0"/>
              </a:rPr>
              <a:t>https://news.aamc.org/press-releases/article/workforce_report_shortage_04112018/</a:t>
            </a:r>
          </a:p>
          <a:p>
            <a:r>
              <a:rPr lang="en-US" sz="1400" b="0" dirty="0">
                <a:solidFill>
                  <a:schemeClr val="bg1"/>
                </a:solidFill>
                <a:latin typeface="Arial Narrow" panose="020B0606020202030204" pitchFamily="34" charset="0"/>
              </a:rPr>
              <a:t>https://www.kff.org/other/state-indicator/mental-health-care-health-professional-shortage-areas-hpsas/</a:t>
            </a:r>
          </a:p>
          <a:p>
            <a:r>
              <a:rPr lang="en-US" sz="1400" b="0" dirty="0">
                <a:solidFill>
                  <a:schemeClr val="bg1"/>
                </a:solidFill>
                <a:latin typeface="Arial Narrow" panose="020B0606020202030204" pitchFamily="34" charset="0"/>
              </a:rPr>
              <a:t>SAMHSA - Racial/Ethnic Differences in Mental Health Service Use Among Adults, 2015</a:t>
            </a:r>
          </a:p>
          <a:p>
            <a:r>
              <a:rPr lang="en-US" sz="1400" b="0" dirty="0">
                <a:solidFill>
                  <a:schemeClr val="bg1"/>
                </a:solidFill>
                <a:latin typeface="Arial Narrow" panose="020B0606020202030204" pitchFamily="34" charset="0"/>
              </a:rPr>
              <a:t>American Journal of Preventative Medicine, Geographic Variation in the Supply of Selected Behavioral Health Providers, 2018</a:t>
            </a:r>
          </a:p>
          <a:p>
            <a:r>
              <a:rPr lang="en-US" sz="1400" b="0" dirty="0">
                <a:solidFill>
                  <a:schemeClr val="bg1"/>
                </a:solidFill>
                <a:latin typeface="Arial Narrow" panose="020B0606020202030204" pitchFamily="34" charset="0"/>
              </a:rPr>
              <a:t>http://www.mentalhealthamerica.net/issues/mental-health-america-access-care-data</a:t>
            </a:r>
          </a:p>
          <a:p>
            <a:r>
              <a:rPr lang="en-US" sz="1400" b="0" dirty="0">
                <a:solidFill>
                  <a:schemeClr val="bg1"/>
                </a:solidFill>
                <a:latin typeface="Arial Narrow" panose="020B0606020202030204" pitchFamily="34" charset="0"/>
              </a:rPr>
              <a:t>https://www.healthcarefinancenews.com/news/cigna-adds-two-tech-companies-its-behavioral-health-program</a:t>
            </a:r>
            <a:endParaRPr lang="en-US" i="1" dirty="0">
              <a:solidFill>
                <a:srgbClr val="333333"/>
              </a:solidFill>
              <a:latin typeface="Arial Narrow" panose="020B0606020202030204" pitchFamily="34" charset="0"/>
            </a:endParaRPr>
          </a:p>
          <a:p>
            <a:endParaRPr lang="en-US" dirty="0"/>
          </a:p>
          <a:p>
            <a:endParaRPr lang="en-US" dirty="0">
              <a:solidFill>
                <a:schemeClr val="bg1"/>
              </a:solidFill>
              <a:latin typeface="Arial Narrow" panose="020B0606020202030204" pitchFamily="34" charset="0"/>
            </a:endParaRPr>
          </a:p>
          <a:p>
            <a:endParaRPr lang="en-US" dirty="0"/>
          </a:p>
        </p:txBody>
      </p:sp>
      <p:sp>
        <p:nvSpPr>
          <p:cNvPr id="4" name="Slide Number Placeholder 3"/>
          <p:cNvSpPr>
            <a:spLocks noGrp="1"/>
          </p:cNvSpPr>
          <p:nvPr>
            <p:ph type="sldNum" sz="quarter" idx="10"/>
          </p:nvPr>
        </p:nvSpPr>
        <p:spPr/>
        <p:txBody>
          <a:bodyPr/>
          <a:lstStyle/>
          <a:p>
            <a:pPr>
              <a:defRPr/>
            </a:pPr>
            <a:fld id="{3369F550-7AC1-4C1C-83E8-1EB487366A85}" type="slidenum">
              <a:rPr lang="en-US" smtClean="0">
                <a:solidFill>
                  <a:srgbClr val="333333"/>
                </a:solidFill>
              </a:rPr>
              <a:pPr>
                <a:defRPr/>
              </a:pPr>
              <a:t>18</a:t>
            </a:fld>
            <a:endParaRPr lang="en-US" dirty="0">
              <a:solidFill>
                <a:srgbClr val="333333"/>
              </a:solidFill>
            </a:endParaRPr>
          </a:p>
        </p:txBody>
      </p:sp>
    </p:spTree>
    <p:extLst>
      <p:ext uri="{BB962C8B-B14F-4D97-AF65-F5344CB8AC3E}">
        <p14:creationId xmlns:p14="http://schemas.microsoft.com/office/powerpoint/2010/main" val="201221672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uyuiv5X_QM2D4TakDr8Wk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i.C4JMlzS3mKwcaPVMn57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Z0k7lP1RqunumpmULJ2Q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NXpLs7tcR3OLX7XOeewLr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Qa5.ifPxTiyZw2sWHLPji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aZicNOXUQZSZy5EKbW5mH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gFvcwI4aSOW1hTSjHmpCc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oqwJdahfTxGgz7af8fjtk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umrg5E7Tda.quYdrcvt5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BYb4Vm1jQNmHGM3Nf0QuN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ntphunVkS8CqRbBWFRCY5Q"/>
</p:tagLst>
</file>

<file path=ppt/tags/tag27.xml><?xml version="1.0" encoding="utf-8"?>
<p:tagLst xmlns:a="http://schemas.openxmlformats.org/drawingml/2006/main" xmlns:r="http://schemas.openxmlformats.org/officeDocument/2006/relationships" xmlns:p="http://schemas.openxmlformats.org/presentationml/2006/main">
  <p:tag name="NAME" val="Moon"/>
  <p:tag name="TYPE" val="McK Moon"/>
</p:tagLst>
</file>

<file path=ppt/tags/tag28.xml><?xml version="1.0" encoding="utf-8"?>
<p:tagLst xmlns:a="http://schemas.openxmlformats.org/drawingml/2006/main" xmlns:r="http://schemas.openxmlformats.org/officeDocument/2006/relationships" xmlns:p="http://schemas.openxmlformats.org/presentationml/2006/main">
  <p:tag name="NAME" val="MoonShape"/>
  <p:tag name="ANGLE" val="2"/>
</p:tagLst>
</file>

<file path=ppt/tags/tag29.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30.xml><?xml version="1.0" encoding="utf-8"?>
<p:tagLst xmlns:a="http://schemas.openxmlformats.org/drawingml/2006/main" xmlns:r="http://schemas.openxmlformats.org/officeDocument/2006/relationships" xmlns:p="http://schemas.openxmlformats.org/presentationml/2006/main">
  <p:tag name="NAME" val="Moon"/>
</p:tagLst>
</file>

<file path=ppt/tags/tag31.xml><?xml version="1.0" encoding="utf-8"?>
<p:tagLst xmlns:a="http://schemas.openxmlformats.org/drawingml/2006/main" xmlns:r="http://schemas.openxmlformats.org/officeDocument/2006/relationships" xmlns:p="http://schemas.openxmlformats.org/presentationml/2006/main">
  <p:tag name="NAME" val="Moon"/>
</p:tagLst>
</file>

<file path=ppt/tags/tag32.xml><?xml version="1.0" encoding="utf-8"?>
<p:tagLst xmlns:a="http://schemas.openxmlformats.org/drawingml/2006/main" xmlns:r="http://schemas.openxmlformats.org/officeDocument/2006/relationships" xmlns:p="http://schemas.openxmlformats.org/presentationml/2006/main">
  <p:tag name="NAME" val="Moon"/>
</p:tagLst>
</file>

<file path=ppt/tags/tag33.xml><?xml version="1.0" encoding="utf-8"?>
<p:tagLst xmlns:a="http://schemas.openxmlformats.org/drawingml/2006/main" xmlns:r="http://schemas.openxmlformats.org/officeDocument/2006/relationships" xmlns:p="http://schemas.openxmlformats.org/presentationml/2006/main">
  <p:tag name="NAME" val="Moon"/>
</p:tagLst>
</file>

<file path=ppt/tags/tag34.xml><?xml version="1.0" encoding="utf-8"?>
<p:tagLst xmlns:a="http://schemas.openxmlformats.org/drawingml/2006/main" xmlns:r="http://schemas.openxmlformats.org/officeDocument/2006/relationships" xmlns:p="http://schemas.openxmlformats.org/presentationml/2006/main">
  <p:tag name="NAME" val="Moon"/>
</p:tagLst>
</file>

<file path=ppt/tags/tag35.xml><?xml version="1.0" encoding="utf-8"?>
<p:tagLst xmlns:a="http://schemas.openxmlformats.org/drawingml/2006/main" xmlns:r="http://schemas.openxmlformats.org/officeDocument/2006/relationships" xmlns:p="http://schemas.openxmlformats.org/presentationml/2006/main">
  <p:tag name="NAME" val="MoonShape"/>
  <p:tag name="ANGLE" val="3"/>
</p:tagLst>
</file>

<file path=ppt/tags/tag36.xml><?xml version="1.0" encoding="utf-8"?>
<p:tagLst xmlns:a="http://schemas.openxmlformats.org/drawingml/2006/main" xmlns:r="http://schemas.openxmlformats.org/officeDocument/2006/relationships" xmlns:p="http://schemas.openxmlformats.org/presentationml/2006/main">
  <p:tag name="NAME" val="MoonHalfShape"/>
  <p:tag name="ANGLE" val="4"/>
</p:tagLst>
</file>

<file path=ppt/tags/tag37.xml><?xml version="1.0" encoding="utf-8"?>
<p:tagLst xmlns:a="http://schemas.openxmlformats.org/drawingml/2006/main" xmlns:r="http://schemas.openxmlformats.org/officeDocument/2006/relationships" xmlns:p="http://schemas.openxmlformats.org/presentationml/2006/main">
  <p:tag name="NAME" val="MoonShape"/>
  <p:tag name="ANGLE" val="5"/>
</p:tagLst>
</file>

<file path=ppt/tags/tag38.xml><?xml version="1.0" encoding="utf-8"?>
<p:tagLst xmlns:a="http://schemas.openxmlformats.org/drawingml/2006/main" xmlns:r="http://schemas.openxmlformats.org/officeDocument/2006/relationships" xmlns:p="http://schemas.openxmlformats.org/presentationml/2006/main">
  <p:tag name="NAME" val="MoonHalfShape"/>
  <p:tag name="ANGLE" val="5"/>
</p:tagLst>
</file>

<file path=ppt/tags/tag39.xml><?xml version="1.0" encoding="utf-8"?>
<p:tagLst xmlns:a="http://schemas.openxmlformats.org/drawingml/2006/main" xmlns:r="http://schemas.openxmlformats.org/officeDocument/2006/relationships" xmlns:p="http://schemas.openxmlformats.org/presentationml/2006/main">
  <p:tag name="NAME" val="MoonShape"/>
  <p:tag name="ANGLE" val="4"/>
</p:tagLst>
</file>

<file path=ppt/tags/tag40.xml><?xml version="1.0" encoding="utf-8"?>
<p:tagLst xmlns:a="http://schemas.openxmlformats.org/drawingml/2006/main" xmlns:r="http://schemas.openxmlformats.org/officeDocument/2006/relationships" xmlns:p="http://schemas.openxmlformats.org/presentationml/2006/main">
  <p:tag name="NAME" val="MoonHalfShape"/>
  <p:tag name="ANGLE" val="4"/>
</p:tagLst>
</file>

<file path=ppt/tags/tag41.xml><?xml version="1.0" encoding="utf-8"?>
<p:tagLst xmlns:a="http://schemas.openxmlformats.org/drawingml/2006/main" xmlns:r="http://schemas.openxmlformats.org/officeDocument/2006/relationships" xmlns:p="http://schemas.openxmlformats.org/presentationml/2006/main">
  <p:tag name="NAME" val="MoonShape"/>
  <p:tag name="ANGLE" val="2"/>
</p:tagLst>
</file>

<file path=ppt/tags/tag42.xml><?xml version="1.0" encoding="utf-8"?>
<p:tagLst xmlns:a="http://schemas.openxmlformats.org/drawingml/2006/main" xmlns:r="http://schemas.openxmlformats.org/officeDocument/2006/relationships" xmlns:p="http://schemas.openxmlformats.org/presentationml/2006/main">
  <p:tag name="NAME" val="MoonHalfShape"/>
  <p:tag name="ANGLE" val="2"/>
</p:tagLst>
</file>

<file path=ppt/tags/tag43.xml><?xml version="1.0" encoding="utf-8"?>
<p:tagLst xmlns:a="http://schemas.openxmlformats.org/drawingml/2006/main" xmlns:r="http://schemas.openxmlformats.org/officeDocument/2006/relationships" xmlns:p="http://schemas.openxmlformats.org/presentationml/2006/main">
  <p:tag name="NAME" val="MoonShape"/>
  <p:tag name="ANGLE" val="1"/>
</p:tagLst>
</file>

<file path=ppt/tags/tag44.xml><?xml version="1.0" encoding="utf-8"?>
<p:tagLst xmlns:a="http://schemas.openxmlformats.org/drawingml/2006/main" xmlns:r="http://schemas.openxmlformats.org/officeDocument/2006/relationships" xmlns:p="http://schemas.openxmlformats.org/presentationml/2006/main">
  <p:tag name="NAME" val="MoonHalfShape"/>
  <p:tag name="ANGLE" val="1"/>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4_HM_Template">
  <a:themeElements>
    <a:clrScheme name="Highmark_Colors">
      <a:dk1>
        <a:srgbClr val="FFFFFF"/>
      </a:dk1>
      <a:lt1>
        <a:srgbClr val="333333"/>
      </a:lt1>
      <a:dk2>
        <a:srgbClr val="50C8E6"/>
      </a:dk2>
      <a:lt2>
        <a:srgbClr val="00A4E4"/>
      </a:lt2>
      <a:accent1>
        <a:srgbClr val="00A4E4"/>
      </a:accent1>
      <a:accent2>
        <a:srgbClr val="F09628"/>
      </a:accent2>
      <a:accent3>
        <a:srgbClr val="8CA0A9"/>
      </a:accent3>
      <a:accent4>
        <a:srgbClr val="E31B23"/>
      </a:accent4>
      <a:accent5>
        <a:srgbClr val="A54399"/>
      </a:accent5>
      <a:accent6>
        <a:srgbClr val="8DC63F"/>
      </a:accent6>
      <a:hlink>
        <a:srgbClr val="AA141A"/>
      </a:hlink>
      <a:folHlink>
        <a:srgbClr val="875502"/>
      </a:folHlink>
    </a:clrScheme>
    <a:fontScheme name="HighMark_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1200" b="1" dirty="0" smtClean="0">
            <a:solidFill>
              <a:schemeClr val="bg1"/>
            </a:solidFill>
            <a:latin typeface="Arial Narrow" pitchFamily="34" charset="0"/>
          </a:defRPr>
        </a:defPPr>
      </a:lstStyle>
    </a:txDef>
  </a:objectDefaults>
  <a:extraClrSchemeLst/>
</a:theme>
</file>

<file path=ppt/theme/theme2.xml><?xml version="1.0" encoding="utf-8"?>
<a:theme xmlns:a="http://schemas.openxmlformats.org/drawingml/2006/main" name="5_HM_Template">
  <a:themeElements>
    <a:clrScheme name="Highmark_Colors">
      <a:dk1>
        <a:srgbClr val="FFFFFF"/>
      </a:dk1>
      <a:lt1>
        <a:srgbClr val="333333"/>
      </a:lt1>
      <a:dk2>
        <a:srgbClr val="50C8E6"/>
      </a:dk2>
      <a:lt2>
        <a:srgbClr val="00A4E4"/>
      </a:lt2>
      <a:accent1>
        <a:srgbClr val="00A4E4"/>
      </a:accent1>
      <a:accent2>
        <a:srgbClr val="F09628"/>
      </a:accent2>
      <a:accent3>
        <a:srgbClr val="8CA0A9"/>
      </a:accent3>
      <a:accent4>
        <a:srgbClr val="E31B23"/>
      </a:accent4>
      <a:accent5>
        <a:srgbClr val="A54399"/>
      </a:accent5>
      <a:accent6>
        <a:srgbClr val="8DC63F"/>
      </a:accent6>
      <a:hlink>
        <a:srgbClr val="AA141A"/>
      </a:hlink>
      <a:folHlink>
        <a:srgbClr val="875502"/>
      </a:folHlink>
    </a:clrScheme>
    <a:fontScheme name="HighMark_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1200" b="1" dirty="0" smtClean="0">
            <a:solidFill>
              <a:schemeClr val="bg1"/>
            </a:solidFill>
            <a:latin typeface="Arial Narrow" pitchFamily="34" charset="0"/>
          </a:defRPr>
        </a:defPPr>
      </a:lstStyle>
    </a:txDef>
  </a:objectDefaults>
  <a:extraClrSchemeLst/>
</a:theme>
</file>

<file path=ppt/theme/theme3.xml><?xml version="1.0" encoding="utf-8"?>
<a:theme xmlns:a="http://schemas.openxmlformats.org/drawingml/2006/main" name="HM_PPT_Slide Reference">
  <a:themeElements>
    <a:clrScheme name="Highmark_Colors">
      <a:dk1>
        <a:srgbClr val="FFFFFF"/>
      </a:dk1>
      <a:lt1>
        <a:srgbClr val="333333"/>
      </a:lt1>
      <a:dk2>
        <a:srgbClr val="50C8E6"/>
      </a:dk2>
      <a:lt2>
        <a:srgbClr val="00A4E4"/>
      </a:lt2>
      <a:accent1>
        <a:srgbClr val="00A4E4"/>
      </a:accent1>
      <a:accent2>
        <a:srgbClr val="F09628"/>
      </a:accent2>
      <a:accent3>
        <a:srgbClr val="8CA0A9"/>
      </a:accent3>
      <a:accent4>
        <a:srgbClr val="E31B23"/>
      </a:accent4>
      <a:accent5>
        <a:srgbClr val="A54399"/>
      </a:accent5>
      <a:accent6>
        <a:srgbClr val="8DC63F"/>
      </a:accent6>
      <a:hlink>
        <a:srgbClr val="AA141A"/>
      </a:hlink>
      <a:folHlink>
        <a:srgbClr val="875502"/>
      </a:folHlink>
    </a:clrScheme>
    <a:fontScheme name="HighMark_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1200" b="1" dirty="0" smtClean="0">
            <a:solidFill>
              <a:schemeClr val="bg1"/>
            </a:solidFill>
            <a:latin typeface="Arial Narrow" pitchFamily="34" charset="0"/>
          </a:defRPr>
        </a:defPPr>
      </a:lstStyle>
    </a:txDef>
  </a:objectDefaults>
  <a:extraClrSchemeLst/>
</a:theme>
</file>

<file path=ppt/theme/theme4.xml><?xml version="1.0" encoding="utf-8"?>
<a:theme xmlns:a="http://schemas.openxmlformats.org/drawingml/2006/main" name="Theme1">
  <a:themeElements>
    <a:clrScheme name="Custom 1">
      <a:dk1>
        <a:srgbClr val="000000"/>
      </a:dk1>
      <a:lt1>
        <a:srgbClr val="FFFFFF"/>
      </a:lt1>
      <a:dk2>
        <a:srgbClr val="000000"/>
      </a:dk2>
      <a:lt2>
        <a:srgbClr val="EEECE1"/>
      </a:lt2>
      <a:accent1>
        <a:srgbClr val="00ADEF"/>
      </a:accent1>
      <a:accent2>
        <a:srgbClr val="84C547"/>
      </a:accent2>
      <a:accent3>
        <a:srgbClr val="C6DA3A"/>
      </a:accent3>
      <a:accent4>
        <a:srgbClr val="DFE2E7"/>
      </a:accent4>
      <a:accent5>
        <a:srgbClr val="263C51"/>
      </a:accent5>
      <a:accent6>
        <a:srgbClr val="808080"/>
      </a:accent6>
      <a:hlink>
        <a:srgbClr val="9BBB59"/>
      </a:hlink>
      <a:folHlink>
        <a:srgbClr val="8064A2"/>
      </a:folHlink>
    </a:clrScheme>
    <a:fontScheme name="Custom 306">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solidFill>
            <a:schemeClr val="accent6"/>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Current">
        <a:dk1>
          <a:srgbClr val="000000"/>
        </a:dk1>
        <a:lt1>
          <a:srgbClr val="FFFFFF"/>
        </a:lt1>
        <a:dk2>
          <a:srgbClr val="000000"/>
        </a:dk2>
        <a:lt2>
          <a:srgbClr val="EEECE1"/>
        </a:lt2>
        <a:accent1>
          <a:srgbClr val="4F81BD"/>
        </a:accent1>
        <a:accent2>
          <a:srgbClr val="C0504D"/>
        </a:accent2>
        <a:accent3>
          <a:srgbClr val="9BBB59"/>
        </a:accent3>
        <a:accent4>
          <a:srgbClr val="8064A2"/>
        </a:accent4>
        <a:accent5>
          <a:srgbClr val="4BACC6"/>
        </a:accent5>
        <a:accent6>
          <a:srgbClr val="808080"/>
        </a:accent6>
        <a:hlink>
          <a:srgbClr val="9BBB59"/>
        </a:hlink>
        <a:folHlink>
          <a:srgbClr val="8064A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5C625FB4-860F-4F8D-9C13-367B193DD40A}" vid="{164050E4-69B8-4DCF-9606-926BD89C0AB6}"/>
    </a:ext>
  </a:extLst>
</a:theme>
</file>

<file path=ppt/theme/theme5.xml><?xml version="1.0" encoding="utf-8"?>
<a:theme xmlns:a="http://schemas.openxmlformats.org/drawingml/2006/main" name="HM_Template">
  <a:themeElements>
    <a:clrScheme name="Highmark_Colors">
      <a:dk1>
        <a:srgbClr val="FFFFFF"/>
      </a:dk1>
      <a:lt1>
        <a:srgbClr val="333333"/>
      </a:lt1>
      <a:dk2>
        <a:srgbClr val="50C8E6"/>
      </a:dk2>
      <a:lt2>
        <a:srgbClr val="00A4E4"/>
      </a:lt2>
      <a:accent1>
        <a:srgbClr val="00A4E4"/>
      </a:accent1>
      <a:accent2>
        <a:srgbClr val="F09628"/>
      </a:accent2>
      <a:accent3>
        <a:srgbClr val="8CA0A9"/>
      </a:accent3>
      <a:accent4>
        <a:srgbClr val="E31B23"/>
      </a:accent4>
      <a:accent5>
        <a:srgbClr val="A54399"/>
      </a:accent5>
      <a:accent6>
        <a:srgbClr val="8DC63F"/>
      </a:accent6>
      <a:hlink>
        <a:srgbClr val="AA141A"/>
      </a:hlink>
      <a:folHlink>
        <a:srgbClr val="875502"/>
      </a:folHlink>
    </a:clrScheme>
    <a:fontScheme name="HighMark_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1200" b="1" dirty="0" smtClean="0">
            <a:solidFill>
              <a:schemeClr val="bg1"/>
            </a:solidFill>
            <a:latin typeface="Arial Narrow" pitchFamily="34" charset="0"/>
          </a:defRPr>
        </a:defPPr>
      </a:lstStyle>
    </a:tx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09DD6FC5488104FB5D02B06D74B04CA" ma:contentTypeVersion="" ma:contentTypeDescription="Create a new document." ma:contentTypeScope="" ma:versionID="6ebbf769c6c003b104fcffa0a7d8f089">
  <xsd:schema xmlns:xsd="http://www.w3.org/2001/XMLSchema" xmlns:xs="http://www.w3.org/2001/XMLSchema" xmlns:p="http://schemas.microsoft.com/office/2006/metadata/properties" targetNamespace="http://schemas.microsoft.com/office/2006/metadata/properties" ma:root="true" ma:fieldsID="f3e687d5f98ee29b9cfcc2ff24550dc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D043684-7EAB-48D2-A96D-7C721EC2486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A347DBA-7F87-4E2B-998F-61109E398407}">
  <ds:schemaRefs>
    <ds:schemaRef ds:uri="http://schemas.microsoft.com/office/2006/documentManagement/types"/>
    <ds:schemaRef ds:uri="http://purl.org/dc/dcmitype/"/>
    <ds:schemaRef ds:uri="http://schemas.microsoft.com/office/2006/metadata/properties"/>
    <ds:schemaRef ds:uri="http://purl.org/dc/elements/1.1/"/>
    <ds:schemaRef ds:uri="http://purl.org/dc/terms/"/>
    <ds:schemaRef ds:uri="http://www.w3.org/XML/1998/namespace"/>
    <ds:schemaRef ds:uri="http://schemas.openxmlformats.org/package/2006/metadata/core-properties"/>
    <ds:schemaRef ds:uri="http://schemas.microsoft.com/office/infopath/2007/PartnerControls"/>
  </ds:schemaRefs>
</ds:datastoreItem>
</file>

<file path=customXml/itemProps3.xml><?xml version="1.0" encoding="utf-8"?>
<ds:datastoreItem xmlns:ds="http://schemas.openxmlformats.org/officeDocument/2006/customXml" ds:itemID="{BFDF981D-5E7B-4D00-9D1B-44C6E5E43A6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9065</TotalTime>
  <Words>3571</Words>
  <Application>Microsoft Macintosh PowerPoint</Application>
  <PresentationFormat>Widescreen</PresentationFormat>
  <Paragraphs>477</Paragraphs>
  <Slides>18</Slides>
  <Notes>3</Notes>
  <HiddenSlides>0</HiddenSlides>
  <MMClips>0</MMClips>
  <ScaleCrop>false</ScaleCrop>
  <HeadingPairs>
    <vt:vector size="8" baseType="variant">
      <vt:variant>
        <vt:lpstr>Fonts Used</vt:lpstr>
      </vt:variant>
      <vt:variant>
        <vt:i4>9</vt:i4>
      </vt:variant>
      <vt:variant>
        <vt:lpstr>Theme</vt:lpstr>
      </vt:variant>
      <vt:variant>
        <vt:i4>5</vt:i4>
      </vt:variant>
      <vt:variant>
        <vt:lpstr>Embedded OLE Servers</vt:lpstr>
      </vt:variant>
      <vt:variant>
        <vt:i4>1</vt:i4>
      </vt:variant>
      <vt:variant>
        <vt:lpstr>Slide Titles</vt:lpstr>
      </vt:variant>
      <vt:variant>
        <vt:i4>18</vt:i4>
      </vt:variant>
    </vt:vector>
  </HeadingPairs>
  <TitlesOfParts>
    <vt:vector size="33" baseType="lpstr">
      <vt:lpstr>Arial</vt:lpstr>
      <vt:lpstr>Arial Black</vt:lpstr>
      <vt:lpstr>Arial Narrow</vt:lpstr>
      <vt:lpstr>Calibri</vt:lpstr>
      <vt:lpstr>Helvetica Neue</vt:lpstr>
      <vt:lpstr>Lucida Grande</vt:lpstr>
      <vt:lpstr>Proxima Nova</vt:lpstr>
      <vt:lpstr>Roboto</vt:lpstr>
      <vt:lpstr>Wingdings</vt:lpstr>
      <vt:lpstr>4_HM_Template</vt:lpstr>
      <vt:lpstr>5_HM_Template</vt:lpstr>
      <vt:lpstr>HM_PPT_Slide Reference</vt:lpstr>
      <vt:lpstr>Theme1</vt:lpstr>
      <vt:lpstr>HM_Template</vt:lpstr>
      <vt:lpstr>think-cell Slide</vt:lpstr>
      <vt:lpstr>Behavioral Health Market Assessment</vt:lpstr>
      <vt:lpstr>Behavioral Health By the Numbers</vt:lpstr>
      <vt:lpstr>Behavioral Health By the Numbers</vt:lpstr>
      <vt:lpstr>Barriers to Getting Care </vt:lpstr>
      <vt:lpstr>Barriers to Getting Care</vt:lpstr>
      <vt:lpstr>Value of Early Intervention </vt:lpstr>
      <vt:lpstr>Physical and Mental Health Connection</vt:lpstr>
      <vt:lpstr>Consumer Demand</vt:lpstr>
      <vt:lpstr>Market Landscape – Vendor Solutions</vt:lpstr>
      <vt:lpstr>Market Trends</vt:lpstr>
      <vt:lpstr>Competitive Analysis – National Health Plans</vt:lpstr>
      <vt:lpstr>Competitive Analysis – Regional Health Plans </vt:lpstr>
      <vt:lpstr>The Impact to Highmark</vt:lpstr>
      <vt:lpstr>Behavioral Health Spectrum </vt:lpstr>
      <vt:lpstr>Current Initiatives and Opportunities</vt:lpstr>
      <vt:lpstr>Problem and Opportunities</vt:lpstr>
      <vt:lpstr>Next Steps/Recommendations </vt:lpstr>
      <vt:lpstr>References </vt:lpstr>
    </vt:vector>
  </TitlesOfParts>
  <Company>Highmark Health Solutions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Surgical Decision Making Support</dc:title>
  <dc:creator>Manzo, Erin L</dc:creator>
  <cp:lastModifiedBy>Microsoft Office User</cp:lastModifiedBy>
  <cp:revision>369</cp:revision>
  <cp:lastPrinted>2018-08-23T13:17:31Z</cp:lastPrinted>
  <dcterms:created xsi:type="dcterms:W3CDTF">2018-08-21T16:22:55Z</dcterms:created>
  <dcterms:modified xsi:type="dcterms:W3CDTF">2020-03-24T11:50:16Z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0x010100509DD6FC5488104FB5D02B06D74B04CA</vt:lpwstr>
  </property>
</Properties>
</file>